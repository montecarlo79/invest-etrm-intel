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0.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1.xml" ContentType="application/vnd.openxmlformats-officedocument.themeOverr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2.xml" ContentType="application/vnd.openxmlformats-officedocument.themeOverr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2"/>
  </p:sldMasterIdLst>
  <p:notesMasterIdLst>
    <p:notesMasterId r:id="rId45"/>
  </p:notesMasterIdLst>
  <p:sldIdLst>
    <p:sldId id="16772690" r:id="rId3"/>
    <p:sldId id="16775883" r:id="rId4"/>
    <p:sldId id="16772746" r:id="rId5"/>
    <p:sldId id="16775960" r:id="rId6"/>
    <p:sldId id="16775969" r:id="rId7"/>
    <p:sldId id="16775915" r:id="rId8"/>
    <p:sldId id="16775911" r:id="rId9"/>
    <p:sldId id="16772742" r:id="rId10"/>
    <p:sldId id="16775896" r:id="rId11"/>
    <p:sldId id="16775893" r:id="rId12"/>
    <p:sldId id="16775961" r:id="rId13"/>
    <p:sldId id="16775916" r:id="rId14"/>
    <p:sldId id="16775937" r:id="rId15"/>
    <p:sldId id="16775936" r:id="rId16"/>
    <p:sldId id="16775938" r:id="rId17"/>
    <p:sldId id="16775885" r:id="rId18"/>
    <p:sldId id="16775967" r:id="rId19"/>
    <p:sldId id="16775968" r:id="rId20"/>
    <p:sldId id="16775914" r:id="rId21"/>
    <p:sldId id="16775954" r:id="rId22"/>
    <p:sldId id="16775930" r:id="rId23"/>
    <p:sldId id="16775932" r:id="rId24"/>
    <p:sldId id="16775955" r:id="rId25"/>
    <p:sldId id="16775956" r:id="rId26"/>
    <p:sldId id="16775957" r:id="rId27"/>
    <p:sldId id="16775958" r:id="rId28"/>
    <p:sldId id="16775970" r:id="rId29"/>
    <p:sldId id="16772735" r:id="rId30"/>
    <p:sldId id="16775971" r:id="rId31"/>
    <p:sldId id="16775972" r:id="rId32"/>
    <p:sldId id="16775913" r:id="rId33"/>
    <p:sldId id="16775962" r:id="rId34"/>
    <p:sldId id="16775963" r:id="rId35"/>
    <p:sldId id="16775965" r:id="rId36"/>
    <p:sldId id="16775964" r:id="rId37"/>
    <p:sldId id="16775884" r:id="rId38"/>
    <p:sldId id="16775894" r:id="rId39"/>
    <p:sldId id="16775895" r:id="rId40"/>
    <p:sldId id="16775886" r:id="rId41"/>
    <p:sldId id="16775887" r:id="rId42"/>
    <p:sldId id="16775888" r:id="rId43"/>
    <p:sldId id="16775908"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0106510E-A83A-4C65-9D54-E34780A9DDB5}">
          <p14:sldIdLst>
            <p14:sldId id="16772690"/>
            <p14:sldId id="16775883"/>
          </p14:sldIdLst>
        </p14:section>
        <p14:section name="收益总览" id="{EDF32B2A-B649-4CDA-9BF8-7A77AACEE254}">
          <p14:sldIdLst>
            <p14:sldId id="16772746"/>
            <p14:sldId id="16775960"/>
            <p14:sldId id="16775969"/>
            <p14:sldId id="16775915"/>
          </p14:sldIdLst>
        </p14:section>
        <p14:section name="收益分析" id="{9D732AFB-9C1E-423E-A6E2-FE5762253F76}">
          <p14:sldIdLst>
            <p14:sldId id="16775911"/>
            <p14:sldId id="16772742"/>
            <p14:sldId id="16775896"/>
            <p14:sldId id="16775893"/>
          </p14:sldIdLst>
        </p14:section>
        <p14:section name="各场站运营问题" id="{8946E065-507B-456A-8B73-07E3AB612087}">
          <p14:sldIdLst>
            <p14:sldId id="16775961"/>
            <p14:sldId id="16775916"/>
            <p14:sldId id="16775937"/>
            <p14:sldId id="16775936"/>
            <p14:sldId id="16775938"/>
            <p14:sldId id="16775885"/>
            <p14:sldId id="16775967"/>
            <p14:sldId id="16775968"/>
          </p14:sldIdLst>
        </p14:section>
        <p14:section name="交易策略与阶段性成果" id="{8BCCA5B8-CFDA-4FE5-9CE4-8BC901D35AC2}">
          <p14:sldIdLst>
            <p14:sldId id="16775914"/>
            <p14:sldId id="16775954"/>
            <p14:sldId id="16775930"/>
            <p14:sldId id="16775932"/>
            <p14:sldId id="16775955"/>
            <p14:sldId id="16775956"/>
            <p14:sldId id="16775957"/>
            <p14:sldId id="16775958"/>
          </p14:sldIdLst>
        </p14:section>
        <p14:section name="下一步计划" id="{6A029489-5AA9-4425-ADBA-D9E9B7AF3BEF}">
          <p14:sldIdLst>
            <p14:sldId id="16775970"/>
            <p14:sldId id="16772735"/>
            <p14:sldId id="16775971"/>
          </p14:sldIdLst>
        </p14:section>
        <p14:section name="backup" id="{ADA1A3B3-49D6-4874-A7CB-02635A2E191B}">
          <p14:sldIdLst>
            <p14:sldId id="16775972"/>
            <p14:sldId id="16775913"/>
            <p14:sldId id="16775962"/>
            <p14:sldId id="16775963"/>
            <p14:sldId id="16775965"/>
            <p14:sldId id="16775964"/>
            <p14:sldId id="16775884"/>
            <p14:sldId id="16775894"/>
            <p14:sldId id="16775895"/>
            <p14:sldId id="16775886"/>
            <p14:sldId id="16775887"/>
            <p14:sldId id="16775888"/>
            <p14:sldId id="16775908"/>
          </p14:sldIdLst>
        </p14:section>
      </p14:sectionLst>
    </p:ext>
    <p:ext uri="{EFAFB233-063F-42B5-8137-9DF3F51BA10A}">
      <p15:sldGuideLst xmlns:p15="http://schemas.microsoft.com/office/powerpoint/2012/main">
        <p15:guide id="1" orient="horz" pos="2160" userDrawn="1">
          <p15:clr>
            <a:srgbClr val="A4A3A4"/>
          </p15:clr>
        </p15:guide>
        <p15:guide id="2" pos="390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B3B45"/>
    <a:srgbClr val="F2F2F2"/>
    <a:srgbClr val="8C5A3C"/>
    <a:srgbClr val="7B97AD"/>
    <a:srgbClr val="9B9EA2"/>
    <a:srgbClr val="BF6F8E"/>
    <a:srgbClr val="EAE1DB"/>
    <a:srgbClr val="C77620"/>
    <a:srgbClr val="1178C5"/>
    <a:srgbClr val="5B9B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23EA6C-5A52-4F83-AED1-722FD1759737}" v="2279" dt="2026-07-06T22:36:25.247"/>
    <p1510:client id="{6C297C76-23C2-4470-A45C-42FEEF802DB1}" v="266" dt="2026-07-06T18:06:30.700"/>
    <p1510:client id="{7B288C81-4AEB-484D-8871-8332C10E7F2E}" v="1261" dt="2026-07-06T18:05:34.612"/>
    <p1510:client id="{B5D7CF49-8B13-4839-AA6A-9A5C33871FB7}" v="188" dt="2026-07-06T17:55:48.383"/>
    <p1510:client id="{C39B4205-DD3C-494A-A8DC-8063BE7D5FC7}" v="42" dt="2026-07-06T17:57:56.621"/>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E9639D4-E3E2-4D34-9284-5A2195B3D0D7}" styleName="浅色样式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浅色样式 1 - 强调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1FECB4D8-DB02-4DC6-A0A2-4F2EBAE1DC90}" styleName="中度样式 1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7" d="100"/>
          <a:sy n="67" d="100"/>
        </p:scale>
        <p:origin x="548" y="32"/>
      </p:cViewPr>
      <p:guideLst>
        <p:guide orient="horz" pos="2160"/>
        <p:guide pos="390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heme" Target="theme/theme1.xml"/><Relationship Id="rId8" Type="http://schemas.openxmlformats.org/officeDocument/2006/relationships/slide" Target="slides/slide6.xml"/><Relationship Id="rId51" Type="http://schemas.microsoft.com/office/2015/10/relationships/revisionInfo" Target="revisionInfo.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ng You" userId="81ee67ff-e6ba-436d-99fd-0a8de86a4bf9" providerId="ADAL" clId="{ECE8191B-FCDA-47B3-ABAC-3E8255FF6FCF}"/>
    <pc:docChg chg="undo redo custSel addSld delSld modSld sldOrd addSection delSection modSection">
      <pc:chgData name="Yang You" userId="81ee67ff-e6ba-436d-99fd-0a8de86a4bf9" providerId="ADAL" clId="{ECE8191B-FCDA-47B3-ABAC-3E8255FF6FCF}" dt="2026-07-06T22:36:52.153" v="3459" actId="20578"/>
      <pc:docMkLst>
        <pc:docMk/>
      </pc:docMkLst>
      <pc:sldChg chg="modSp mod ord">
        <pc:chgData name="Yang You" userId="81ee67ff-e6ba-436d-99fd-0a8de86a4bf9" providerId="ADAL" clId="{ECE8191B-FCDA-47B3-ABAC-3E8255FF6FCF}" dt="2026-07-06T22:36:52.153" v="3459" actId="20578"/>
        <pc:sldMkLst>
          <pc:docMk/>
          <pc:sldMk cId="2650833527" sldId="16772690"/>
        </pc:sldMkLst>
        <pc:spChg chg="mod">
          <ac:chgData name="Yang You" userId="81ee67ff-e6ba-436d-99fd-0a8de86a4bf9" providerId="ADAL" clId="{ECE8191B-FCDA-47B3-ABAC-3E8255FF6FCF}" dt="2026-07-03T02:39:34.976" v="15"/>
          <ac:spMkLst>
            <pc:docMk/>
            <pc:sldMk cId="2650833527" sldId="16772690"/>
            <ac:spMk id="2" creationId="{904063F7-E86C-6FCA-75E3-7CB1C5C3E09C}"/>
          </ac:spMkLst>
        </pc:spChg>
        <pc:spChg chg="mod">
          <ac:chgData name="Yang You" userId="81ee67ff-e6ba-436d-99fd-0a8de86a4bf9" providerId="ADAL" clId="{ECE8191B-FCDA-47B3-ABAC-3E8255FF6FCF}" dt="2026-07-03T02:39:15.719" v="4" actId="6549"/>
          <ac:spMkLst>
            <pc:docMk/>
            <pc:sldMk cId="2650833527" sldId="16772690"/>
            <ac:spMk id="3" creationId="{96BBA996-9EB9-453D-8E5D-8DE83D9C36A1}"/>
          </ac:spMkLst>
        </pc:spChg>
      </pc:sldChg>
      <pc:sldChg chg="add del">
        <pc:chgData name="Yang You" userId="81ee67ff-e6ba-436d-99fd-0a8de86a4bf9" providerId="ADAL" clId="{ECE8191B-FCDA-47B3-ABAC-3E8255FF6FCF}" dt="2026-07-06T22:34:00.230" v="3454" actId="47"/>
        <pc:sldMkLst>
          <pc:docMk/>
          <pc:sldMk cId="1158993386" sldId="16772731"/>
        </pc:sldMkLst>
      </pc:sldChg>
      <pc:sldChg chg="addSp delSp modSp del mod">
        <pc:chgData name="Yang You" userId="81ee67ff-e6ba-436d-99fd-0a8de86a4bf9" providerId="ADAL" clId="{ECE8191B-FCDA-47B3-ABAC-3E8255FF6FCF}" dt="2026-07-06T22:09:34.109" v="3354" actId="2696"/>
        <pc:sldMkLst>
          <pc:docMk/>
          <pc:sldMk cId="1198087605" sldId="16772731"/>
        </pc:sldMkLst>
        <pc:spChg chg="add mod">
          <ac:chgData name="Yang You" userId="81ee67ff-e6ba-436d-99fd-0a8de86a4bf9" providerId="ADAL" clId="{ECE8191B-FCDA-47B3-ABAC-3E8255FF6FCF}" dt="2026-07-05T02:14:33.747" v="2073"/>
          <ac:spMkLst>
            <pc:docMk/>
            <pc:sldMk cId="1198087605" sldId="16772731"/>
            <ac:spMk id="8" creationId="{61963FEF-2A08-E405-0D5A-470702E66A10}"/>
          </ac:spMkLst>
        </pc:spChg>
        <pc:spChg chg="add del mod">
          <ac:chgData name="Yang You" userId="81ee67ff-e6ba-436d-99fd-0a8de86a4bf9" providerId="ADAL" clId="{ECE8191B-FCDA-47B3-ABAC-3E8255FF6FCF}" dt="2026-07-06T01:57:54.123" v="2910"/>
          <ac:spMkLst>
            <pc:docMk/>
            <pc:sldMk cId="1198087605" sldId="16772731"/>
            <ac:spMk id="11" creationId="{99369571-5E28-B3B3-2C94-52845D81855A}"/>
          </ac:spMkLst>
        </pc:spChg>
        <pc:graphicFrameChg chg="add del">
          <ac:chgData name="Yang You" userId="81ee67ff-e6ba-436d-99fd-0a8de86a4bf9" providerId="ADAL" clId="{ECE8191B-FCDA-47B3-ABAC-3E8255FF6FCF}" dt="2026-07-06T01:57:40.172" v="2909" actId="478"/>
          <ac:graphicFrameMkLst>
            <pc:docMk/>
            <pc:sldMk cId="1198087605" sldId="16772731"/>
            <ac:graphicFrameMk id="18" creationId="{4ECBC375-084D-FF0E-AF74-508578DC2DD4}"/>
          </ac:graphicFrameMkLst>
        </pc:graphicFrameChg>
        <pc:graphicFrameChg chg="add del">
          <ac:chgData name="Yang You" userId="81ee67ff-e6ba-436d-99fd-0a8de86a4bf9" providerId="ADAL" clId="{ECE8191B-FCDA-47B3-ABAC-3E8255FF6FCF}" dt="2026-07-06T22:08:24.152" v="3351" actId="478"/>
          <ac:graphicFrameMkLst>
            <pc:docMk/>
            <pc:sldMk cId="1198087605" sldId="16772731"/>
            <ac:graphicFrameMk id="20" creationId="{00000000-0008-0000-0200-000002000000}"/>
          </ac:graphicFrameMkLst>
        </pc:graphicFrameChg>
      </pc:sldChg>
      <pc:sldChg chg="modSp mod ord">
        <pc:chgData name="Yang You" userId="81ee67ff-e6ba-436d-99fd-0a8de86a4bf9" providerId="ADAL" clId="{ECE8191B-FCDA-47B3-ABAC-3E8255FF6FCF}" dt="2026-07-06T22:11:39.832" v="3364"/>
        <pc:sldMkLst>
          <pc:docMk/>
          <pc:sldMk cId="887482355" sldId="16772735"/>
        </pc:sldMkLst>
        <pc:spChg chg="mod">
          <ac:chgData name="Yang You" userId="81ee67ff-e6ba-436d-99fd-0a8de86a4bf9" providerId="ADAL" clId="{ECE8191B-FCDA-47B3-ABAC-3E8255FF6FCF}" dt="2026-07-06T22:11:39.832" v="3364"/>
          <ac:spMkLst>
            <pc:docMk/>
            <pc:sldMk cId="887482355" sldId="16772735"/>
            <ac:spMk id="3" creationId="{85D6C027-90E8-37DF-87E0-3851C78F57C9}"/>
          </ac:spMkLst>
        </pc:spChg>
      </pc:sldChg>
      <pc:sldChg chg="addSp delSp modSp mod ord">
        <pc:chgData name="Yang You" userId="81ee67ff-e6ba-436d-99fd-0a8de86a4bf9" providerId="ADAL" clId="{ECE8191B-FCDA-47B3-ABAC-3E8255FF6FCF}" dt="2026-07-06T01:06:24.110" v="2908" actId="20577"/>
        <pc:sldMkLst>
          <pc:docMk/>
          <pc:sldMk cId="3820276441" sldId="16772742"/>
        </pc:sldMkLst>
        <pc:spChg chg="add mod">
          <ac:chgData name="Yang You" userId="81ee67ff-e6ba-436d-99fd-0a8de86a4bf9" providerId="ADAL" clId="{ECE8191B-FCDA-47B3-ABAC-3E8255FF6FCF}" dt="2026-07-05T00:53:02.940" v="1454"/>
          <ac:spMkLst>
            <pc:docMk/>
            <pc:sldMk cId="3820276441" sldId="16772742"/>
            <ac:spMk id="3" creationId="{4D8C1928-3775-FFD1-E05D-0C13FCD0EC2F}"/>
          </ac:spMkLst>
        </pc:spChg>
        <pc:spChg chg="mod">
          <ac:chgData name="Yang You" userId="81ee67ff-e6ba-436d-99fd-0a8de86a4bf9" providerId="ADAL" clId="{ECE8191B-FCDA-47B3-ABAC-3E8255FF6FCF}" dt="2026-07-05T00:57:46.710" v="1589" actId="14100"/>
          <ac:spMkLst>
            <pc:docMk/>
            <pc:sldMk cId="3820276441" sldId="16772742"/>
            <ac:spMk id="7" creationId="{95B041F6-7E74-82BF-B2CF-8EFE6C2EBF8A}"/>
          </ac:spMkLst>
        </pc:spChg>
        <pc:spChg chg="mod">
          <ac:chgData name="Yang You" userId="81ee67ff-e6ba-436d-99fd-0a8de86a4bf9" providerId="ADAL" clId="{ECE8191B-FCDA-47B3-ABAC-3E8255FF6FCF}" dt="2026-07-05T01:10:51.960" v="1694" actId="1035"/>
          <ac:spMkLst>
            <pc:docMk/>
            <pc:sldMk cId="3820276441" sldId="16772742"/>
            <ac:spMk id="10" creationId="{8D8C2903-9AD8-4E9B-E4CA-6E9BD5E0F308}"/>
          </ac:spMkLst>
        </pc:spChg>
        <pc:spChg chg="mod">
          <ac:chgData name="Yang You" userId="81ee67ff-e6ba-436d-99fd-0a8de86a4bf9" providerId="ADAL" clId="{ECE8191B-FCDA-47B3-ABAC-3E8255FF6FCF}" dt="2026-07-06T01:06:24.110" v="2908" actId="20577"/>
          <ac:spMkLst>
            <pc:docMk/>
            <pc:sldMk cId="3820276441" sldId="16772742"/>
            <ac:spMk id="19" creationId="{37E4F07B-F927-0358-7C7A-2498516AC988}"/>
          </ac:spMkLst>
        </pc:spChg>
        <pc:spChg chg="mod">
          <ac:chgData name="Yang You" userId="81ee67ff-e6ba-436d-99fd-0a8de86a4bf9" providerId="ADAL" clId="{ECE8191B-FCDA-47B3-ABAC-3E8255FF6FCF}" dt="2026-07-05T01:09:25.665" v="1678"/>
          <ac:spMkLst>
            <pc:docMk/>
            <pc:sldMk cId="3820276441" sldId="16772742"/>
            <ac:spMk id="23" creationId="{1332EF87-5602-7DB4-B3A4-1A1B99AB47C0}"/>
          </ac:spMkLst>
        </pc:spChg>
        <pc:spChg chg="mod">
          <ac:chgData name="Yang You" userId="81ee67ff-e6ba-436d-99fd-0a8de86a4bf9" providerId="ADAL" clId="{ECE8191B-FCDA-47B3-ABAC-3E8255FF6FCF}" dt="2026-07-05T01:04:43.322" v="1598" actId="2710"/>
          <ac:spMkLst>
            <pc:docMk/>
            <pc:sldMk cId="3820276441" sldId="16772742"/>
            <ac:spMk id="24" creationId="{60BFF85F-032B-737E-8B6C-2C13E7B1E55E}"/>
          </ac:spMkLst>
        </pc:spChg>
        <pc:graphicFrameChg chg="mod">
          <ac:chgData name="Yang You" userId="81ee67ff-e6ba-436d-99fd-0a8de86a4bf9" providerId="ADAL" clId="{ECE8191B-FCDA-47B3-ABAC-3E8255FF6FCF}" dt="2026-07-05T01:10:58.276" v="1696" actId="14100"/>
          <ac:graphicFrameMkLst>
            <pc:docMk/>
            <pc:sldMk cId="3820276441" sldId="16772742"/>
            <ac:graphicFrameMk id="18" creationId="{E455B76F-4B7F-0B16-8FB2-5417710BFE84}"/>
          </ac:graphicFrameMkLst>
        </pc:graphicFrameChg>
        <pc:picChg chg="mod">
          <ac:chgData name="Yang You" userId="81ee67ff-e6ba-436d-99fd-0a8de86a4bf9" providerId="ADAL" clId="{ECE8191B-FCDA-47B3-ABAC-3E8255FF6FCF}" dt="2026-07-05T01:11:02.748" v="1703" actId="1036"/>
          <ac:picMkLst>
            <pc:docMk/>
            <pc:sldMk cId="3820276441" sldId="16772742"/>
            <ac:picMk id="5" creationId="{9F2C22EF-D018-888B-F7DA-CE6BF2CEEC1A}"/>
          </ac:picMkLst>
        </pc:picChg>
      </pc:sldChg>
      <pc:sldChg chg="modSp mod">
        <pc:chgData name="Yang You" userId="81ee67ff-e6ba-436d-99fd-0a8de86a4bf9" providerId="ADAL" clId="{ECE8191B-FCDA-47B3-ABAC-3E8255FF6FCF}" dt="2026-07-06T21:49:19.930" v="3000" actId="113"/>
        <pc:sldMkLst>
          <pc:docMk/>
          <pc:sldMk cId="2795197060" sldId="16772746"/>
        </pc:sldMkLst>
        <pc:spChg chg="mod">
          <ac:chgData name="Yang You" userId="81ee67ff-e6ba-436d-99fd-0a8de86a4bf9" providerId="ADAL" clId="{ECE8191B-FCDA-47B3-ABAC-3E8255FF6FCF}" dt="2026-07-03T08:17:25.134" v="524"/>
          <ac:spMkLst>
            <pc:docMk/>
            <pc:sldMk cId="2795197060" sldId="16772746"/>
            <ac:spMk id="6" creationId="{083540AA-68C1-8FB5-142F-06E4F0030D36}"/>
          </ac:spMkLst>
        </pc:spChg>
        <pc:spChg chg="mod">
          <ac:chgData name="Yang You" userId="81ee67ff-e6ba-436d-99fd-0a8de86a4bf9" providerId="ADAL" clId="{ECE8191B-FCDA-47B3-ABAC-3E8255FF6FCF}" dt="2026-07-03T06:10:21.495" v="502" actId="20577"/>
          <ac:spMkLst>
            <pc:docMk/>
            <pc:sldMk cId="2795197060" sldId="16772746"/>
            <ac:spMk id="28" creationId="{408ECA02-B288-1B6D-DA67-BE071AAC274A}"/>
          </ac:spMkLst>
        </pc:spChg>
        <pc:graphicFrameChg chg="mod modGraphic">
          <ac:chgData name="Yang You" userId="81ee67ff-e6ba-436d-99fd-0a8de86a4bf9" providerId="ADAL" clId="{ECE8191B-FCDA-47B3-ABAC-3E8255FF6FCF}" dt="2026-07-06T21:49:19.930" v="3000" actId="113"/>
          <ac:graphicFrameMkLst>
            <pc:docMk/>
            <pc:sldMk cId="2795197060" sldId="16772746"/>
            <ac:graphicFrameMk id="16" creationId="{4F6E2FAF-3BCE-5D30-542F-FF747FB20FEB}"/>
          </ac:graphicFrameMkLst>
        </pc:graphicFrameChg>
      </pc:sldChg>
      <pc:sldChg chg="addSp delSp modSp del mod ord">
        <pc:chgData name="Yang You" userId="81ee67ff-e6ba-436d-99fd-0a8de86a4bf9" providerId="ADAL" clId="{ECE8191B-FCDA-47B3-ABAC-3E8255FF6FCF}" dt="2026-07-06T22:12:10.862" v="3366" actId="47"/>
        <pc:sldMkLst>
          <pc:docMk/>
          <pc:sldMk cId="1364072797" sldId="16772752"/>
        </pc:sldMkLst>
      </pc:sldChg>
      <pc:sldChg chg="modSp mod">
        <pc:chgData name="Yang You" userId="81ee67ff-e6ba-436d-99fd-0a8de86a4bf9" providerId="ADAL" clId="{ECE8191B-FCDA-47B3-ABAC-3E8255FF6FCF}" dt="2026-07-03T11:55:56.591" v="1185"/>
        <pc:sldMkLst>
          <pc:docMk/>
          <pc:sldMk cId="0" sldId="16775883"/>
        </pc:sldMkLst>
        <pc:spChg chg="mod">
          <ac:chgData name="Yang You" userId="81ee67ff-e6ba-436d-99fd-0a8de86a4bf9" providerId="ADAL" clId="{ECE8191B-FCDA-47B3-ABAC-3E8255FF6FCF}" dt="2026-07-03T11:38:30.453" v="1068" actId="20577"/>
          <ac:spMkLst>
            <pc:docMk/>
            <pc:sldMk cId="0" sldId="16775883"/>
            <ac:spMk id="3" creationId="{00000000-0000-0000-0000-000000000000}"/>
          </ac:spMkLst>
        </pc:spChg>
        <pc:spChg chg="mod">
          <ac:chgData name="Yang You" userId="81ee67ff-e6ba-436d-99fd-0a8de86a4bf9" providerId="ADAL" clId="{ECE8191B-FCDA-47B3-ABAC-3E8255FF6FCF}" dt="2026-07-03T11:37:22.906" v="1042" actId="20577"/>
          <ac:spMkLst>
            <pc:docMk/>
            <pc:sldMk cId="0" sldId="16775883"/>
            <ac:spMk id="11" creationId="{00000000-0000-0000-0000-000000000000}"/>
          </ac:spMkLst>
        </pc:spChg>
        <pc:spChg chg="mod">
          <ac:chgData name="Yang You" userId="81ee67ff-e6ba-436d-99fd-0a8de86a4bf9" providerId="ADAL" clId="{ECE8191B-FCDA-47B3-ABAC-3E8255FF6FCF}" dt="2026-07-03T11:39:20.717" v="1090" actId="20577"/>
          <ac:spMkLst>
            <pc:docMk/>
            <pc:sldMk cId="0" sldId="16775883"/>
            <ac:spMk id="14" creationId="{00000000-0000-0000-0000-000000000000}"/>
          </ac:spMkLst>
        </pc:spChg>
        <pc:spChg chg="mod">
          <ac:chgData name="Yang You" userId="81ee67ff-e6ba-436d-99fd-0a8de86a4bf9" providerId="ADAL" clId="{ECE8191B-FCDA-47B3-ABAC-3E8255FF6FCF}" dt="2026-07-03T11:55:44.754" v="1174"/>
          <ac:spMkLst>
            <pc:docMk/>
            <pc:sldMk cId="0" sldId="16775883"/>
            <ac:spMk id="17" creationId="{00000000-0000-0000-0000-000000000000}"/>
          </ac:spMkLst>
        </pc:spChg>
        <pc:spChg chg="mod">
          <ac:chgData name="Yang You" userId="81ee67ff-e6ba-436d-99fd-0a8de86a4bf9" providerId="ADAL" clId="{ECE8191B-FCDA-47B3-ABAC-3E8255FF6FCF}" dt="2026-07-03T11:55:56.591" v="1185"/>
          <ac:spMkLst>
            <pc:docMk/>
            <pc:sldMk cId="0" sldId="16775883"/>
            <ac:spMk id="20" creationId="{00000000-0000-0000-0000-000000000000}"/>
          </ac:spMkLst>
        </pc:spChg>
      </pc:sldChg>
      <pc:sldChg chg="add mod modShow">
        <pc:chgData name="Yang You" userId="81ee67ff-e6ba-436d-99fd-0a8de86a4bf9" providerId="ADAL" clId="{ECE8191B-FCDA-47B3-ABAC-3E8255FF6FCF}" dt="2026-07-06T22:36:41.345" v="3458" actId="729"/>
        <pc:sldMkLst>
          <pc:docMk/>
          <pc:sldMk cId="1196012171" sldId="16775884"/>
        </pc:sldMkLst>
      </pc:sldChg>
      <pc:sldChg chg="addSp delSp modSp del mod ord">
        <pc:chgData name="Yang You" userId="81ee67ff-e6ba-436d-99fd-0a8de86a4bf9" providerId="ADAL" clId="{ECE8191B-FCDA-47B3-ABAC-3E8255FF6FCF}" dt="2026-07-05T01:56:14.374" v="1894" actId="2696"/>
        <pc:sldMkLst>
          <pc:docMk/>
          <pc:sldMk cId="3753952755" sldId="16775884"/>
        </pc:sldMkLst>
      </pc:sldChg>
      <pc:sldChg chg="addSp delSp modSp mod ord">
        <pc:chgData name="Yang You" userId="81ee67ff-e6ba-436d-99fd-0a8de86a4bf9" providerId="ADAL" clId="{ECE8191B-FCDA-47B3-ABAC-3E8255FF6FCF}" dt="2026-07-05T09:15:29.604" v="2482" actId="1036"/>
        <pc:sldMkLst>
          <pc:docMk/>
          <pc:sldMk cId="339782741" sldId="16775885"/>
        </pc:sldMkLst>
        <pc:spChg chg="mod">
          <ac:chgData name="Yang You" userId="81ee67ff-e6ba-436d-99fd-0a8de86a4bf9" providerId="ADAL" clId="{ECE8191B-FCDA-47B3-ABAC-3E8255FF6FCF}" dt="2026-07-05T09:15:21.392" v="2465" actId="207"/>
          <ac:spMkLst>
            <pc:docMk/>
            <pc:sldMk cId="339782741" sldId="16775885"/>
            <ac:spMk id="3" creationId="{D3CBC83F-0B6B-0F9B-54D4-3DAFA900A848}"/>
          </ac:spMkLst>
        </pc:spChg>
        <pc:spChg chg="add mod">
          <ac:chgData name="Yang You" userId="81ee67ff-e6ba-436d-99fd-0a8de86a4bf9" providerId="ADAL" clId="{ECE8191B-FCDA-47B3-ABAC-3E8255FF6FCF}" dt="2026-07-05T02:24:11.968" v="2183" actId="14100"/>
          <ac:spMkLst>
            <pc:docMk/>
            <pc:sldMk cId="339782741" sldId="16775885"/>
            <ac:spMk id="4" creationId="{47221E3D-20EA-2237-5505-061BD3314C76}"/>
          </ac:spMkLst>
        </pc:spChg>
        <pc:spChg chg="mod">
          <ac:chgData name="Yang You" userId="81ee67ff-e6ba-436d-99fd-0a8de86a4bf9" providerId="ADAL" clId="{ECE8191B-FCDA-47B3-ABAC-3E8255FF6FCF}" dt="2026-07-05T09:11:16.144" v="2326" actId="164"/>
          <ac:spMkLst>
            <pc:docMk/>
            <pc:sldMk cId="339782741" sldId="16775885"/>
            <ac:spMk id="5" creationId="{88E1A6BF-CBD0-F1B4-9D61-46AFF25682F8}"/>
          </ac:spMkLst>
        </pc:spChg>
        <pc:spChg chg="mod">
          <ac:chgData name="Yang You" userId="81ee67ff-e6ba-436d-99fd-0a8de86a4bf9" providerId="ADAL" clId="{ECE8191B-FCDA-47B3-ABAC-3E8255FF6FCF}" dt="2026-07-05T09:15:29.604" v="2482" actId="1036"/>
          <ac:spMkLst>
            <pc:docMk/>
            <pc:sldMk cId="339782741" sldId="16775885"/>
            <ac:spMk id="8" creationId="{6D2D4EAC-5218-9961-9383-B2B13B3F35BD}"/>
          </ac:spMkLst>
        </pc:spChg>
        <pc:grpChg chg="add mod">
          <ac:chgData name="Yang You" userId="81ee67ff-e6ba-436d-99fd-0a8de86a4bf9" providerId="ADAL" clId="{ECE8191B-FCDA-47B3-ABAC-3E8255FF6FCF}" dt="2026-07-05T09:15:29.604" v="2482" actId="1036"/>
          <ac:grpSpMkLst>
            <pc:docMk/>
            <pc:sldMk cId="339782741" sldId="16775885"/>
            <ac:grpSpMk id="6" creationId="{A7FD7E47-9CD8-D541-8EC7-43C8741316BE}"/>
          </ac:grpSpMkLst>
        </pc:grpChg>
        <pc:picChg chg="mod">
          <ac:chgData name="Yang You" userId="81ee67ff-e6ba-436d-99fd-0a8de86a4bf9" providerId="ADAL" clId="{ECE8191B-FCDA-47B3-ABAC-3E8255FF6FCF}" dt="2026-07-05T09:11:16.144" v="2326" actId="164"/>
          <ac:picMkLst>
            <pc:docMk/>
            <pc:sldMk cId="339782741" sldId="16775885"/>
            <ac:picMk id="15" creationId="{A5B943D3-E38D-B636-ACDA-A9ED746E49B6}"/>
          </ac:picMkLst>
        </pc:picChg>
        <pc:cxnChg chg="mod">
          <ac:chgData name="Yang You" userId="81ee67ff-e6ba-436d-99fd-0a8de86a4bf9" providerId="ADAL" clId="{ECE8191B-FCDA-47B3-ABAC-3E8255FF6FCF}" dt="2026-07-05T09:11:16.144" v="2326" actId="164"/>
          <ac:cxnSpMkLst>
            <pc:docMk/>
            <pc:sldMk cId="339782741" sldId="16775885"/>
            <ac:cxnSpMk id="9" creationId="{9E94BCC5-927C-4CBD-4EFE-58386D708818}"/>
          </ac:cxnSpMkLst>
        </pc:cxnChg>
        <pc:cxnChg chg="mod">
          <ac:chgData name="Yang You" userId="81ee67ff-e6ba-436d-99fd-0a8de86a4bf9" providerId="ADAL" clId="{ECE8191B-FCDA-47B3-ABAC-3E8255FF6FCF}" dt="2026-07-05T09:11:16.144" v="2326" actId="164"/>
          <ac:cxnSpMkLst>
            <pc:docMk/>
            <pc:sldMk cId="339782741" sldId="16775885"/>
            <ac:cxnSpMk id="12" creationId="{966CC103-53A7-FCCC-D420-21ED7A7ED532}"/>
          </ac:cxnSpMkLst>
        </pc:cxnChg>
      </pc:sldChg>
      <pc:sldChg chg="mod ord modShow">
        <pc:chgData name="Yang You" userId="81ee67ff-e6ba-436d-99fd-0a8de86a4bf9" providerId="ADAL" clId="{ECE8191B-FCDA-47B3-ABAC-3E8255FF6FCF}" dt="2026-07-06T22:36:41.345" v="3458" actId="729"/>
        <pc:sldMkLst>
          <pc:docMk/>
          <pc:sldMk cId="648762014" sldId="16775886"/>
        </pc:sldMkLst>
      </pc:sldChg>
      <pc:sldChg chg="mod ord modShow">
        <pc:chgData name="Yang You" userId="81ee67ff-e6ba-436d-99fd-0a8de86a4bf9" providerId="ADAL" clId="{ECE8191B-FCDA-47B3-ABAC-3E8255FF6FCF}" dt="2026-07-06T22:36:41.345" v="3458" actId="729"/>
        <pc:sldMkLst>
          <pc:docMk/>
          <pc:sldMk cId="2871612670" sldId="16775887"/>
        </pc:sldMkLst>
      </pc:sldChg>
      <pc:sldChg chg="mod ord modShow">
        <pc:chgData name="Yang You" userId="81ee67ff-e6ba-436d-99fd-0a8de86a4bf9" providerId="ADAL" clId="{ECE8191B-FCDA-47B3-ABAC-3E8255FF6FCF}" dt="2026-07-06T22:36:41.345" v="3458" actId="729"/>
        <pc:sldMkLst>
          <pc:docMk/>
          <pc:sldMk cId="3506871047" sldId="16775888"/>
        </pc:sldMkLst>
      </pc:sldChg>
      <pc:sldChg chg="addSp delSp modSp mod ord">
        <pc:chgData name="Yang You" userId="81ee67ff-e6ba-436d-99fd-0a8de86a4bf9" providerId="ADAL" clId="{ECE8191B-FCDA-47B3-ABAC-3E8255FF6FCF}" dt="2026-07-06T22:08:03.036" v="3350" actId="207"/>
        <pc:sldMkLst>
          <pc:docMk/>
          <pc:sldMk cId="2465856507" sldId="16775893"/>
        </pc:sldMkLst>
        <pc:spChg chg="add mod">
          <ac:chgData name="Yang You" userId="81ee67ff-e6ba-436d-99fd-0a8de86a4bf9" providerId="ADAL" clId="{ECE8191B-FCDA-47B3-ABAC-3E8255FF6FCF}" dt="2026-07-06T22:05:09.267" v="3285" actId="14100"/>
          <ac:spMkLst>
            <pc:docMk/>
            <pc:sldMk cId="2465856507" sldId="16775893"/>
            <ac:spMk id="3" creationId="{72EC14B1-87BC-5666-36F8-E99BC063A743}"/>
          </ac:spMkLst>
        </pc:spChg>
        <pc:spChg chg="add del mod">
          <ac:chgData name="Yang You" userId="81ee67ff-e6ba-436d-99fd-0a8de86a4bf9" providerId="ADAL" clId="{ECE8191B-FCDA-47B3-ABAC-3E8255FF6FCF}" dt="2026-07-06T22:04:47.328" v="3283" actId="478"/>
          <ac:spMkLst>
            <pc:docMk/>
            <pc:sldMk cId="2465856507" sldId="16775893"/>
            <ac:spMk id="4" creationId="{AEB868FA-F2DE-5F26-409A-719D8686DB4A}"/>
          </ac:spMkLst>
        </pc:spChg>
        <pc:spChg chg="add mod">
          <ac:chgData name="Yang You" userId="81ee67ff-e6ba-436d-99fd-0a8de86a4bf9" providerId="ADAL" clId="{ECE8191B-FCDA-47B3-ABAC-3E8255FF6FCF}" dt="2026-07-05T01:53:28.528" v="1870"/>
          <ac:spMkLst>
            <pc:docMk/>
            <pc:sldMk cId="2465856507" sldId="16775893"/>
            <ac:spMk id="5" creationId="{555EA343-3544-9BD5-DDB6-2A6689421E88}"/>
          </ac:spMkLst>
        </pc:spChg>
        <pc:spChg chg="add mod">
          <ac:chgData name="Yang You" userId="81ee67ff-e6ba-436d-99fd-0a8de86a4bf9" providerId="ADAL" clId="{ECE8191B-FCDA-47B3-ABAC-3E8255FF6FCF}" dt="2026-07-06T22:05:26.668" v="3290" actId="14100"/>
          <ac:spMkLst>
            <pc:docMk/>
            <pc:sldMk cId="2465856507" sldId="16775893"/>
            <ac:spMk id="7" creationId="{96773BED-AE92-8ACD-572A-0F75CC5B4143}"/>
          </ac:spMkLst>
        </pc:spChg>
        <pc:spChg chg="add del mod">
          <ac:chgData name="Yang You" userId="81ee67ff-e6ba-436d-99fd-0a8de86a4bf9" providerId="ADAL" clId="{ECE8191B-FCDA-47B3-ABAC-3E8255FF6FCF}" dt="2026-07-05T02:02:15.165" v="1896" actId="478"/>
          <ac:spMkLst>
            <pc:docMk/>
            <pc:sldMk cId="2465856507" sldId="16775893"/>
            <ac:spMk id="7" creationId="{EC2F695B-2A3D-D2AA-491D-9AAD96C6CBB8}"/>
          </ac:spMkLst>
        </pc:spChg>
        <pc:spChg chg="add del mod">
          <ac:chgData name="Yang You" userId="81ee67ff-e6ba-436d-99fd-0a8de86a4bf9" providerId="ADAL" clId="{ECE8191B-FCDA-47B3-ABAC-3E8255FF6FCF}" dt="2026-07-05T02:02:15.165" v="1896" actId="478"/>
          <ac:spMkLst>
            <pc:docMk/>
            <pc:sldMk cId="2465856507" sldId="16775893"/>
            <ac:spMk id="8" creationId="{3995D60E-1215-8F7E-55F6-A3A617F210A9}"/>
          </ac:spMkLst>
        </pc:spChg>
        <pc:spChg chg="add del mod">
          <ac:chgData name="Yang You" userId="81ee67ff-e6ba-436d-99fd-0a8de86a4bf9" providerId="ADAL" clId="{ECE8191B-FCDA-47B3-ABAC-3E8255FF6FCF}" dt="2026-07-05T02:02:15.165" v="1896" actId="478"/>
          <ac:spMkLst>
            <pc:docMk/>
            <pc:sldMk cId="2465856507" sldId="16775893"/>
            <ac:spMk id="9" creationId="{E4DE7191-5F06-5400-736D-DE1080F5529E}"/>
          </ac:spMkLst>
        </pc:spChg>
        <pc:spChg chg="mod">
          <ac:chgData name="Yang You" userId="81ee67ff-e6ba-436d-99fd-0a8de86a4bf9" providerId="ADAL" clId="{ECE8191B-FCDA-47B3-ABAC-3E8255FF6FCF}" dt="2026-07-06T22:07:01.247" v="3342"/>
          <ac:spMkLst>
            <pc:docMk/>
            <pc:sldMk cId="2465856507" sldId="16775893"/>
            <ac:spMk id="10" creationId="{D812286D-CBE6-3C16-68A7-76F6DE3ED18A}"/>
          </ac:spMkLst>
        </pc:spChg>
        <pc:spChg chg="add del mod">
          <ac:chgData name="Yang You" userId="81ee67ff-e6ba-436d-99fd-0a8de86a4bf9" providerId="ADAL" clId="{ECE8191B-FCDA-47B3-ABAC-3E8255FF6FCF}" dt="2026-07-05T02:02:15.165" v="1896" actId="478"/>
          <ac:spMkLst>
            <pc:docMk/>
            <pc:sldMk cId="2465856507" sldId="16775893"/>
            <ac:spMk id="11" creationId="{03D6D0D1-6CE8-2E68-2F25-4EBF12B22D9E}"/>
          </ac:spMkLst>
        </pc:spChg>
        <pc:spChg chg="add mod">
          <ac:chgData name="Yang You" userId="81ee67ff-e6ba-436d-99fd-0a8de86a4bf9" providerId="ADAL" clId="{ECE8191B-FCDA-47B3-ABAC-3E8255FF6FCF}" dt="2026-07-05T02:13:03.999" v="2058" actId="14100"/>
          <ac:spMkLst>
            <pc:docMk/>
            <pc:sldMk cId="2465856507" sldId="16775893"/>
            <ac:spMk id="15" creationId="{83F65592-6DE9-26F1-B8E4-D01EC62D3B48}"/>
          </ac:spMkLst>
        </pc:spChg>
        <pc:spChg chg="add del mod">
          <ac:chgData name="Yang You" userId="81ee67ff-e6ba-436d-99fd-0a8de86a4bf9" providerId="ADAL" clId="{ECE8191B-FCDA-47B3-ABAC-3E8255FF6FCF}" dt="2026-07-05T02:02:15.165" v="1896" actId="478"/>
          <ac:spMkLst>
            <pc:docMk/>
            <pc:sldMk cId="2465856507" sldId="16775893"/>
            <ac:spMk id="16" creationId="{F062B2CB-A7ED-DBAF-B4EB-A80364377D45}"/>
          </ac:spMkLst>
        </pc:spChg>
        <pc:spChg chg="add del mod">
          <ac:chgData name="Yang You" userId="81ee67ff-e6ba-436d-99fd-0a8de86a4bf9" providerId="ADAL" clId="{ECE8191B-FCDA-47B3-ABAC-3E8255FF6FCF}" dt="2026-07-06T22:04:47.328" v="3283" actId="478"/>
          <ac:spMkLst>
            <pc:docMk/>
            <pc:sldMk cId="2465856507" sldId="16775893"/>
            <ac:spMk id="18" creationId="{2EA485CA-24B2-E2B8-568A-96A9D3F9E38D}"/>
          </ac:spMkLst>
        </pc:spChg>
        <pc:graphicFrameChg chg="add del mod">
          <ac:chgData name="Yang You" userId="81ee67ff-e6ba-436d-99fd-0a8de86a4bf9" providerId="ADAL" clId="{ECE8191B-FCDA-47B3-ABAC-3E8255FF6FCF}" dt="2026-07-05T01:53:44.710" v="1871" actId="478"/>
          <ac:graphicFrameMkLst>
            <pc:docMk/>
            <pc:sldMk cId="2465856507" sldId="16775893"/>
            <ac:graphicFrameMk id="3" creationId="{9F424BE3-D9CD-4A5D-85CD-B8C58770A982}"/>
          </ac:graphicFrameMkLst>
        </pc:graphicFrameChg>
        <pc:graphicFrameChg chg="add del mod modGraphic">
          <ac:chgData name="Yang You" userId="81ee67ff-e6ba-436d-99fd-0a8de86a4bf9" providerId="ADAL" clId="{ECE8191B-FCDA-47B3-ABAC-3E8255FF6FCF}" dt="2026-07-06T22:04:47.328" v="3283" actId="478"/>
          <ac:graphicFrameMkLst>
            <pc:docMk/>
            <pc:sldMk cId="2465856507" sldId="16775893"/>
            <ac:graphicFrameMk id="6" creationId="{39516B63-2935-8A63-68D0-2DF052AB6E82}"/>
          </ac:graphicFrameMkLst>
        </pc:graphicFrameChg>
        <pc:graphicFrameChg chg="add mod modGraphic">
          <ac:chgData name="Yang You" userId="81ee67ff-e6ba-436d-99fd-0a8de86a4bf9" providerId="ADAL" clId="{ECE8191B-FCDA-47B3-ABAC-3E8255FF6FCF}" dt="2026-07-06T22:07:28.845" v="3345"/>
          <ac:graphicFrameMkLst>
            <pc:docMk/>
            <pc:sldMk cId="2465856507" sldId="16775893"/>
            <ac:graphicFrameMk id="8" creationId="{2764A20B-9DE6-5051-C626-7601672B2885}"/>
          </ac:graphicFrameMkLst>
        </pc:graphicFrameChg>
        <pc:graphicFrameChg chg="add mod modGraphic">
          <ac:chgData name="Yang You" userId="81ee67ff-e6ba-436d-99fd-0a8de86a4bf9" providerId="ADAL" clId="{ECE8191B-FCDA-47B3-ABAC-3E8255FF6FCF}" dt="2026-07-06T22:08:03.036" v="3350" actId="207"/>
          <ac:graphicFrameMkLst>
            <pc:docMk/>
            <pc:sldMk cId="2465856507" sldId="16775893"/>
            <ac:graphicFrameMk id="9" creationId="{57480841-3BAF-BBE1-9C91-19E452EEF843}"/>
          </ac:graphicFrameMkLst>
        </pc:graphicFrameChg>
        <pc:graphicFrameChg chg="add del mod">
          <ac:chgData name="Yang You" userId="81ee67ff-e6ba-436d-99fd-0a8de86a4bf9" providerId="ADAL" clId="{ECE8191B-FCDA-47B3-ABAC-3E8255FF6FCF}" dt="2026-07-05T02:02:15.165" v="1896" actId="478"/>
          <ac:graphicFrameMkLst>
            <pc:docMk/>
            <pc:sldMk cId="2465856507" sldId="16775893"/>
            <ac:graphicFrameMk id="12" creationId="{09A00876-822C-6F68-FD26-51026A04D16D}"/>
          </ac:graphicFrameMkLst>
        </pc:graphicFrameChg>
        <pc:graphicFrameChg chg="add del mod modGraphic">
          <ac:chgData name="Yang You" userId="81ee67ff-e6ba-436d-99fd-0a8de86a4bf9" providerId="ADAL" clId="{ECE8191B-FCDA-47B3-ABAC-3E8255FF6FCF}" dt="2026-07-05T02:02:15.165" v="1896" actId="478"/>
          <ac:graphicFrameMkLst>
            <pc:docMk/>
            <pc:sldMk cId="2465856507" sldId="16775893"/>
            <ac:graphicFrameMk id="13" creationId="{F8716732-856B-0D01-B19F-2133283AA190}"/>
          </ac:graphicFrameMkLst>
        </pc:graphicFrameChg>
        <pc:graphicFrameChg chg="add del mod">
          <ac:chgData name="Yang You" userId="81ee67ff-e6ba-436d-99fd-0a8de86a4bf9" providerId="ADAL" clId="{ECE8191B-FCDA-47B3-ABAC-3E8255FF6FCF}" dt="2026-07-05T02:02:15.165" v="1896" actId="478"/>
          <ac:graphicFrameMkLst>
            <pc:docMk/>
            <pc:sldMk cId="2465856507" sldId="16775893"/>
            <ac:graphicFrameMk id="14" creationId="{43B3FE13-033D-F51F-B298-B390FDDCDD09}"/>
          </ac:graphicFrameMkLst>
        </pc:graphicFrameChg>
        <pc:graphicFrameChg chg="add mod modGraphic">
          <ac:chgData name="Yang You" userId="81ee67ff-e6ba-436d-99fd-0a8de86a4bf9" providerId="ADAL" clId="{ECE8191B-FCDA-47B3-ABAC-3E8255FF6FCF}" dt="2026-07-05T11:44:40.828" v="2880"/>
          <ac:graphicFrameMkLst>
            <pc:docMk/>
            <pc:sldMk cId="2465856507" sldId="16775893"/>
            <ac:graphicFrameMk id="17" creationId="{287582F9-E0A9-54A6-22E1-68849C021C4C}"/>
          </ac:graphicFrameMkLst>
        </pc:graphicFrameChg>
        <pc:graphicFrameChg chg="add del mod modGraphic">
          <ac:chgData name="Yang You" userId="81ee67ff-e6ba-436d-99fd-0a8de86a4bf9" providerId="ADAL" clId="{ECE8191B-FCDA-47B3-ABAC-3E8255FF6FCF}" dt="2026-07-06T22:04:47.328" v="3283" actId="478"/>
          <ac:graphicFrameMkLst>
            <pc:docMk/>
            <pc:sldMk cId="2465856507" sldId="16775893"/>
            <ac:graphicFrameMk id="19" creationId="{F8EA47CF-BECB-5D0F-7A29-32EE43D3D224}"/>
          </ac:graphicFrameMkLst>
        </pc:graphicFrameChg>
        <pc:graphicFrameChg chg="add del mod">
          <ac:chgData name="Yang You" userId="81ee67ff-e6ba-436d-99fd-0a8de86a4bf9" providerId="ADAL" clId="{ECE8191B-FCDA-47B3-ABAC-3E8255FF6FCF}" dt="2026-07-05T02:02:15.165" v="1896" actId="478"/>
          <ac:graphicFrameMkLst>
            <pc:docMk/>
            <pc:sldMk cId="2465856507" sldId="16775893"/>
            <ac:graphicFrameMk id="27" creationId="{2A8409B6-211B-6B6D-F84A-72E4FA7B5F0D}"/>
          </ac:graphicFrameMkLst>
        </pc:graphicFrameChg>
        <pc:graphicFrameChg chg="add del mod modGraphic">
          <ac:chgData name="Yang You" userId="81ee67ff-e6ba-436d-99fd-0a8de86a4bf9" providerId="ADAL" clId="{ECE8191B-FCDA-47B3-ABAC-3E8255FF6FCF}" dt="2026-07-05T02:02:15.165" v="1896" actId="478"/>
          <ac:graphicFrameMkLst>
            <pc:docMk/>
            <pc:sldMk cId="2465856507" sldId="16775893"/>
            <ac:graphicFrameMk id="28" creationId="{42F4DE69-777E-208B-B0B0-4C68F994AF59}"/>
          </ac:graphicFrameMkLst>
        </pc:graphicFrameChg>
      </pc:sldChg>
      <pc:sldChg chg="add mod modShow">
        <pc:chgData name="Yang You" userId="81ee67ff-e6ba-436d-99fd-0a8de86a4bf9" providerId="ADAL" clId="{ECE8191B-FCDA-47B3-ABAC-3E8255FF6FCF}" dt="2026-07-06T22:36:41.345" v="3458" actId="729"/>
        <pc:sldMkLst>
          <pc:docMk/>
          <pc:sldMk cId="1848121534" sldId="16775894"/>
        </pc:sldMkLst>
      </pc:sldChg>
      <pc:sldChg chg="del ord">
        <pc:chgData name="Yang You" userId="81ee67ff-e6ba-436d-99fd-0a8de86a4bf9" providerId="ADAL" clId="{ECE8191B-FCDA-47B3-ABAC-3E8255FF6FCF}" dt="2026-07-05T01:56:14.374" v="1894" actId="2696"/>
        <pc:sldMkLst>
          <pc:docMk/>
          <pc:sldMk cId="4109593722" sldId="16775894"/>
        </pc:sldMkLst>
      </pc:sldChg>
      <pc:sldChg chg="mod ord modShow">
        <pc:chgData name="Yang You" userId="81ee67ff-e6ba-436d-99fd-0a8de86a4bf9" providerId="ADAL" clId="{ECE8191B-FCDA-47B3-ABAC-3E8255FF6FCF}" dt="2026-07-06T22:36:41.345" v="3458" actId="729"/>
        <pc:sldMkLst>
          <pc:docMk/>
          <pc:sldMk cId="3316393843" sldId="16775895"/>
        </pc:sldMkLst>
      </pc:sldChg>
      <pc:sldChg chg="addSp delSp modSp mod ord">
        <pc:chgData name="Yang You" userId="81ee67ff-e6ba-436d-99fd-0a8de86a4bf9" providerId="ADAL" clId="{ECE8191B-FCDA-47B3-ABAC-3E8255FF6FCF}" dt="2026-07-05T01:45:52.793" v="1862" actId="14100"/>
        <pc:sldMkLst>
          <pc:docMk/>
          <pc:sldMk cId="3455982014" sldId="16775896"/>
        </pc:sldMkLst>
        <pc:spChg chg="del mod">
          <ac:chgData name="Yang You" userId="81ee67ff-e6ba-436d-99fd-0a8de86a4bf9" providerId="ADAL" clId="{ECE8191B-FCDA-47B3-ABAC-3E8255FF6FCF}" dt="2026-07-05T01:30:55.017" v="1730" actId="478"/>
          <ac:spMkLst>
            <pc:docMk/>
            <pc:sldMk cId="3455982014" sldId="16775896"/>
            <ac:spMk id="3" creationId="{7795F874-87DB-3D15-438E-DD50386444C4}"/>
          </ac:spMkLst>
        </pc:spChg>
        <pc:spChg chg="add mod">
          <ac:chgData name="Yang You" userId="81ee67ff-e6ba-436d-99fd-0a8de86a4bf9" providerId="ADAL" clId="{ECE8191B-FCDA-47B3-ABAC-3E8255FF6FCF}" dt="2026-07-05T01:33:02.712" v="1805"/>
          <ac:spMkLst>
            <pc:docMk/>
            <pc:sldMk cId="3455982014" sldId="16775896"/>
            <ac:spMk id="4" creationId="{059099D5-3721-5C88-182C-4BBB08870A64}"/>
          </ac:spMkLst>
        </pc:spChg>
        <pc:spChg chg="add mod">
          <ac:chgData name="Yang You" userId="81ee67ff-e6ba-436d-99fd-0a8de86a4bf9" providerId="ADAL" clId="{ECE8191B-FCDA-47B3-ABAC-3E8255FF6FCF}" dt="2026-07-05T01:45:30.989" v="1855" actId="14100"/>
          <ac:spMkLst>
            <pc:docMk/>
            <pc:sldMk cId="3455982014" sldId="16775896"/>
            <ac:spMk id="7" creationId="{5E723D9A-53AB-F09F-96BF-C37AA74969D4}"/>
          </ac:spMkLst>
        </pc:spChg>
        <pc:spChg chg="del mod">
          <ac:chgData name="Yang You" userId="81ee67ff-e6ba-436d-99fd-0a8de86a4bf9" providerId="ADAL" clId="{ECE8191B-FCDA-47B3-ABAC-3E8255FF6FCF}" dt="2026-07-05T01:30:22.047" v="1725" actId="478"/>
          <ac:spMkLst>
            <pc:docMk/>
            <pc:sldMk cId="3455982014" sldId="16775896"/>
            <ac:spMk id="8" creationId="{9A7ED06E-66E9-7B26-FF34-00ADA62AAE90}"/>
          </ac:spMkLst>
        </pc:spChg>
        <pc:spChg chg="add mod">
          <ac:chgData name="Yang You" userId="81ee67ff-e6ba-436d-99fd-0a8de86a4bf9" providerId="ADAL" clId="{ECE8191B-FCDA-47B3-ABAC-3E8255FF6FCF}" dt="2026-07-05T01:45:44.713" v="1860" actId="14100"/>
          <ac:spMkLst>
            <pc:docMk/>
            <pc:sldMk cId="3455982014" sldId="16775896"/>
            <ac:spMk id="9" creationId="{67412308-169D-66FF-FE0E-570CCF208DDF}"/>
          </ac:spMkLst>
        </pc:spChg>
        <pc:spChg chg="add del mod topLvl">
          <ac:chgData name="Yang You" userId="81ee67ff-e6ba-436d-99fd-0a8de86a4bf9" providerId="ADAL" clId="{ECE8191B-FCDA-47B3-ABAC-3E8255FF6FCF}" dt="2026-07-05T01:45:18.560" v="1852" actId="1076"/>
          <ac:spMkLst>
            <pc:docMk/>
            <pc:sldMk cId="3455982014" sldId="16775896"/>
            <ac:spMk id="10" creationId="{D96CCA39-51C8-4ABB-8541-BE3170A0E4C4}"/>
          </ac:spMkLst>
        </pc:spChg>
        <pc:spChg chg="del">
          <ac:chgData name="Yang You" userId="81ee67ff-e6ba-436d-99fd-0a8de86a4bf9" providerId="ADAL" clId="{ECE8191B-FCDA-47B3-ABAC-3E8255FF6FCF}" dt="2026-07-05T01:19:12.503" v="1710" actId="478"/>
          <ac:spMkLst>
            <pc:docMk/>
            <pc:sldMk cId="3455982014" sldId="16775896"/>
            <ac:spMk id="19" creationId="{58B94884-2F34-CCF4-7FE8-3A2EC8E0F987}"/>
          </ac:spMkLst>
        </pc:spChg>
        <pc:spChg chg="del">
          <ac:chgData name="Yang You" userId="81ee67ff-e6ba-436d-99fd-0a8de86a4bf9" providerId="ADAL" clId="{ECE8191B-FCDA-47B3-ABAC-3E8255FF6FCF}" dt="2026-07-05T01:19:12.503" v="1710" actId="478"/>
          <ac:spMkLst>
            <pc:docMk/>
            <pc:sldMk cId="3455982014" sldId="16775896"/>
            <ac:spMk id="21" creationId="{70DE8381-B2CD-A55C-BD4C-CA2F5845C0F8}"/>
          </ac:spMkLst>
        </pc:spChg>
        <pc:spChg chg="mod">
          <ac:chgData name="Yang You" userId="81ee67ff-e6ba-436d-99fd-0a8de86a4bf9" providerId="ADAL" clId="{ECE8191B-FCDA-47B3-ABAC-3E8255FF6FCF}" dt="2026-07-05T01:30:42.226" v="1726"/>
          <ac:spMkLst>
            <pc:docMk/>
            <pc:sldMk cId="3455982014" sldId="16775896"/>
            <ac:spMk id="23" creationId="{8A28E1DE-1A92-DA2B-E921-6709E7200A60}"/>
          </ac:spMkLst>
        </pc:spChg>
        <pc:spChg chg="del">
          <ac:chgData name="Yang You" userId="81ee67ff-e6ba-436d-99fd-0a8de86a4bf9" providerId="ADAL" clId="{ECE8191B-FCDA-47B3-ABAC-3E8255FF6FCF}" dt="2026-07-05T01:19:12.503" v="1710" actId="478"/>
          <ac:spMkLst>
            <pc:docMk/>
            <pc:sldMk cId="3455982014" sldId="16775896"/>
            <ac:spMk id="25" creationId="{BF9474F1-6B99-9DB4-3B57-900D5E1CB8CB}"/>
          </ac:spMkLst>
        </pc:spChg>
        <pc:spChg chg="mod">
          <ac:chgData name="Yang You" userId="81ee67ff-e6ba-436d-99fd-0a8de86a4bf9" providerId="ADAL" clId="{ECE8191B-FCDA-47B3-ABAC-3E8255FF6FCF}" dt="2026-07-05T01:30:42.226" v="1726"/>
          <ac:spMkLst>
            <pc:docMk/>
            <pc:sldMk cId="3455982014" sldId="16775896"/>
            <ac:spMk id="26" creationId="{C71742B7-79A0-3414-F218-524691E60A98}"/>
          </ac:spMkLst>
        </pc:spChg>
        <pc:spChg chg="del">
          <ac:chgData name="Yang You" userId="81ee67ff-e6ba-436d-99fd-0a8de86a4bf9" providerId="ADAL" clId="{ECE8191B-FCDA-47B3-ABAC-3E8255FF6FCF}" dt="2026-07-05T01:19:12.503" v="1710" actId="478"/>
          <ac:spMkLst>
            <pc:docMk/>
            <pc:sldMk cId="3455982014" sldId="16775896"/>
            <ac:spMk id="27" creationId="{74151BE4-A65E-928D-7407-C36575B6D615}"/>
          </ac:spMkLst>
        </pc:spChg>
        <pc:spChg chg="del">
          <ac:chgData name="Yang You" userId="81ee67ff-e6ba-436d-99fd-0a8de86a4bf9" providerId="ADAL" clId="{ECE8191B-FCDA-47B3-ABAC-3E8255FF6FCF}" dt="2026-07-05T01:19:12.503" v="1710" actId="478"/>
          <ac:spMkLst>
            <pc:docMk/>
            <pc:sldMk cId="3455982014" sldId="16775896"/>
            <ac:spMk id="28" creationId="{1F4C92A5-9CB7-178B-6C34-2BFE148AF74B}"/>
          </ac:spMkLst>
        </pc:spChg>
        <pc:spChg chg="del">
          <ac:chgData name="Yang You" userId="81ee67ff-e6ba-436d-99fd-0a8de86a4bf9" providerId="ADAL" clId="{ECE8191B-FCDA-47B3-ABAC-3E8255FF6FCF}" dt="2026-07-05T01:19:12.503" v="1710" actId="478"/>
          <ac:spMkLst>
            <pc:docMk/>
            <pc:sldMk cId="3455982014" sldId="16775896"/>
            <ac:spMk id="29" creationId="{5C1934B6-85B5-46B0-3FDE-AD54D8A2BF1C}"/>
          </ac:spMkLst>
        </pc:spChg>
        <pc:spChg chg="del">
          <ac:chgData name="Yang You" userId="81ee67ff-e6ba-436d-99fd-0a8de86a4bf9" providerId="ADAL" clId="{ECE8191B-FCDA-47B3-ABAC-3E8255FF6FCF}" dt="2026-07-05T01:19:12.503" v="1710" actId="478"/>
          <ac:spMkLst>
            <pc:docMk/>
            <pc:sldMk cId="3455982014" sldId="16775896"/>
            <ac:spMk id="30" creationId="{C0F648FC-B3BF-B17C-DB0D-808A98D54AA3}"/>
          </ac:spMkLst>
        </pc:spChg>
        <pc:spChg chg="add mod">
          <ac:chgData name="Yang You" userId="81ee67ff-e6ba-436d-99fd-0a8de86a4bf9" providerId="ADAL" clId="{ECE8191B-FCDA-47B3-ABAC-3E8255FF6FCF}" dt="2026-07-05T01:45:38.016" v="1858" actId="14100"/>
          <ac:spMkLst>
            <pc:docMk/>
            <pc:sldMk cId="3455982014" sldId="16775896"/>
            <ac:spMk id="31" creationId="{F6D090D4-BD79-DA52-B6FE-700B2CEE3C3B}"/>
          </ac:spMkLst>
        </pc:spChg>
        <pc:grpChg chg="add del mod">
          <ac:chgData name="Yang You" userId="81ee67ff-e6ba-436d-99fd-0a8de86a4bf9" providerId="ADAL" clId="{ECE8191B-FCDA-47B3-ABAC-3E8255FF6FCF}" dt="2026-07-05T01:34:17.883" v="1813" actId="165"/>
          <ac:grpSpMkLst>
            <pc:docMk/>
            <pc:sldMk cId="3455982014" sldId="16775896"/>
            <ac:grpSpMk id="6" creationId="{924B4EA6-13A3-C0EE-4DC1-6EC50F83B2CA}"/>
          </ac:grpSpMkLst>
        </pc:grpChg>
        <pc:grpChg chg="add del mod">
          <ac:chgData name="Yang You" userId="81ee67ff-e6ba-436d-99fd-0a8de86a4bf9" providerId="ADAL" clId="{ECE8191B-FCDA-47B3-ABAC-3E8255FF6FCF}" dt="2026-07-05T01:45:07.816" v="1848" actId="478"/>
          <ac:grpSpMkLst>
            <pc:docMk/>
            <pc:sldMk cId="3455982014" sldId="16775896"/>
            <ac:grpSpMk id="11" creationId="{D8221A34-AC59-2046-7C96-200E26F70105}"/>
          </ac:grpSpMkLst>
        </pc:grpChg>
        <pc:graphicFrameChg chg="del">
          <ac:chgData name="Yang You" userId="81ee67ff-e6ba-436d-99fd-0a8de86a4bf9" providerId="ADAL" clId="{ECE8191B-FCDA-47B3-ABAC-3E8255FF6FCF}" dt="2026-07-05T01:19:12.503" v="1710" actId="478"/>
          <ac:graphicFrameMkLst>
            <pc:docMk/>
            <pc:sldMk cId="3455982014" sldId="16775896"/>
            <ac:graphicFrameMk id="17" creationId="{B56886EB-7445-9D01-1FB1-F7A563DA5112}"/>
          </ac:graphicFrameMkLst>
        </pc:graphicFrameChg>
        <pc:graphicFrameChg chg="del">
          <ac:chgData name="Yang You" userId="81ee67ff-e6ba-436d-99fd-0a8de86a4bf9" providerId="ADAL" clId="{ECE8191B-FCDA-47B3-ABAC-3E8255FF6FCF}" dt="2026-07-05T01:19:12.503" v="1710" actId="478"/>
          <ac:graphicFrameMkLst>
            <pc:docMk/>
            <pc:sldMk cId="3455982014" sldId="16775896"/>
            <ac:graphicFrameMk id="24" creationId="{94ACAC99-A0C7-6AC7-BF59-E59FB44347C9}"/>
          </ac:graphicFrameMkLst>
        </pc:graphicFrameChg>
        <pc:picChg chg="mod topLvl">
          <ac:chgData name="Yang You" userId="81ee67ff-e6ba-436d-99fd-0a8de86a4bf9" providerId="ADAL" clId="{ECE8191B-FCDA-47B3-ABAC-3E8255FF6FCF}" dt="2026-07-05T01:45:16.348" v="1851" actId="14100"/>
          <ac:picMkLst>
            <pc:docMk/>
            <pc:sldMk cId="3455982014" sldId="16775896"/>
            <ac:picMk id="5" creationId="{26F3616B-387A-C695-0E01-A1E500D57EA0}"/>
          </ac:picMkLst>
        </pc:picChg>
        <pc:picChg chg="add mod">
          <ac:chgData name="Yang You" userId="81ee67ff-e6ba-436d-99fd-0a8de86a4bf9" providerId="ADAL" clId="{ECE8191B-FCDA-47B3-ABAC-3E8255FF6FCF}" dt="2026-07-05T01:45:52.793" v="1862" actId="14100"/>
          <ac:picMkLst>
            <pc:docMk/>
            <pc:sldMk cId="3455982014" sldId="16775896"/>
            <ac:picMk id="32" creationId="{8E84EF9C-21A3-5F49-0BA8-8513F3BEFE17}"/>
          </ac:picMkLst>
        </pc:picChg>
        <pc:cxnChg chg="mod">
          <ac:chgData name="Yang You" userId="81ee67ff-e6ba-436d-99fd-0a8de86a4bf9" providerId="ADAL" clId="{ECE8191B-FCDA-47B3-ABAC-3E8255FF6FCF}" dt="2026-07-05T01:30:42.226" v="1726"/>
          <ac:cxnSpMkLst>
            <pc:docMk/>
            <pc:sldMk cId="3455982014" sldId="16775896"/>
            <ac:cxnSpMk id="12" creationId="{F8ABD748-8178-7915-5E02-BCE7A92D9F6A}"/>
          </ac:cxnSpMkLst>
        </pc:cxnChg>
        <pc:cxnChg chg="mod">
          <ac:chgData name="Yang You" userId="81ee67ff-e6ba-436d-99fd-0a8de86a4bf9" providerId="ADAL" clId="{ECE8191B-FCDA-47B3-ABAC-3E8255FF6FCF}" dt="2026-07-05T01:30:42.226" v="1726"/>
          <ac:cxnSpMkLst>
            <pc:docMk/>
            <pc:sldMk cId="3455982014" sldId="16775896"/>
            <ac:cxnSpMk id="13" creationId="{C1E9EAE4-3365-7809-7F42-EC9C9E613F49}"/>
          </ac:cxnSpMkLst>
        </pc:cxnChg>
        <pc:cxnChg chg="mod">
          <ac:chgData name="Yang You" userId="81ee67ff-e6ba-436d-99fd-0a8de86a4bf9" providerId="ADAL" clId="{ECE8191B-FCDA-47B3-ABAC-3E8255FF6FCF}" dt="2026-07-05T01:30:42.226" v="1726"/>
          <ac:cxnSpMkLst>
            <pc:docMk/>
            <pc:sldMk cId="3455982014" sldId="16775896"/>
            <ac:cxnSpMk id="14" creationId="{7DEDCAB6-8023-92BC-8537-B78896B4C71E}"/>
          </ac:cxnSpMkLst>
        </pc:cxnChg>
        <pc:cxnChg chg="mod">
          <ac:chgData name="Yang You" userId="81ee67ff-e6ba-436d-99fd-0a8de86a4bf9" providerId="ADAL" clId="{ECE8191B-FCDA-47B3-ABAC-3E8255FF6FCF}" dt="2026-07-05T01:30:42.226" v="1726"/>
          <ac:cxnSpMkLst>
            <pc:docMk/>
            <pc:sldMk cId="3455982014" sldId="16775896"/>
            <ac:cxnSpMk id="20" creationId="{98EE28DF-8197-62C1-92F6-E35E2FE17062}"/>
          </ac:cxnSpMkLst>
        </pc:cxnChg>
        <pc:cxnChg chg="mod">
          <ac:chgData name="Yang You" userId="81ee67ff-e6ba-436d-99fd-0a8de86a4bf9" providerId="ADAL" clId="{ECE8191B-FCDA-47B3-ABAC-3E8255FF6FCF}" dt="2026-07-05T01:30:42.226" v="1726"/>
          <ac:cxnSpMkLst>
            <pc:docMk/>
            <pc:sldMk cId="3455982014" sldId="16775896"/>
            <ac:cxnSpMk id="22" creationId="{82E89D20-9206-19DE-EB47-183459DCA4C6}"/>
          </ac:cxnSpMkLst>
        </pc:cxnChg>
      </pc:sldChg>
      <pc:sldChg chg="modSp del mod ord">
        <pc:chgData name="Yang You" userId="81ee67ff-e6ba-436d-99fd-0a8de86a4bf9" providerId="ADAL" clId="{ECE8191B-FCDA-47B3-ABAC-3E8255FF6FCF}" dt="2026-07-05T03:15:54.787" v="2251" actId="47"/>
        <pc:sldMkLst>
          <pc:docMk/>
          <pc:sldMk cId="3773771926" sldId="16775897"/>
        </pc:sldMkLst>
      </pc:sldChg>
      <pc:sldChg chg="addSp delSp modSp mod ord modShow">
        <pc:chgData name="Yang You" userId="81ee67ff-e6ba-436d-99fd-0a8de86a4bf9" providerId="ADAL" clId="{ECE8191B-FCDA-47B3-ABAC-3E8255FF6FCF}" dt="2026-07-06T22:36:41.345" v="3458" actId="729"/>
        <pc:sldMkLst>
          <pc:docMk/>
          <pc:sldMk cId="1026743286" sldId="16775908"/>
        </pc:sldMkLst>
        <pc:spChg chg="add del">
          <ac:chgData name="Yang You" userId="81ee67ff-e6ba-436d-99fd-0a8de86a4bf9" providerId="ADAL" clId="{ECE8191B-FCDA-47B3-ABAC-3E8255FF6FCF}" dt="2026-07-03T03:41:59.117" v="451" actId="478"/>
          <ac:spMkLst>
            <pc:docMk/>
            <pc:sldMk cId="1026743286" sldId="16775908"/>
            <ac:spMk id="2" creationId="{878CA66E-0A11-E5E5-D394-2AA569F27A06}"/>
          </ac:spMkLst>
        </pc:spChg>
        <pc:spChg chg="add mod">
          <ac:chgData name="Yang You" userId="81ee67ff-e6ba-436d-99fd-0a8de86a4bf9" providerId="ADAL" clId="{ECE8191B-FCDA-47B3-ABAC-3E8255FF6FCF}" dt="2026-07-03T03:42:07.677" v="453"/>
          <ac:spMkLst>
            <pc:docMk/>
            <pc:sldMk cId="1026743286" sldId="16775908"/>
            <ac:spMk id="4" creationId="{31F0D7A8-AECA-95ED-20FE-E22A07340E18}"/>
          </ac:spMkLst>
        </pc:spChg>
        <pc:graphicFrameChg chg="mod modGraphic">
          <ac:chgData name="Yang You" userId="81ee67ff-e6ba-436d-99fd-0a8de86a4bf9" providerId="ADAL" clId="{ECE8191B-FCDA-47B3-ABAC-3E8255FF6FCF}" dt="2026-07-03T03:41:42.921" v="448"/>
          <ac:graphicFrameMkLst>
            <pc:docMk/>
            <pc:sldMk cId="1026743286" sldId="16775908"/>
            <ac:graphicFrameMk id="13" creationId="{A599C7DE-2CE8-84C8-2FE2-EBB74B925AA6}"/>
          </ac:graphicFrameMkLst>
        </pc:graphicFrameChg>
        <pc:picChg chg="add mod">
          <ac:chgData name="Yang You" userId="81ee67ff-e6ba-436d-99fd-0a8de86a4bf9" providerId="ADAL" clId="{ECE8191B-FCDA-47B3-ABAC-3E8255FF6FCF}" dt="2026-07-03T03:41:46.180" v="449" actId="14100"/>
          <ac:picMkLst>
            <pc:docMk/>
            <pc:sldMk cId="1026743286" sldId="16775908"/>
            <ac:picMk id="3" creationId="{138A3C30-AA25-128A-E2B1-E0833DED9962}"/>
          </ac:picMkLst>
        </pc:picChg>
      </pc:sldChg>
      <pc:sldChg chg="delSp modSp del mod">
        <pc:chgData name="Yang You" userId="81ee67ff-e6ba-436d-99fd-0a8de86a4bf9" providerId="ADAL" clId="{ECE8191B-FCDA-47B3-ABAC-3E8255FF6FCF}" dt="2026-07-03T03:42:13.631" v="454" actId="47"/>
        <pc:sldMkLst>
          <pc:docMk/>
          <pc:sldMk cId="102939010" sldId="16775909"/>
        </pc:sldMkLst>
      </pc:sldChg>
      <pc:sldChg chg="addSp delSp modSp add del mod ord">
        <pc:chgData name="Yang You" userId="81ee67ff-e6ba-436d-99fd-0a8de86a4bf9" providerId="ADAL" clId="{ECE8191B-FCDA-47B3-ABAC-3E8255FF6FCF}" dt="2026-07-03T08:46:57.543" v="784" actId="47"/>
        <pc:sldMkLst>
          <pc:docMk/>
          <pc:sldMk cId="555896472" sldId="16775909"/>
        </pc:sldMkLst>
      </pc:sldChg>
      <pc:sldChg chg="addSp delSp modSp add del mod">
        <pc:chgData name="Yang You" userId="81ee67ff-e6ba-436d-99fd-0a8de86a4bf9" providerId="ADAL" clId="{ECE8191B-FCDA-47B3-ABAC-3E8255FF6FCF}" dt="2026-07-06T03:30:11.057" v="2919" actId="2696"/>
        <pc:sldMkLst>
          <pc:docMk/>
          <pc:sldMk cId="809623702" sldId="16775910"/>
        </pc:sldMkLst>
      </pc:sldChg>
      <pc:sldChg chg="addSp delSp modSp add mod">
        <pc:chgData name="Yang You" userId="81ee67ff-e6ba-436d-99fd-0a8de86a4bf9" providerId="ADAL" clId="{ECE8191B-FCDA-47B3-ABAC-3E8255FF6FCF}" dt="2026-07-05T01:53:17.763" v="1868" actId="14100"/>
        <pc:sldMkLst>
          <pc:docMk/>
          <pc:sldMk cId="2369705721" sldId="16775911"/>
        </pc:sldMkLst>
        <pc:spChg chg="mod">
          <ac:chgData name="Yang You" userId="81ee67ff-e6ba-436d-99fd-0a8de86a4bf9" providerId="ADAL" clId="{ECE8191B-FCDA-47B3-ABAC-3E8255FF6FCF}" dt="2026-07-05T01:53:17.763" v="1868" actId="14100"/>
          <ac:spMkLst>
            <pc:docMk/>
            <pc:sldMk cId="2369705721" sldId="16775911"/>
            <ac:spMk id="4" creationId="{88B44367-8360-B1E2-DC8D-71AD98452803}"/>
          </ac:spMkLst>
        </pc:spChg>
        <pc:spChg chg="add mod">
          <ac:chgData name="Yang You" userId="81ee67ff-e6ba-436d-99fd-0a8de86a4bf9" providerId="ADAL" clId="{ECE8191B-FCDA-47B3-ABAC-3E8255FF6FCF}" dt="2026-07-05T01:12:15.834" v="1708" actId="20577"/>
          <ac:spMkLst>
            <pc:docMk/>
            <pc:sldMk cId="2369705721" sldId="16775911"/>
            <ac:spMk id="5" creationId="{1BA7235A-148F-EC15-A936-D58DDC6BBDF3}"/>
          </ac:spMkLst>
        </pc:spChg>
        <pc:spChg chg="add mod">
          <ac:chgData name="Yang You" userId="81ee67ff-e6ba-436d-99fd-0a8de86a4bf9" providerId="ADAL" clId="{ECE8191B-FCDA-47B3-ABAC-3E8255FF6FCF}" dt="2026-07-05T01:11:57.513" v="1706" actId="14100"/>
          <ac:spMkLst>
            <pc:docMk/>
            <pc:sldMk cId="2369705721" sldId="16775911"/>
            <ac:spMk id="6" creationId="{73BF5F61-7F86-3F34-8A54-A27538667624}"/>
          </ac:spMkLst>
        </pc:spChg>
        <pc:spChg chg="add del mod">
          <ac:chgData name="Yang You" userId="81ee67ff-e6ba-436d-99fd-0a8de86a4bf9" providerId="ADAL" clId="{ECE8191B-FCDA-47B3-ABAC-3E8255FF6FCF}" dt="2026-07-05T01:11:51.275" v="1704" actId="478"/>
          <ac:spMkLst>
            <pc:docMk/>
            <pc:sldMk cId="2369705721" sldId="16775911"/>
            <ac:spMk id="7" creationId="{EEF1C7CA-0998-7248-CF88-791DBF9F54A0}"/>
          </ac:spMkLst>
        </pc:spChg>
        <pc:spChg chg="add mod">
          <ac:chgData name="Yang You" userId="81ee67ff-e6ba-436d-99fd-0a8de86a4bf9" providerId="ADAL" clId="{ECE8191B-FCDA-47B3-ABAC-3E8255FF6FCF}" dt="2026-07-05T01:12:21.192" v="1709" actId="120"/>
          <ac:spMkLst>
            <pc:docMk/>
            <pc:sldMk cId="2369705721" sldId="16775911"/>
            <ac:spMk id="9" creationId="{6682E25A-620D-B25C-5A01-8EEBC0A41793}"/>
          </ac:spMkLst>
        </pc:spChg>
        <pc:spChg chg="add mod">
          <ac:chgData name="Yang You" userId="81ee67ff-e6ba-436d-99fd-0a8de86a4bf9" providerId="ADAL" clId="{ECE8191B-FCDA-47B3-ABAC-3E8255FF6FCF}" dt="2026-07-05T00:52:42.153" v="1444" actId="20577"/>
          <ac:spMkLst>
            <pc:docMk/>
            <pc:sldMk cId="2369705721" sldId="16775911"/>
            <ac:spMk id="11" creationId="{00FDEA13-5269-36BB-C8B5-A43474C83EF1}"/>
          </ac:spMkLst>
        </pc:spChg>
        <pc:spChg chg="add mod">
          <ac:chgData name="Yang You" userId="81ee67ff-e6ba-436d-99fd-0a8de86a4bf9" providerId="ADAL" clId="{ECE8191B-FCDA-47B3-ABAC-3E8255FF6FCF}" dt="2026-07-04T15:38:34.046" v="1436" actId="20577"/>
          <ac:spMkLst>
            <pc:docMk/>
            <pc:sldMk cId="2369705721" sldId="16775911"/>
            <ac:spMk id="14" creationId="{70513FE5-9084-CF4E-9DBD-0A3E70EC573F}"/>
          </ac:spMkLst>
        </pc:spChg>
      </pc:sldChg>
      <pc:sldChg chg="delSp modSp add del mod ord">
        <pc:chgData name="Yang You" userId="81ee67ff-e6ba-436d-99fd-0a8de86a4bf9" providerId="ADAL" clId="{ECE8191B-FCDA-47B3-ABAC-3E8255FF6FCF}" dt="2026-07-06T22:36:32.052" v="3457" actId="47"/>
        <pc:sldMkLst>
          <pc:docMk/>
          <pc:sldMk cId="2548487994" sldId="16775912"/>
        </pc:sldMkLst>
        <pc:spChg chg="mod">
          <ac:chgData name="Yang You" userId="81ee67ff-e6ba-436d-99fd-0a8de86a4bf9" providerId="ADAL" clId="{ECE8191B-FCDA-47B3-ABAC-3E8255FF6FCF}" dt="2026-07-03T08:48:05.305" v="805"/>
          <ac:spMkLst>
            <pc:docMk/>
            <pc:sldMk cId="2548487994" sldId="16775912"/>
            <ac:spMk id="6" creationId="{237A3E08-6F0B-B265-5D82-4809CBF1B716}"/>
          </ac:spMkLst>
        </pc:spChg>
      </pc:sldChg>
      <pc:sldChg chg="addSp delSp modSp add del mod">
        <pc:chgData name="Yang You" userId="81ee67ff-e6ba-436d-99fd-0a8de86a4bf9" providerId="ADAL" clId="{ECE8191B-FCDA-47B3-ABAC-3E8255FF6FCF}" dt="2026-07-06T22:09:18.440" v="3352" actId="2696"/>
        <pc:sldMkLst>
          <pc:docMk/>
          <pc:sldMk cId="1816583681" sldId="16775913"/>
        </pc:sldMkLst>
        <pc:spChg chg="add mod">
          <ac:chgData name="Yang You" userId="81ee67ff-e6ba-436d-99fd-0a8de86a4bf9" providerId="ADAL" clId="{ECE8191B-FCDA-47B3-ABAC-3E8255FF6FCF}" dt="2026-07-05T09:19:22.604" v="2507"/>
          <ac:spMkLst>
            <pc:docMk/>
            <pc:sldMk cId="1816583681" sldId="16775913"/>
            <ac:spMk id="3" creationId="{2DEB96D7-54BF-2E4C-F260-A5524C070469}"/>
          </ac:spMkLst>
        </pc:spChg>
        <pc:spChg chg="add mod">
          <ac:chgData name="Yang You" userId="81ee67ff-e6ba-436d-99fd-0a8de86a4bf9" providerId="ADAL" clId="{ECE8191B-FCDA-47B3-ABAC-3E8255FF6FCF}" dt="2026-07-05T09:21:22.214" v="2593" actId="20577"/>
          <ac:spMkLst>
            <pc:docMk/>
            <pc:sldMk cId="1816583681" sldId="16775913"/>
            <ac:spMk id="4" creationId="{C2213748-7F7F-92B8-2C90-BEFFC4BED353}"/>
          </ac:spMkLst>
        </pc:spChg>
        <pc:spChg chg="add mod">
          <ac:chgData name="Yang You" userId="81ee67ff-e6ba-436d-99fd-0a8de86a4bf9" providerId="ADAL" clId="{ECE8191B-FCDA-47B3-ABAC-3E8255FF6FCF}" dt="2026-07-06T00:40:30.617" v="2903" actId="1037"/>
          <ac:spMkLst>
            <pc:docMk/>
            <pc:sldMk cId="1816583681" sldId="16775913"/>
            <ac:spMk id="5" creationId="{D4A279BF-10BD-E8F8-4DF4-18853BDEA87C}"/>
          </ac:spMkLst>
        </pc:spChg>
        <pc:spChg chg="add del mod">
          <ac:chgData name="Yang You" userId="81ee67ff-e6ba-436d-99fd-0a8de86a4bf9" providerId="ADAL" clId="{ECE8191B-FCDA-47B3-ABAC-3E8255FF6FCF}" dt="2026-07-05T09:09:13.388" v="2261" actId="478"/>
          <ac:spMkLst>
            <pc:docMk/>
            <pc:sldMk cId="1816583681" sldId="16775913"/>
            <ac:spMk id="6" creationId="{094D86AD-912A-F38B-5247-07A0E013F814}"/>
          </ac:spMkLst>
        </pc:spChg>
        <pc:spChg chg="add mod">
          <ac:chgData name="Yang You" userId="81ee67ff-e6ba-436d-99fd-0a8de86a4bf9" providerId="ADAL" clId="{ECE8191B-FCDA-47B3-ABAC-3E8255FF6FCF}" dt="2026-07-06T00:40:30.617" v="2903" actId="1037"/>
          <ac:spMkLst>
            <pc:docMk/>
            <pc:sldMk cId="1816583681" sldId="16775913"/>
            <ac:spMk id="7" creationId="{38D9D88B-A012-AB17-6FD2-3CB30BC84CEA}"/>
          </ac:spMkLst>
        </pc:spChg>
        <pc:spChg chg="add mod">
          <ac:chgData name="Yang You" userId="81ee67ff-e6ba-436d-99fd-0a8de86a4bf9" providerId="ADAL" clId="{ECE8191B-FCDA-47B3-ABAC-3E8255FF6FCF}" dt="2026-07-06T00:40:30.617" v="2903" actId="1037"/>
          <ac:spMkLst>
            <pc:docMk/>
            <pc:sldMk cId="1816583681" sldId="16775913"/>
            <ac:spMk id="9" creationId="{0156FAA0-9BE3-B529-9255-63417D3A5010}"/>
          </ac:spMkLst>
        </pc:spChg>
        <pc:spChg chg="add mod">
          <ac:chgData name="Yang You" userId="81ee67ff-e6ba-436d-99fd-0a8de86a4bf9" providerId="ADAL" clId="{ECE8191B-FCDA-47B3-ABAC-3E8255FF6FCF}" dt="2026-07-06T00:40:30.617" v="2903" actId="1037"/>
          <ac:spMkLst>
            <pc:docMk/>
            <pc:sldMk cId="1816583681" sldId="16775913"/>
            <ac:spMk id="10" creationId="{87BA0CB5-9790-9708-DFAF-A6ABF101C4ED}"/>
          </ac:spMkLst>
        </pc:spChg>
        <pc:spChg chg="add mod">
          <ac:chgData name="Yang You" userId="81ee67ff-e6ba-436d-99fd-0a8de86a4bf9" providerId="ADAL" clId="{ECE8191B-FCDA-47B3-ABAC-3E8255FF6FCF}" dt="2026-07-06T00:40:37.918" v="2905" actId="14100"/>
          <ac:spMkLst>
            <pc:docMk/>
            <pc:sldMk cId="1816583681" sldId="16775913"/>
            <ac:spMk id="11" creationId="{C911D991-1033-C450-ECDD-F7549A9EA389}"/>
          </ac:spMkLst>
        </pc:spChg>
        <pc:spChg chg="add del mod">
          <ac:chgData name="Yang You" userId="81ee67ff-e6ba-436d-99fd-0a8de86a4bf9" providerId="ADAL" clId="{ECE8191B-FCDA-47B3-ABAC-3E8255FF6FCF}" dt="2026-07-05T09:09:13.388" v="2261" actId="478"/>
          <ac:spMkLst>
            <pc:docMk/>
            <pc:sldMk cId="1816583681" sldId="16775913"/>
            <ac:spMk id="19" creationId="{2B19719C-1C7D-036D-F3C1-4EA1D258354D}"/>
          </ac:spMkLst>
        </pc:spChg>
        <pc:spChg chg="add del mod">
          <ac:chgData name="Yang You" userId="81ee67ff-e6ba-436d-99fd-0a8de86a4bf9" providerId="ADAL" clId="{ECE8191B-FCDA-47B3-ABAC-3E8255FF6FCF}" dt="2026-07-05T09:09:13.388" v="2261" actId="478"/>
          <ac:spMkLst>
            <pc:docMk/>
            <pc:sldMk cId="1816583681" sldId="16775913"/>
            <ac:spMk id="21" creationId="{BE40389C-AEF4-1BC5-00DC-45DAF01A2C04}"/>
          </ac:spMkLst>
        </pc:spChg>
        <pc:spChg chg="add del mod">
          <ac:chgData name="Yang You" userId="81ee67ff-e6ba-436d-99fd-0a8de86a4bf9" providerId="ADAL" clId="{ECE8191B-FCDA-47B3-ABAC-3E8255FF6FCF}" dt="2026-07-05T09:09:13.388" v="2261" actId="478"/>
          <ac:spMkLst>
            <pc:docMk/>
            <pc:sldMk cId="1816583681" sldId="16775913"/>
            <ac:spMk id="22" creationId="{CC466D57-FB62-8C4F-99EF-35EDC66463C5}"/>
          </ac:spMkLst>
        </pc:spChg>
        <pc:spChg chg="add del mod">
          <ac:chgData name="Yang You" userId="81ee67ff-e6ba-436d-99fd-0a8de86a4bf9" providerId="ADAL" clId="{ECE8191B-FCDA-47B3-ABAC-3E8255FF6FCF}" dt="2026-07-05T09:09:13.388" v="2261" actId="478"/>
          <ac:spMkLst>
            <pc:docMk/>
            <pc:sldMk cId="1816583681" sldId="16775913"/>
            <ac:spMk id="23" creationId="{0C1FCFF2-4B7A-DCBD-9781-0B7A2CE96D1C}"/>
          </ac:spMkLst>
        </pc:spChg>
      </pc:sldChg>
      <pc:sldChg chg="add mod modShow">
        <pc:chgData name="Yang You" userId="81ee67ff-e6ba-436d-99fd-0a8de86a4bf9" providerId="ADAL" clId="{ECE8191B-FCDA-47B3-ABAC-3E8255FF6FCF}" dt="2026-07-06T22:36:41.345" v="3458" actId="729"/>
        <pc:sldMkLst>
          <pc:docMk/>
          <pc:sldMk cId="3732493218" sldId="16775913"/>
        </pc:sldMkLst>
      </pc:sldChg>
      <pc:sldChg chg="addSp delSp modSp add mod ord">
        <pc:chgData name="Yang You" userId="81ee67ff-e6ba-436d-99fd-0a8de86a4bf9" providerId="ADAL" clId="{ECE8191B-FCDA-47B3-ABAC-3E8255FF6FCF}" dt="2026-07-06T22:20:53.819" v="3453" actId="1076"/>
        <pc:sldMkLst>
          <pc:docMk/>
          <pc:sldMk cId="3248743624" sldId="16775914"/>
        </pc:sldMkLst>
        <pc:spChg chg="add mod">
          <ac:chgData name="Yang You" userId="81ee67ff-e6ba-436d-99fd-0a8de86a4bf9" providerId="ADAL" clId="{ECE8191B-FCDA-47B3-ABAC-3E8255FF6FCF}" dt="2026-07-06T22:20:53.819" v="3453" actId="1076"/>
          <ac:spMkLst>
            <pc:docMk/>
            <pc:sldMk cId="3248743624" sldId="16775914"/>
            <ac:spMk id="3" creationId="{3B05F9C6-DC91-D63D-3FF9-5EDDEC019572}"/>
          </ac:spMkLst>
        </pc:spChg>
        <pc:spChg chg="add mod">
          <ac:chgData name="Yang You" userId="81ee67ff-e6ba-436d-99fd-0a8de86a4bf9" providerId="ADAL" clId="{ECE8191B-FCDA-47B3-ABAC-3E8255FF6FCF}" dt="2026-07-06T22:20:53.819" v="3453" actId="1076"/>
          <ac:spMkLst>
            <pc:docMk/>
            <pc:sldMk cId="3248743624" sldId="16775914"/>
            <ac:spMk id="4" creationId="{C67CCDA2-D804-2CB0-754C-A44DB6417932}"/>
          </ac:spMkLst>
        </pc:spChg>
        <pc:spChg chg="add mod">
          <ac:chgData name="Yang You" userId="81ee67ff-e6ba-436d-99fd-0a8de86a4bf9" providerId="ADAL" clId="{ECE8191B-FCDA-47B3-ABAC-3E8255FF6FCF}" dt="2026-07-06T22:20:53.819" v="3453" actId="1076"/>
          <ac:spMkLst>
            <pc:docMk/>
            <pc:sldMk cId="3248743624" sldId="16775914"/>
            <ac:spMk id="5" creationId="{468AE005-9370-7C59-109B-CD88AA145DEC}"/>
          </ac:spMkLst>
        </pc:spChg>
        <pc:spChg chg="add mod">
          <ac:chgData name="Yang You" userId="81ee67ff-e6ba-436d-99fd-0a8de86a4bf9" providerId="ADAL" clId="{ECE8191B-FCDA-47B3-ABAC-3E8255FF6FCF}" dt="2026-07-06T22:20:53.819" v="3453" actId="1076"/>
          <ac:spMkLst>
            <pc:docMk/>
            <pc:sldMk cId="3248743624" sldId="16775914"/>
            <ac:spMk id="6" creationId="{C9857201-C990-C9EB-5371-1BA9823C0F6A}"/>
          </ac:spMkLst>
        </pc:spChg>
        <pc:spChg chg="add mod">
          <ac:chgData name="Yang You" userId="81ee67ff-e6ba-436d-99fd-0a8de86a4bf9" providerId="ADAL" clId="{ECE8191B-FCDA-47B3-ABAC-3E8255FF6FCF}" dt="2026-07-06T22:20:53.819" v="3453" actId="1076"/>
          <ac:spMkLst>
            <pc:docMk/>
            <pc:sldMk cId="3248743624" sldId="16775914"/>
            <ac:spMk id="7" creationId="{D9B23299-D1B6-738A-EC47-D113BFE677C6}"/>
          </ac:spMkLst>
        </pc:spChg>
        <pc:spChg chg="mod">
          <ac:chgData name="Yang You" userId="81ee67ff-e6ba-436d-99fd-0a8de86a4bf9" providerId="ADAL" clId="{ECE8191B-FCDA-47B3-ABAC-3E8255FF6FCF}" dt="2026-07-03T11:39:54.834" v="1105"/>
          <ac:spMkLst>
            <pc:docMk/>
            <pc:sldMk cId="3248743624" sldId="16775914"/>
            <ac:spMk id="8" creationId="{5AC3DB0C-6341-0B72-8685-90DD394679CE}"/>
          </ac:spMkLst>
        </pc:spChg>
        <pc:spChg chg="add mod">
          <ac:chgData name="Yang You" userId="81ee67ff-e6ba-436d-99fd-0a8de86a4bf9" providerId="ADAL" clId="{ECE8191B-FCDA-47B3-ABAC-3E8255FF6FCF}" dt="2026-07-06T22:20:53.819" v="3453" actId="1076"/>
          <ac:spMkLst>
            <pc:docMk/>
            <pc:sldMk cId="3248743624" sldId="16775914"/>
            <ac:spMk id="9" creationId="{EFEE6246-16ED-3777-FAA0-A8C62C93A687}"/>
          </ac:spMkLst>
        </pc:spChg>
        <pc:spChg chg="add del mod">
          <ac:chgData name="Yang You" userId="81ee67ff-e6ba-436d-99fd-0a8de86a4bf9" providerId="ADAL" clId="{ECE8191B-FCDA-47B3-ABAC-3E8255FF6FCF}" dt="2026-07-06T22:18:04.097" v="3376" actId="478"/>
          <ac:spMkLst>
            <pc:docMk/>
            <pc:sldMk cId="3248743624" sldId="16775914"/>
            <ac:spMk id="10" creationId="{23D2A317-1783-9892-EEF3-D48AEF7317DA}"/>
          </ac:spMkLst>
        </pc:spChg>
        <pc:spChg chg="add mod">
          <ac:chgData name="Yang You" userId="81ee67ff-e6ba-436d-99fd-0a8de86a4bf9" providerId="ADAL" clId="{ECE8191B-FCDA-47B3-ABAC-3E8255FF6FCF}" dt="2026-07-06T22:20:53.819" v="3453" actId="1076"/>
          <ac:spMkLst>
            <pc:docMk/>
            <pc:sldMk cId="3248743624" sldId="16775914"/>
            <ac:spMk id="11" creationId="{647D7343-A1BE-2238-536D-5D5DFDD4D57E}"/>
          </ac:spMkLst>
        </pc:spChg>
        <pc:spChg chg="add mod">
          <ac:chgData name="Yang You" userId="81ee67ff-e6ba-436d-99fd-0a8de86a4bf9" providerId="ADAL" clId="{ECE8191B-FCDA-47B3-ABAC-3E8255FF6FCF}" dt="2026-07-06T22:20:53.819" v="3453" actId="1076"/>
          <ac:spMkLst>
            <pc:docMk/>
            <pc:sldMk cId="3248743624" sldId="16775914"/>
            <ac:spMk id="12" creationId="{D9C3DBDD-6B20-10CB-73E5-9C6ACB97A116}"/>
          </ac:spMkLst>
        </pc:spChg>
        <pc:spChg chg="add mod">
          <ac:chgData name="Yang You" userId="81ee67ff-e6ba-436d-99fd-0a8de86a4bf9" providerId="ADAL" clId="{ECE8191B-FCDA-47B3-ABAC-3E8255FF6FCF}" dt="2026-07-06T22:20:53.819" v="3453" actId="1076"/>
          <ac:spMkLst>
            <pc:docMk/>
            <pc:sldMk cId="3248743624" sldId="16775914"/>
            <ac:spMk id="13" creationId="{F75D36B8-9015-8AA4-8544-B7B9E69C76E7}"/>
          </ac:spMkLst>
        </pc:spChg>
        <pc:spChg chg="add mod">
          <ac:chgData name="Yang You" userId="81ee67ff-e6ba-436d-99fd-0a8de86a4bf9" providerId="ADAL" clId="{ECE8191B-FCDA-47B3-ABAC-3E8255FF6FCF}" dt="2026-07-06T22:20:53.819" v="3453" actId="1076"/>
          <ac:spMkLst>
            <pc:docMk/>
            <pc:sldMk cId="3248743624" sldId="16775914"/>
            <ac:spMk id="14" creationId="{93500C4E-54BD-2FA3-574B-553D7D1B2F87}"/>
          </ac:spMkLst>
        </pc:spChg>
      </pc:sldChg>
      <pc:sldChg chg="delSp modSp add mod">
        <pc:chgData name="Yang You" userId="81ee67ff-e6ba-436d-99fd-0a8de86a4bf9" providerId="ADAL" clId="{ECE8191B-FCDA-47B3-ABAC-3E8255FF6FCF}" dt="2026-07-06T22:03:46.548" v="3282" actId="20577"/>
        <pc:sldMkLst>
          <pc:docMk/>
          <pc:sldMk cId="2697016546" sldId="16775915"/>
        </pc:sldMkLst>
        <pc:spChg chg="mod">
          <ac:chgData name="Yang You" userId="81ee67ff-e6ba-436d-99fd-0a8de86a4bf9" providerId="ADAL" clId="{ECE8191B-FCDA-47B3-ABAC-3E8255FF6FCF}" dt="2026-07-03T11:44:20.426" v="1146"/>
          <ac:spMkLst>
            <pc:docMk/>
            <pc:sldMk cId="2697016546" sldId="16775915"/>
            <ac:spMk id="4" creationId="{4A3B95CE-8092-6C11-63DC-2C12C39FB18A}"/>
          </ac:spMkLst>
        </pc:spChg>
        <pc:spChg chg="mod">
          <ac:chgData name="Yang You" userId="81ee67ff-e6ba-436d-99fd-0a8de86a4bf9" providerId="ADAL" clId="{ECE8191B-FCDA-47B3-ABAC-3E8255FF6FCF}" dt="2026-07-06T22:03:46.548" v="3282" actId="20577"/>
          <ac:spMkLst>
            <pc:docMk/>
            <pc:sldMk cId="2697016546" sldId="16775915"/>
            <ac:spMk id="13" creationId="{E2CD9354-D117-DB4A-11AD-96EBD85CF284}"/>
          </ac:spMkLst>
        </pc:spChg>
        <pc:spChg chg="mod">
          <ac:chgData name="Yang You" userId="81ee67ff-e6ba-436d-99fd-0a8de86a4bf9" providerId="ADAL" clId="{ECE8191B-FCDA-47B3-ABAC-3E8255FF6FCF}" dt="2026-07-06T21:26:20.342" v="2989" actId="1076"/>
          <ac:spMkLst>
            <pc:docMk/>
            <pc:sldMk cId="2697016546" sldId="16775915"/>
            <ac:spMk id="54" creationId="{5B6155AB-0763-ECF6-894E-33BC681A2BC2}"/>
          </ac:spMkLst>
        </pc:spChg>
        <pc:spChg chg="mod">
          <ac:chgData name="Yang You" userId="81ee67ff-e6ba-436d-99fd-0a8de86a4bf9" providerId="ADAL" clId="{ECE8191B-FCDA-47B3-ABAC-3E8255FF6FCF}" dt="2026-07-06T21:26:25.455" v="2990" actId="2711"/>
          <ac:spMkLst>
            <pc:docMk/>
            <pc:sldMk cId="2697016546" sldId="16775915"/>
            <ac:spMk id="55" creationId="{53926FDC-8645-AEF1-80B0-3EC117197162}"/>
          </ac:spMkLst>
        </pc:spChg>
        <pc:spChg chg="mod">
          <ac:chgData name="Yang You" userId="81ee67ff-e6ba-436d-99fd-0a8de86a4bf9" providerId="ADAL" clId="{ECE8191B-FCDA-47B3-ABAC-3E8255FF6FCF}" dt="2026-07-06T21:26:50.041" v="2992" actId="403"/>
          <ac:spMkLst>
            <pc:docMk/>
            <pc:sldMk cId="2697016546" sldId="16775915"/>
            <ac:spMk id="59" creationId="{44FED6C4-059D-066B-D172-13D5CB8DB0DE}"/>
          </ac:spMkLst>
        </pc:spChg>
        <pc:spChg chg="mod">
          <ac:chgData name="Yang You" userId="81ee67ff-e6ba-436d-99fd-0a8de86a4bf9" providerId="ADAL" clId="{ECE8191B-FCDA-47B3-ABAC-3E8255FF6FCF}" dt="2026-07-06T21:26:50.041" v="2992" actId="403"/>
          <ac:spMkLst>
            <pc:docMk/>
            <pc:sldMk cId="2697016546" sldId="16775915"/>
            <ac:spMk id="62" creationId="{071991D9-F339-7C6D-E801-FF5B93C3A347}"/>
          </ac:spMkLst>
        </pc:spChg>
        <pc:spChg chg="mod">
          <ac:chgData name="Yang You" userId="81ee67ff-e6ba-436d-99fd-0a8de86a4bf9" providerId="ADAL" clId="{ECE8191B-FCDA-47B3-ABAC-3E8255FF6FCF}" dt="2026-07-06T21:26:50.041" v="2992" actId="403"/>
          <ac:spMkLst>
            <pc:docMk/>
            <pc:sldMk cId="2697016546" sldId="16775915"/>
            <ac:spMk id="66" creationId="{52B021EE-289F-4CB5-9DB2-4ABB1186C365}"/>
          </ac:spMkLst>
        </pc:spChg>
        <pc:spChg chg="mod">
          <ac:chgData name="Yang You" userId="81ee67ff-e6ba-436d-99fd-0a8de86a4bf9" providerId="ADAL" clId="{ECE8191B-FCDA-47B3-ABAC-3E8255FF6FCF}" dt="2026-07-06T21:26:50.041" v="2992" actId="403"/>
          <ac:spMkLst>
            <pc:docMk/>
            <pc:sldMk cId="2697016546" sldId="16775915"/>
            <ac:spMk id="80" creationId="{609C92F3-C407-831C-347D-D72D76D57EC7}"/>
          </ac:spMkLst>
        </pc:spChg>
        <pc:spChg chg="mod">
          <ac:chgData name="Yang You" userId="81ee67ff-e6ba-436d-99fd-0a8de86a4bf9" providerId="ADAL" clId="{ECE8191B-FCDA-47B3-ABAC-3E8255FF6FCF}" dt="2026-07-06T21:26:42.640" v="2991" actId="403"/>
          <ac:spMkLst>
            <pc:docMk/>
            <pc:sldMk cId="2697016546" sldId="16775915"/>
            <ac:spMk id="85" creationId="{BF108B78-A1D9-35A0-6772-51F0B0994FA4}"/>
          </ac:spMkLst>
        </pc:spChg>
        <pc:spChg chg="mod">
          <ac:chgData name="Yang You" userId="81ee67ff-e6ba-436d-99fd-0a8de86a4bf9" providerId="ADAL" clId="{ECE8191B-FCDA-47B3-ABAC-3E8255FF6FCF}" dt="2026-07-06T21:26:50.041" v="2992" actId="403"/>
          <ac:spMkLst>
            <pc:docMk/>
            <pc:sldMk cId="2697016546" sldId="16775915"/>
            <ac:spMk id="87" creationId="{34093F60-494C-4FDE-F131-03E692FC90A5}"/>
          </ac:spMkLst>
        </pc:spChg>
        <pc:spChg chg="mod">
          <ac:chgData name="Yang You" userId="81ee67ff-e6ba-436d-99fd-0a8de86a4bf9" providerId="ADAL" clId="{ECE8191B-FCDA-47B3-ABAC-3E8255FF6FCF}" dt="2026-07-06T21:26:50.041" v="2992" actId="403"/>
          <ac:spMkLst>
            <pc:docMk/>
            <pc:sldMk cId="2697016546" sldId="16775915"/>
            <ac:spMk id="88" creationId="{2DD78D9A-7F97-7CDB-C5E7-F0D199DFC269}"/>
          </ac:spMkLst>
        </pc:spChg>
        <pc:spChg chg="mod">
          <ac:chgData name="Yang You" userId="81ee67ff-e6ba-436d-99fd-0a8de86a4bf9" providerId="ADAL" clId="{ECE8191B-FCDA-47B3-ABAC-3E8255FF6FCF}" dt="2026-07-06T21:26:50.041" v="2992" actId="403"/>
          <ac:spMkLst>
            <pc:docMk/>
            <pc:sldMk cId="2697016546" sldId="16775915"/>
            <ac:spMk id="97" creationId="{F9A1CE51-6228-44FB-CF77-3608AB3C73BC}"/>
          </ac:spMkLst>
        </pc:spChg>
        <pc:spChg chg="mod">
          <ac:chgData name="Yang You" userId="81ee67ff-e6ba-436d-99fd-0a8de86a4bf9" providerId="ADAL" clId="{ECE8191B-FCDA-47B3-ABAC-3E8255FF6FCF}" dt="2026-07-06T21:26:50.041" v="2992" actId="403"/>
          <ac:spMkLst>
            <pc:docMk/>
            <pc:sldMk cId="2697016546" sldId="16775915"/>
            <ac:spMk id="99" creationId="{0F730AD8-7C8A-C159-50D1-7280F18CD2B0}"/>
          </ac:spMkLst>
        </pc:spChg>
        <pc:spChg chg="mod">
          <ac:chgData name="Yang You" userId="81ee67ff-e6ba-436d-99fd-0a8de86a4bf9" providerId="ADAL" clId="{ECE8191B-FCDA-47B3-ABAC-3E8255FF6FCF}" dt="2026-07-06T21:26:50.041" v="2992" actId="403"/>
          <ac:spMkLst>
            <pc:docMk/>
            <pc:sldMk cId="2697016546" sldId="16775915"/>
            <ac:spMk id="108" creationId="{148F87EA-1C20-9F42-4311-B404BC9C4B82}"/>
          </ac:spMkLst>
        </pc:spChg>
        <pc:spChg chg="mod">
          <ac:chgData name="Yang You" userId="81ee67ff-e6ba-436d-99fd-0a8de86a4bf9" providerId="ADAL" clId="{ECE8191B-FCDA-47B3-ABAC-3E8255FF6FCF}" dt="2026-07-06T21:26:50.041" v="2992" actId="403"/>
          <ac:spMkLst>
            <pc:docMk/>
            <pc:sldMk cId="2697016546" sldId="16775915"/>
            <ac:spMk id="109" creationId="{94D7E791-41D0-33C5-F548-7310A36B73C4}"/>
          </ac:spMkLst>
        </pc:spChg>
        <pc:spChg chg="mod">
          <ac:chgData name="Yang You" userId="81ee67ff-e6ba-436d-99fd-0a8de86a4bf9" providerId="ADAL" clId="{ECE8191B-FCDA-47B3-ABAC-3E8255FF6FCF}" dt="2026-07-06T21:25:02.128" v="2953" actId="403"/>
          <ac:spMkLst>
            <pc:docMk/>
            <pc:sldMk cId="2697016546" sldId="16775915"/>
            <ac:spMk id="137" creationId="{F92BBEA5-13A0-898C-B315-B017270272C2}"/>
          </ac:spMkLst>
        </pc:spChg>
        <pc:spChg chg="mod">
          <ac:chgData name="Yang You" userId="81ee67ff-e6ba-436d-99fd-0a8de86a4bf9" providerId="ADAL" clId="{ECE8191B-FCDA-47B3-ABAC-3E8255FF6FCF}" dt="2026-07-06T21:25:26.557" v="2957" actId="403"/>
          <ac:spMkLst>
            <pc:docMk/>
            <pc:sldMk cId="2697016546" sldId="16775915"/>
            <ac:spMk id="138" creationId="{E05225EC-6946-4B76-B5AB-BC5B8D46CDC1}"/>
          </ac:spMkLst>
        </pc:spChg>
        <pc:spChg chg="mod">
          <ac:chgData name="Yang You" userId="81ee67ff-e6ba-436d-99fd-0a8de86a4bf9" providerId="ADAL" clId="{ECE8191B-FCDA-47B3-ABAC-3E8255FF6FCF}" dt="2026-07-06T21:25:47.896" v="2988" actId="403"/>
          <ac:spMkLst>
            <pc:docMk/>
            <pc:sldMk cId="2697016546" sldId="16775915"/>
            <ac:spMk id="139" creationId="{D3C9BBA6-2610-C616-2C54-3890C7E6D97B}"/>
          </ac:spMkLst>
        </pc:spChg>
        <pc:spChg chg="mod">
          <ac:chgData name="Yang You" userId="81ee67ff-e6ba-436d-99fd-0a8de86a4bf9" providerId="ADAL" clId="{ECE8191B-FCDA-47B3-ABAC-3E8255FF6FCF}" dt="2026-07-06T21:25:47.896" v="2988" actId="403"/>
          <ac:spMkLst>
            <pc:docMk/>
            <pc:sldMk cId="2697016546" sldId="16775915"/>
            <ac:spMk id="140" creationId="{286B897D-4164-51A7-C497-4FA187E7BCC3}"/>
          </ac:spMkLst>
        </pc:spChg>
        <pc:spChg chg="mod">
          <ac:chgData name="Yang You" userId="81ee67ff-e6ba-436d-99fd-0a8de86a4bf9" providerId="ADAL" clId="{ECE8191B-FCDA-47B3-ABAC-3E8255FF6FCF}" dt="2026-07-06T21:25:47.896" v="2988" actId="403"/>
          <ac:spMkLst>
            <pc:docMk/>
            <pc:sldMk cId="2697016546" sldId="16775915"/>
            <ac:spMk id="141" creationId="{2A67551E-B424-1E32-651F-D9FEAF402E21}"/>
          </ac:spMkLst>
        </pc:spChg>
        <pc:spChg chg="mod">
          <ac:chgData name="Yang You" userId="81ee67ff-e6ba-436d-99fd-0a8de86a4bf9" providerId="ADAL" clId="{ECE8191B-FCDA-47B3-ABAC-3E8255FF6FCF}" dt="2026-07-06T21:25:47.896" v="2988" actId="403"/>
          <ac:spMkLst>
            <pc:docMk/>
            <pc:sldMk cId="2697016546" sldId="16775915"/>
            <ac:spMk id="142" creationId="{39B82573-1D9A-1BBD-EBA2-EAA2B6FC2106}"/>
          </ac:spMkLst>
        </pc:spChg>
        <pc:spChg chg="mod">
          <ac:chgData name="Yang You" userId="81ee67ff-e6ba-436d-99fd-0a8de86a4bf9" providerId="ADAL" clId="{ECE8191B-FCDA-47B3-ABAC-3E8255FF6FCF}" dt="2026-07-06T21:25:47.896" v="2988" actId="403"/>
          <ac:spMkLst>
            <pc:docMk/>
            <pc:sldMk cId="2697016546" sldId="16775915"/>
            <ac:spMk id="143" creationId="{5A0296E4-46C2-C062-7432-13DBB72B87C7}"/>
          </ac:spMkLst>
        </pc:spChg>
        <pc:spChg chg="mod">
          <ac:chgData name="Yang You" userId="81ee67ff-e6ba-436d-99fd-0a8de86a4bf9" providerId="ADAL" clId="{ECE8191B-FCDA-47B3-ABAC-3E8255FF6FCF}" dt="2026-07-06T21:25:02.128" v="2953" actId="403"/>
          <ac:spMkLst>
            <pc:docMk/>
            <pc:sldMk cId="2697016546" sldId="16775915"/>
            <ac:spMk id="144" creationId="{6702508C-5DC1-2738-BB34-F0ABCEE10788}"/>
          </ac:spMkLst>
        </pc:spChg>
        <pc:spChg chg="mod">
          <ac:chgData name="Yang You" userId="81ee67ff-e6ba-436d-99fd-0a8de86a4bf9" providerId="ADAL" clId="{ECE8191B-FCDA-47B3-ABAC-3E8255FF6FCF}" dt="2026-07-06T21:25:26.557" v="2957" actId="403"/>
          <ac:spMkLst>
            <pc:docMk/>
            <pc:sldMk cId="2697016546" sldId="16775915"/>
            <ac:spMk id="145" creationId="{9E431763-7999-3166-DAD0-82B353F6BB26}"/>
          </ac:spMkLst>
        </pc:spChg>
        <pc:spChg chg="mod">
          <ac:chgData name="Yang You" userId="81ee67ff-e6ba-436d-99fd-0a8de86a4bf9" providerId="ADAL" clId="{ECE8191B-FCDA-47B3-ABAC-3E8255FF6FCF}" dt="2026-07-06T21:25:47.896" v="2988" actId="403"/>
          <ac:spMkLst>
            <pc:docMk/>
            <pc:sldMk cId="2697016546" sldId="16775915"/>
            <ac:spMk id="146" creationId="{CFFB5B39-A005-6760-D906-D55C49F9EBFB}"/>
          </ac:spMkLst>
        </pc:spChg>
        <pc:spChg chg="mod">
          <ac:chgData name="Yang You" userId="81ee67ff-e6ba-436d-99fd-0a8de86a4bf9" providerId="ADAL" clId="{ECE8191B-FCDA-47B3-ABAC-3E8255FF6FCF}" dt="2026-07-06T21:25:47.896" v="2988" actId="403"/>
          <ac:spMkLst>
            <pc:docMk/>
            <pc:sldMk cId="2697016546" sldId="16775915"/>
            <ac:spMk id="147" creationId="{3EF4B69F-7228-5A9C-D93D-EEC7F5871D60}"/>
          </ac:spMkLst>
        </pc:spChg>
        <pc:spChg chg="mod">
          <ac:chgData name="Yang You" userId="81ee67ff-e6ba-436d-99fd-0a8de86a4bf9" providerId="ADAL" clId="{ECE8191B-FCDA-47B3-ABAC-3E8255FF6FCF}" dt="2026-07-06T21:25:47.896" v="2988" actId="403"/>
          <ac:spMkLst>
            <pc:docMk/>
            <pc:sldMk cId="2697016546" sldId="16775915"/>
            <ac:spMk id="148" creationId="{DF182536-2881-09D3-C21B-EAA75872C8DD}"/>
          </ac:spMkLst>
        </pc:spChg>
        <pc:spChg chg="mod">
          <ac:chgData name="Yang You" userId="81ee67ff-e6ba-436d-99fd-0a8de86a4bf9" providerId="ADAL" clId="{ECE8191B-FCDA-47B3-ABAC-3E8255FF6FCF}" dt="2026-07-06T21:25:47.896" v="2988" actId="403"/>
          <ac:spMkLst>
            <pc:docMk/>
            <pc:sldMk cId="2697016546" sldId="16775915"/>
            <ac:spMk id="149" creationId="{2F8F2F84-FBCF-D400-CBB8-6F9D5F699D8A}"/>
          </ac:spMkLst>
        </pc:spChg>
        <pc:spChg chg="mod">
          <ac:chgData name="Yang You" userId="81ee67ff-e6ba-436d-99fd-0a8de86a4bf9" providerId="ADAL" clId="{ECE8191B-FCDA-47B3-ABAC-3E8255FF6FCF}" dt="2026-07-06T21:25:47.896" v="2988" actId="403"/>
          <ac:spMkLst>
            <pc:docMk/>
            <pc:sldMk cId="2697016546" sldId="16775915"/>
            <ac:spMk id="150" creationId="{5A38065D-65F6-4219-F3D4-FCF61EA96D52}"/>
          </ac:spMkLst>
        </pc:spChg>
      </pc:sldChg>
      <pc:sldChg chg="addSp delSp modSp add mod">
        <pc:chgData name="Yang You" userId="81ee67ff-e6ba-436d-99fd-0a8de86a4bf9" providerId="ADAL" clId="{ECE8191B-FCDA-47B3-ABAC-3E8255FF6FCF}" dt="2026-07-05T02:17:04.770" v="2129" actId="478"/>
        <pc:sldMkLst>
          <pc:docMk/>
          <pc:sldMk cId="3045859872" sldId="16775916"/>
        </pc:sldMkLst>
        <pc:spChg chg="add mod">
          <ac:chgData name="Yang You" userId="81ee67ff-e6ba-436d-99fd-0a8de86a4bf9" providerId="ADAL" clId="{ECE8191B-FCDA-47B3-ABAC-3E8255FF6FCF}" dt="2026-07-05T02:16:14.839" v="2077"/>
          <ac:spMkLst>
            <pc:docMk/>
            <pc:sldMk cId="3045859872" sldId="16775916"/>
            <ac:spMk id="5" creationId="{D0896E1B-FF8D-7226-625D-8FCA53BFCE9D}"/>
          </ac:spMkLst>
        </pc:spChg>
        <pc:spChg chg="del mod">
          <ac:chgData name="Yang You" userId="81ee67ff-e6ba-436d-99fd-0a8de86a4bf9" providerId="ADAL" clId="{ECE8191B-FCDA-47B3-ABAC-3E8255FF6FCF}" dt="2026-07-05T02:17:04.770" v="2129" actId="478"/>
          <ac:spMkLst>
            <pc:docMk/>
            <pc:sldMk cId="3045859872" sldId="16775916"/>
            <ac:spMk id="6" creationId="{9FB2E607-8F5C-8A1C-80AF-EE013F1FBB16}"/>
          </ac:spMkLst>
        </pc:spChg>
        <pc:spChg chg="add mod">
          <ac:chgData name="Yang You" userId="81ee67ff-e6ba-436d-99fd-0a8de86a4bf9" providerId="ADAL" clId="{ECE8191B-FCDA-47B3-ABAC-3E8255FF6FCF}" dt="2026-07-05T02:16:14.839" v="2077"/>
          <ac:spMkLst>
            <pc:docMk/>
            <pc:sldMk cId="3045859872" sldId="16775916"/>
            <ac:spMk id="7" creationId="{AEC2E89C-4376-4941-F69F-678F61EA6C05}"/>
          </ac:spMkLst>
        </pc:spChg>
        <pc:spChg chg="mod">
          <ac:chgData name="Yang You" userId="81ee67ff-e6ba-436d-99fd-0a8de86a4bf9" providerId="ADAL" clId="{ECE8191B-FCDA-47B3-ABAC-3E8255FF6FCF}" dt="2026-07-05T02:17:00.986" v="2128"/>
          <ac:spMkLst>
            <pc:docMk/>
            <pc:sldMk cId="3045859872" sldId="16775916"/>
            <ac:spMk id="8" creationId="{68930198-A50F-C3BD-A18B-1712ACE86E44}"/>
          </ac:spMkLst>
        </pc:spChg>
        <pc:graphicFrameChg chg="add mod">
          <ac:chgData name="Yang You" userId="81ee67ff-e6ba-436d-99fd-0a8de86a4bf9" providerId="ADAL" clId="{ECE8191B-FCDA-47B3-ABAC-3E8255FF6FCF}" dt="2026-07-05T02:16:14.839" v="2077"/>
          <ac:graphicFrameMkLst>
            <pc:docMk/>
            <pc:sldMk cId="3045859872" sldId="16775916"/>
            <ac:graphicFrameMk id="3" creationId="{124E6C08-F2AC-84EE-31D5-FE5479F6A158}"/>
          </ac:graphicFrameMkLst>
        </pc:graphicFrameChg>
        <pc:picChg chg="add mod">
          <ac:chgData name="Yang You" userId="81ee67ff-e6ba-436d-99fd-0a8de86a4bf9" providerId="ADAL" clId="{ECE8191B-FCDA-47B3-ABAC-3E8255FF6FCF}" dt="2026-07-05T02:16:14.839" v="2077"/>
          <ac:picMkLst>
            <pc:docMk/>
            <pc:sldMk cId="3045859872" sldId="16775916"/>
            <ac:picMk id="4" creationId="{E2E5F04E-FD8E-91E7-F746-96F86A201991}"/>
          </ac:picMkLst>
        </pc:picChg>
      </pc:sldChg>
      <pc:sldChg chg="add del">
        <pc:chgData name="Yang You" userId="81ee67ff-e6ba-436d-99fd-0a8de86a4bf9" providerId="ADAL" clId="{ECE8191B-FCDA-47B3-ABAC-3E8255FF6FCF}" dt="2026-07-05T02:27:01.451" v="2243" actId="47"/>
        <pc:sldMkLst>
          <pc:docMk/>
          <pc:sldMk cId="0" sldId="16775925"/>
        </pc:sldMkLst>
      </pc:sldChg>
      <pc:sldChg chg="add">
        <pc:chgData name="Yang You" userId="81ee67ff-e6ba-436d-99fd-0a8de86a4bf9" providerId="ADAL" clId="{ECE8191B-FCDA-47B3-ABAC-3E8255FF6FCF}" dt="2026-07-05T02:05:34.476" v="1899"/>
        <pc:sldMkLst>
          <pc:docMk/>
          <pc:sldMk cId="0" sldId="16775930"/>
        </pc:sldMkLst>
      </pc:sldChg>
      <pc:sldChg chg="add del ord">
        <pc:chgData name="Yang You" userId="81ee67ff-e6ba-436d-99fd-0a8de86a4bf9" providerId="ADAL" clId="{ECE8191B-FCDA-47B3-ABAC-3E8255FF6FCF}" dt="2026-07-06T01:58:02.384" v="2911" actId="47"/>
        <pc:sldMkLst>
          <pc:docMk/>
          <pc:sldMk cId="0" sldId="16775931"/>
        </pc:sldMkLst>
      </pc:sldChg>
      <pc:sldChg chg="add">
        <pc:chgData name="Yang You" userId="81ee67ff-e6ba-436d-99fd-0a8de86a4bf9" providerId="ADAL" clId="{ECE8191B-FCDA-47B3-ABAC-3E8255FF6FCF}" dt="2026-07-05T03:19:38.592" v="2259"/>
        <pc:sldMkLst>
          <pc:docMk/>
          <pc:sldMk cId="0" sldId="16775932"/>
        </pc:sldMkLst>
      </pc:sldChg>
      <pc:sldChg chg="add del ord">
        <pc:chgData name="Yang You" userId="81ee67ff-e6ba-436d-99fd-0a8de86a4bf9" providerId="ADAL" clId="{ECE8191B-FCDA-47B3-ABAC-3E8255FF6FCF}" dt="2026-07-05T02:25:15.088" v="2216" actId="47"/>
        <pc:sldMkLst>
          <pc:docMk/>
          <pc:sldMk cId="0" sldId="16775933"/>
        </pc:sldMkLst>
      </pc:sldChg>
      <pc:sldChg chg="add del ord">
        <pc:chgData name="Yang You" userId="81ee67ff-e6ba-436d-99fd-0a8de86a4bf9" providerId="ADAL" clId="{ECE8191B-FCDA-47B3-ABAC-3E8255FF6FCF}" dt="2026-07-05T02:27:25.280" v="2247" actId="47"/>
        <pc:sldMkLst>
          <pc:docMk/>
          <pc:sldMk cId="0" sldId="16775934"/>
        </pc:sldMkLst>
      </pc:sldChg>
      <pc:sldChg chg="add del ord">
        <pc:chgData name="Yang You" userId="81ee67ff-e6ba-436d-99fd-0a8de86a4bf9" providerId="ADAL" clId="{ECE8191B-FCDA-47B3-ABAC-3E8255FF6FCF}" dt="2026-07-05T03:15:50.514" v="2248" actId="47"/>
        <pc:sldMkLst>
          <pc:docMk/>
          <pc:sldMk cId="131940372" sldId="16775935"/>
        </pc:sldMkLst>
      </pc:sldChg>
      <pc:sldChg chg="addSp delSp modSp add mod">
        <pc:chgData name="Yang You" userId="81ee67ff-e6ba-436d-99fd-0a8de86a4bf9" providerId="ADAL" clId="{ECE8191B-FCDA-47B3-ABAC-3E8255FF6FCF}" dt="2026-07-05T02:25:07.585" v="2215"/>
        <pc:sldMkLst>
          <pc:docMk/>
          <pc:sldMk cId="1317392603" sldId="16775936"/>
        </pc:sldMkLst>
        <pc:spChg chg="del">
          <ac:chgData name="Yang You" userId="81ee67ff-e6ba-436d-99fd-0a8de86a4bf9" providerId="ADAL" clId="{ECE8191B-FCDA-47B3-ABAC-3E8255FF6FCF}" dt="2026-07-05T02:24:26.986" v="2187" actId="478"/>
          <ac:spMkLst>
            <pc:docMk/>
            <pc:sldMk cId="1317392603" sldId="16775936"/>
            <ac:spMk id="5" creationId="{C8ACA01A-D883-0EB5-730A-02D146206D22}"/>
          </ac:spMkLst>
        </pc:spChg>
        <pc:spChg chg="del">
          <ac:chgData name="Yang You" userId="81ee67ff-e6ba-436d-99fd-0a8de86a4bf9" providerId="ADAL" clId="{ECE8191B-FCDA-47B3-ABAC-3E8255FF6FCF}" dt="2026-07-05T02:24:26.986" v="2187" actId="478"/>
          <ac:spMkLst>
            <pc:docMk/>
            <pc:sldMk cId="1317392603" sldId="16775936"/>
            <ac:spMk id="7" creationId="{E82DE09E-17D2-47F3-B9EB-A0D18B1BB1DB}"/>
          </ac:spMkLst>
        </pc:spChg>
        <pc:spChg chg="mod">
          <ac:chgData name="Yang You" userId="81ee67ff-e6ba-436d-99fd-0a8de86a4bf9" providerId="ADAL" clId="{ECE8191B-FCDA-47B3-ABAC-3E8255FF6FCF}" dt="2026-07-05T02:25:07.585" v="2215"/>
          <ac:spMkLst>
            <pc:docMk/>
            <pc:sldMk cId="1317392603" sldId="16775936"/>
            <ac:spMk id="8" creationId="{FAC0D2A8-9ECE-F0D6-0823-AFAFADC0BF31}"/>
          </ac:spMkLst>
        </pc:spChg>
        <pc:spChg chg="add mod">
          <ac:chgData name="Yang You" userId="81ee67ff-e6ba-436d-99fd-0a8de86a4bf9" providerId="ADAL" clId="{ECE8191B-FCDA-47B3-ABAC-3E8255FF6FCF}" dt="2026-07-05T02:24:33.300" v="2188"/>
          <ac:spMkLst>
            <pc:docMk/>
            <pc:sldMk cId="1317392603" sldId="16775936"/>
            <ac:spMk id="10" creationId="{26575584-A4E0-2AA0-7065-09DA4098C073}"/>
          </ac:spMkLst>
        </pc:spChg>
        <pc:spChg chg="add mod">
          <ac:chgData name="Yang You" userId="81ee67ff-e6ba-436d-99fd-0a8de86a4bf9" providerId="ADAL" clId="{ECE8191B-FCDA-47B3-ABAC-3E8255FF6FCF}" dt="2026-07-05T02:24:33.300" v="2188"/>
          <ac:spMkLst>
            <pc:docMk/>
            <pc:sldMk cId="1317392603" sldId="16775936"/>
            <ac:spMk id="11" creationId="{D5438066-35BE-78A3-B9B2-27B36E534BDB}"/>
          </ac:spMkLst>
        </pc:spChg>
        <pc:graphicFrameChg chg="del">
          <ac:chgData name="Yang You" userId="81ee67ff-e6ba-436d-99fd-0a8de86a4bf9" providerId="ADAL" clId="{ECE8191B-FCDA-47B3-ABAC-3E8255FF6FCF}" dt="2026-07-05T02:24:26.986" v="2187" actId="478"/>
          <ac:graphicFrameMkLst>
            <pc:docMk/>
            <pc:sldMk cId="1317392603" sldId="16775936"/>
            <ac:graphicFrameMk id="3" creationId="{B5323694-224A-42D6-E69F-760B2E468086}"/>
          </ac:graphicFrameMkLst>
        </pc:graphicFrameChg>
        <pc:picChg chg="del">
          <ac:chgData name="Yang You" userId="81ee67ff-e6ba-436d-99fd-0a8de86a4bf9" providerId="ADAL" clId="{ECE8191B-FCDA-47B3-ABAC-3E8255FF6FCF}" dt="2026-07-05T02:24:26.986" v="2187" actId="478"/>
          <ac:picMkLst>
            <pc:docMk/>
            <pc:sldMk cId="1317392603" sldId="16775936"/>
            <ac:picMk id="4" creationId="{87A08EBC-38D0-F5FF-B8AC-A4497B8A0438}"/>
          </ac:picMkLst>
        </pc:picChg>
        <pc:picChg chg="add mod">
          <ac:chgData name="Yang You" userId="81ee67ff-e6ba-436d-99fd-0a8de86a4bf9" providerId="ADAL" clId="{ECE8191B-FCDA-47B3-ABAC-3E8255FF6FCF}" dt="2026-07-05T02:24:33.300" v="2188"/>
          <ac:picMkLst>
            <pc:docMk/>
            <pc:sldMk cId="1317392603" sldId="16775936"/>
            <ac:picMk id="6" creationId="{BB01E444-9510-9662-A795-44819CF1BA17}"/>
          </ac:picMkLst>
        </pc:picChg>
        <pc:picChg chg="add mod">
          <ac:chgData name="Yang You" userId="81ee67ff-e6ba-436d-99fd-0a8de86a4bf9" providerId="ADAL" clId="{ECE8191B-FCDA-47B3-ABAC-3E8255FF6FCF}" dt="2026-07-05T02:24:33.300" v="2188"/>
          <ac:picMkLst>
            <pc:docMk/>
            <pc:sldMk cId="1317392603" sldId="16775936"/>
            <ac:picMk id="9" creationId="{E749DF49-7BDE-825B-674F-043F898D0E89}"/>
          </ac:picMkLst>
        </pc:picChg>
      </pc:sldChg>
      <pc:sldChg chg="addSp delSp modSp add mod">
        <pc:chgData name="Yang You" userId="81ee67ff-e6ba-436d-99fd-0a8de86a4bf9" providerId="ADAL" clId="{ECE8191B-FCDA-47B3-ABAC-3E8255FF6FCF}" dt="2026-07-05T02:26:57.720" v="2242" actId="14100"/>
        <pc:sldMkLst>
          <pc:docMk/>
          <pc:sldMk cId="1472119613" sldId="16775937"/>
        </pc:sldMkLst>
        <pc:spChg chg="del">
          <ac:chgData name="Yang You" userId="81ee67ff-e6ba-436d-99fd-0a8de86a4bf9" providerId="ADAL" clId="{ECE8191B-FCDA-47B3-ABAC-3E8255FF6FCF}" dt="2026-07-05T02:26:18.130" v="2221" actId="478"/>
          <ac:spMkLst>
            <pc:docMk/>
            <pc:sldMk cId="1472119613" sldId="16775937"/>
            <ac:spMk id="5" creationId="{7E43E3A6-C86C-302C-A6A3-0EE5861D9EC0}"/>
          </ac:spMkLst>
        </pc:spChg>
        <pc:spChg chg="del">
          <ac:chgData name="Yang You" userId="81ee67ff-e6ba-436d-99fd-0a8de86a4bf9" providerId="ADAL" clId="{ECE8191B-FCDA-47B3-ABAC-3E8255FF6FCF}" dt="2026-07-05T02:26:18.130" v="2221" actId="478"/>
          <ac:spMkLst>
            <pc:docMk/>
            <pc:sldMk cId="1472119613" sldId="16775937"/>
            <ac:spMk id="7" creationId="{654689EB-C306-5F2D-C063-258469EB9B0D}"/>
          </ac:spMkLst>
        </pc:spChg>
        <pc:spChg chg="add mod">
          <ac:chgData name="Yang You" userId="81ee67ff-e6ba-436d-99fd-0a8de86a4bf9" providerId="ADAL" clId="{ECE8191B-FCDA-47B3-ABAC-3E8255FF6FCF}" dt="2026-07-05T02:26:51.211" v="2240" actId="1036"/>
          <ac:spMkLst>
            <pc:docMk/>
            <pc:sldMk cId="1472119613" sldId="16775937"/>
            <ac:spMk id="10" creationId="{DD370ACE-D3FA-8B7F-49E3-5D428D98CFB2}"/>
          </ac:spMkLst>
        </pc:spChg>
        <pc:spChg chg="add mod">
          <ac:chgData name="Yang You" userId="81ee67ff-e6ba-436d-99fd-0a8de86a4bf9" providerId="ADAL" clId="{ECE8191B-FCDA-47B3-ABAC-3E8255FF6FCF}" dt="2026-07-05T02:26:51.211" v="2240" actId="1036"/>
          <ac:spMkLst>
            <pc:docMk/>
            <pc:sldMk cId="1472119613" sldId="16775937"/>
            <ac:spMk id="11" creationId="{7FEFE062-BB28-7FC0-CD8E-17BCC541F715}"/>
          </ac:spMkLst>
        </pc:spChg>
        <pc:spChg chg="add mod">
          <ac:chgData name="Yang You" userId="81ee67ff-e6ba-436d-99fd-0a8de86a4bf9" providerId="ADAL" clId="{ECE8191B-FCDA-47B3-ABAC-3E8255FF6FCF}" dt="2026-07-05T02:26:57.720" v="2242" actId="14100"/>
          <ac:spMkLst>
            <pc:docMk/>
            <pc:sldMk cId="1472119613" sldId="16775937"/>
            <ac:spMk id="13" creationId="{CA964205-002D-DBF5-8A81-4BBE84BBEA89}"/>
          </ac:spMkLst>
        </pc:spChg>
        <pc:graphicFrameChg chg="del">
          <ac:chgData name="Yang You" userId="81ee67ff-e6ba-436d-99fd-0a8de86a4bf9" providerId="ADAL" clId="{ECE8191B-FCDA-47B3-ABAC-3E8255FF6FCF}" dt="2026-07-05T02:26:18.130" v="2221" actId="478"/>
          <ac:graphicFrameMkLst>
            <pc:docMk/>
            <pc:sldMk cId="1472119613" sldId="16775937"/>
            <ac:graphicFrameMk id="3" creationId="{C4A7C39B-0A9F-B7E1-24ED-43C33FFF599B}"/>
          </ac:graphicFrameMkLst>
        </pc:graphicFrameChg>
        <pc:graphicFrameChg chg="add mod">
          <ac:chgData name="Yang You" userId="81ee67ff-e6ba-436d-99fd-0a8de86a4bf9" providerId="ADAL" clId="{ECE8191B-FCDA-47B3-ABAC-3E8255FF6FCF}" dt="2026-07-05T02:26:23.969" v="2222"/>
          <ac:graphicFrameMkLst>
            <pc:docMk/>
            <pc:sldMk cId="1472119613" sldId="16775937"/>
            <ac:graphicFrameMk id="6" creationId="{C9207ADD-7C0A-DBA2-AB04-92428F605517}"/>
          </ac:graphicFrameMkLst>
        </pc:graphicFrameChg>
        <pc:graphicFrameChg chg="add mod">
          <ac:chgData name="Yang You" userId="81ee67ff-e6ba-436d-99fd-0a8de86a4bf9" providerId="ADAL" clId="{ECE8191B-FCDA-47B3-ABAC-3E8255FF6FCF}" dt="2026-07-05T02:26:23.969" v="2222"/>
          <ac:graphicFrameMkLst>
            <pc:docMk/>
            <pc:sldMk cId="1472119613" sldId="16775937"/>
            <ac:graphicFrameMk id="9" creationId="{06919E26-E9E6-7089-2455-6A5A63F61614}"/>
          </ac:graphicFrameMkLst>
        </pc:graphicFrameChg>
        <pc:picChg chg="del">
          <ac:chgData name="Yang You" userId="81ee67ff-e6ba-436d-99fd-0a8de86a4bf9" providerId="ADAL" clId="{ECE8191B-FCDA-47B3-ABAC-3E8255FF6FCF}" dt="2026-07-05T02:26:18.130" v="2221" actId="478"/>
          <ac:picMkLst>
            <pc:docMk/>
            <pc:sldMk cId="1472119613" sldId="16775937"/>
            <ac:picMk id="4" creationId="{B6F266E0-031D-1A14-F434-568A4B60C969}"/>
          </ac:picMkLst>
        </pc:picChg>
      </pc:sldChg>
      <pc:sldChg chg="addSp delSp modSp add mod">
        <pc:chgData name="Yang You" userId="81ee67ff-e6ba-436d-99fd-0a8de86a4bf9" providerId="ADAL" clId="{ECE8191B-FCDA-47B3-ABAC-3E8255FF6FCF}" dt="2026-07-05T03:17:42.950" v="2258" actId="14100"/>
        <pc:sldMkLst>
          <pc:docMk/>
          <pc:sldMk cId="419517127" sldId="16775938"/>
        </pc:sldMkLst>
        <pc:spChg chg="add mod">
          <ac:chgData name="Yang You" userId="81ee67ff-e6ba-436d-99fd-0a8de86a4bf9" providerId="ADAL" clId="{ECE8191B-FCDA-47B3-ABAC-3E8255FF6FCF}" dt="2026-07-05T03:17:42.950" v="2258" actId="14100"/>
          <ac:spMkLst>
            <pc:docMk/>
            <pc:sldMk cId="419517127" sldId="16775938"/>
            <ac:spMk id="3" creationId="{9A5A155F-9373-5270-0B3A-86A2FB81E19D}"/>
          </ac:spMkLst>
        </pc:spChg>
        <pc:spChg chg="add mod">
          <ac:chgData name="Yang You" userId="81ee67ff-e6ba-436d-99fd-0a8de86a4bf9" providerId="ADAL" clId="{ECE8191B-FCDA-47B3-ABAC-3E8255FF6FCF}" dt="2026-07-05T02:27:22.601" v="2246"/>
          <ac:spMkLst>
            <pc:docMk/>
            <pc:sldMk cId="419517127" sldId="16775938"/>
            <ac:spMk id="5" creationId="{3F8C0EA1-D7A8-7013-D7A4-7204515C59E8}"/>
          </ac:spMkLst>
        </pc:spChg>
        <pc:spChg chg="add mod">
          <ac:chgData name="Yang You" userId="81ee67ff-e6ba-436d-99fd-0a8de86a4bf9" providerId="ADAL" clId="{ECE8191B-FCDA-47B3-ABAC-3E8255FF6FCF}" dt="2026-07-05T02:27:22.601" v="2246"/>
          <ac:spMkLst>
            <pc:docMk/>
            <pc:sldMk cId="419517127" sldId="16775938"/>
            <ac:spMk id="7" creationId="{AAF91623-277F-DECD-B79A-1553390B5EA9}"/>
          </ac:spMkLst>
        </pc:spChg>
        <pc:spChg chg="del">
          <ac:chgData name="Yang You" userId="81ee67ff-e6ba-436d-99fd-0a8de86a4bf9" providerId="ADAL" clId="{ECE8191B-FCDA-47B3-ABAC-3E8255FF6FCF}" dt="2026-07-05T02:27:13.175" v="2245" actId="478"/>
          <ac:spMkLst>
            <pc:docMk/>
            <pc:sldMk cId="419517127" sldId="16775938"/>
            <ac:spMk id="10" creationId="{D9AECBE6-1F88-E83F-F984-22FD58C390A8}"/>
          </ac:spMkLst>
        </pc:spChg>
        <pc:spChg chg="del">
          <ac:chgData name="Yang You" userId="81ee67ff-e6ba-436d-99fd-0a8de86a4bf9" providerId="ADAL" clId="{ECE8191B-FCDA-47B3-ABAC-3E8255FF6FCF}" dt="2026-07-05T02:27:13.175" v="2245" actId="478"/>
          <ac:spMkLst>
            <pc:docMk/>
            <pc:sldMk cId="419517127" sldId="16775938"/>
            <ac:spMk id="11" creationId="{D8C92288-08F9-E4E0-5A75-CBFA3F942BF5}"/>
          </ac:spMkLst>
        </pc:spChg>
        <pc:graphicFrameChg chg="add mod">
          <ac:chgData name="Yang You" userId="81ee67ff-e6ba-436d-99fd-0a8de86a4bf9" providerId="ADAL" clId="{ECE8191B-FCDA-47B3-ABAC-3E8255FF6FCF}" dt="2026-07-05T02:27:22.601" v="2246"/>
          <ac:graphicFrameMkLst>
            <pc:docMk/>
            <pc:sldMk cId="419517127" sldId="16775938"/>
            <ac:graphicFrameMk id="4" creationId="{9D976FD8-364C-3F59-16E0-359E54BF03A9}"/>
          </ac:graphicFrameMkLst>
        </pc:graphicFrameChg>
        <pc:picChg chg="del">
          <ac:chgData name="Yang You" userId="81ee67ff-e6ba-436d-99fd-0a8de86a4bf9" providerId="ADAL" clId="{ECE8191B-FCDA-47B3-ABAC-3E8255FF6FCF}" dt="2026-07-05T02:27:13.175" v="2245" actId="478"/>
          <ac:picMkLst>
            <pc:docMk/>
            <pc:sldMk cId="419517127" sldId="16775938"/>
            <ac:picMk id="6" creationId="{68810F6A-25C4-0E14-2315-9CD3B854CE83}"/>
          </ac:picMkLst>
        </pc:picChg>
        <pc:picChg chg="del">
          <ac:chgData name="Yang You" userId="81ee67ff-e6ba-436d-99fd-0a8de86a4bf9" providerId="ADAL" clId="{ECE8191B-FCDA-47B3-ABAC-3E8255FF6FCF}" dt="2026-07-05T02:27:13.175" v="2245" actId="478"/>
          <ac:picMkLst>
            <pc:docMk/>
            <pc:sldMk cId="419517127" sldId="16775938"/>
            <ac:picMk id="9" creationId="{2429FE6A-B620-53AF-D8B3-D939460B7531}"/>
          </ac:picMkLst>
        </pc:picChg>
      </pc:sldChg>
      <pc:sldChg chg="add">
        <pc:chgData name="Yang You" userId="81ee67ff-e6ba-436d-99fd-0a8de86a4bf9" providerId="ADAL" clId="{ECE8191B-FCDA-47B3-ABAC-3E8255FF6FCF}" dt="2026-07-05T03:16:19.046" v="2252"/>
        <pc:sldMkLst>
          <pc:docMk/>
          <pc:sldMk cId="603828101" sldId="16775954"/>
        </pc:sldMkLst>
      </pc:sldChg>
      <pc:sldChg chg="add">
        <pc:chgData name="Yang You" userId="81ee67ff-e6ba-436d-99fd-0a8de86a4bf9" providerId="ADAL" clId="{ECE8191B-FCDA-47B3-ABAC-3E8255FF6FCF}" dt="2026-07-05T03:19:58.245" v="2260"/>
        <pc:sldMkLst>
          <pc:docMk/>
          <pc:sldMk cId="1199124970" sldId="16775955"/>
        </pc:sldMkLst>
      </pc:sldChg>
      <pc:sldChg chg="add">
        <pc:chgData name="Yang You" userId="81ee67ff-e6ba-436d-99fd-0a8de86a4bf9" providerId="ADAL" clId="{ECE8191B-FCDA-47B3-ABAC-3E8255FF6FCF}" dt="2026-07-05T03:19:58.245" v="2260"/>
        <pc:sldMkLst>
          <pc:docMk/>
          <pc:sldMk cId="2707338148" sldId="16775956"/>
        </pc:sldMkLst>
      </pc:sldChg>
      <pc:sldChg chg="add">
        <pc:chgData name="Yang You" userId="81ee67ff-e6ba-436d-99fd-0a8de86a4bf9" providerId="ADAL" clId="{ECE8191B-FCDA-47B3-ABAC-3E8255FF6FCF}" dt="2026-07-05T03:19:58.245" v="2260"/>
        <pc:sldMkLst>
          <pc:docMk/>
          <pc:sldMk cId="3213320309" sldId="16775957"/>
        </pc:sldMkLst>
      </pc:sldChg>
      <pc:sldChg chg="add">
        <pc:chgData name="Yang You" userId="81ee67ff-e6ba-436d-99fd-0a8de86a4bf9" providerId="ADAL" clId="{ECE8191B-FCDA-47B3-ABAC-3E8255FF6FCF}" dt="2026-07-05T03:19:58.245" v="2260"/>
        <pc:sldMkLst>
          <pc:docMk/>
          <pc:sldMk cId="75169596" sldId="16775958"/>
        </pc:sldMkLst>
      </pc:sldChg>
      <pc:sldChg chg="delSp mod">
        <pc:chgData name="Yang You" userId="81ee67ff-e6ba-436d-99fd-0a8de86a4bf9" providerId="ADAL" clId="{ECE8191B-FCDA-47B3-ABAC-3E8255FF6FCF}" dt="2026-07-06T01:58:17.763" v="2912" actId="478"/>
        <pc:sldMkLst>
          <pc:docMk/>
          <pc:sldMk cId="1147704002" sldId="16775959"/>
        </pc:sldMkLst>
        <pc:spChg chg="del">
          <ac:chgData name="Yang You" userId="81ee67ff-e6ba-436d-99fd-0a8de86a4bf9" providerId="ADAL" clId="{ECE8191B-FCDA-47B3-ABAC-3E8255FF6FCF}" dt="2026-07-06T01:58:17.763" v="2912" actId="478"/>
          <ac:spMkLst>
            <pc:docMk/>
            <pc:sldMk cId="1147704002" sldId="16775959"/>
            <ac:spMk id="3" creationId="{B72A65A9-D619-0FFC-D3E6-6909771BAACB}"/>
          </ac:spMkLst>
        </pc:spChg>
        <pc:spChg chg="del">
          <ac:chgData name="Yang You" userId="81ee67ff-e6ba-436d-99fd-0a8de86a4bf9" providerId="ADAL" clId="{ECE8191B-FCDA-47B3-ABAC-3E8255FF6FCF}" dt="2026-07-06T01:58:17.763" v="2912" actId="478"/>
          <ac:spMkLst>
            <pc:docMk/>
            <pc:sldMk cId="1147704002" sldId="16775959"/>
            <ac:spMk id="11" creationId="{B6FB96A6-BA05-E012-AC88-3B28D0648D2D}"/>
          </ac:spMkLst>
        </pc:spChg>
        <pc:spChg chg="del">
          <ac:chgData name="Yang You" userId="81ee67ff-e6ba-436d-99fd-0a8de86a4bf9" providerId="ADAL" clId="{ECE8191B-FCDA-47B3-ABAC-3E8255FF6FCF}" dt="2026-07-06T01:58:17.763" v="2912" actId="478"/>
          <ac:spMkLst>
            <pc:docMk/>
            <pc:sldMk cId="1147704002" sldId="16775959"/>
            <ac:spMk id="13" creationId="{BB6216B5-6A17-7060-1027-45A25E1AC71B}"/>
          </ac:spMkLst>
        </pc:spChg>
        <pc:spChg chg="del">
          <ac:chgData name="Yang You" userId="81ee67ff-e6ba-436d-99fd-0a8de86a4bf9" providerId="ADAL" clId="{ECE8191B-FCDA-47B3-ABAC-3E8255FF6FCF}" dt="2026-07-06T01:58:17.763" v="2912" actId="478"/>
          <ac:spMkLst>
            <pc:docMk/>
            <pc:sldMk cId="1147704002" sldId="16775959"/>
            <ac:spMk id="16" creationId="{A9E72F11-4ED9-0171-E894-46C4D56BB3F8}"/>
          </ac:spMkLst>
        </pc:spChg>
        <pc:spChg chg="del">
          <ac:chgData name="Yang You" userId="81ee67ff-e6ba-436d-99fd-0a8de86a4bf9" providerId="ADAL" clId="{ECE8191B-FCDA-47B3-ABAC-3E8255FF6FCF}" dt="2026-07-06T01:58:17.763" v="2912" actId="478"/>
          <ac:spMkLst>
            <pc:docMk/>
            <pc:sldMk cId="1147704002" sldId="16775959"/>
            <ac:spMk id="17" creationId="{583496F3-2BDC-F49C-5AD3-E6DF63C36F40}"/>
          </ac:spMkLst>
        </pc:spChg>
        <pc:spChg chg="del">
          <ac:chgData name="Yang You" userId="81ee67ff-e6ba-436d-99fd-0a8de86a4bf9" providerId="ADAL" clId="{ECE8191B-FCDA-47B3-ABAC-3E8255FF6FCF}" dt="2026-07-06T01:58:17.763" v="2912" actId="478"/>
          <ac:spMkLst>
            <pc:docMk/>
            <pc:sldMk cId="1147704002" sldId="16775959"/>
            <ac:spMk id="18" creationId="{573AD013-DA5E-4F87-B6D0-C3C085285DEE}"/>
          </ac:spMkLst>
        </pc:spChg>
        <pc:spChg chg="del">
          <ac:chgData name="Yang You" userId="81ee67ff-e6ba-436d-99fd-0a8de86a4bf9" providerId="ADAL" clId="{ECE8191B-FCDA-47B3-ABAC-3E8255FF6FCF}" dt="2026-07-06T01:58:17.763" v="2912" actId="478"/>
          <ac:spMkLst>
            <pc:docMk/>
            <pc:sldMk cId="1147704002" sldId="16775959"/>
            <ac:spMk id="19" creationId="{B082405C-B76A-F98A-A495-7DB5AE7546F8}"/>
          </ac:spMkLst>
        </pc:spChg>
        <pc:spChg chg="del">
          <ac:chgData name="Yang You" userId="81ee67ff-e6ba-436d-99fd-0a8de86a4bf9" providerId="ADAL" clId="{ECE8191B-FCDA-47B3-ABAC-3E8255FF6FCF}" dt="2026-07-06T01:58:17.763" v="2912" actId="478"/>
          <ac:spMkLst>
            <pc:docMk/>
            <pc:sldMk cId="1147704002" sldId="16775959"/>
            <ac:spMk id="20" creationId="{B8EC5D47-D9C7-A528-2414-DC14E6C64E38}"/>
          </ac:spMkLst>
        </pc:spChg>
        <pc:spChg chg="del">
          <ac:chgData name="Yang You" userId="81ee67ff-e6ba-436d-99fd-0a8de86a4bf9" providerId="ADAL" clId="{ECE8191B-FCDA-47B3-ABAC-3E8255FF6FCF}" dt="2026-07-06T01:58:17.763" v="2912" actId="478"/>
          <ac:spMkLst>
            <pc:docMk/>
            <pc:sldMk cId="1147704002" sldId="16775959"/>
            <ac:spMk id="23" creationId="{9B7E1861-1A5A-6336-8676-5C5F919F6284}"/>
          </ac:spMkLst>
        </pc:spChg>
        <pc:spChg chg="del">
          <ac:chgData name="Yang You" userId="81ee67ff-e6ba-436d-99fd-0a8de86a4bf9" providerId="ADAL" clId="{ECE8191B-FCDA-47B3-ABAC-3E8255FF6FCF}" dt="2026-07-06T01:58:17.763" v="2912" actId="478"/>
          <ac:spMkLst>
            <pc:docMk/>
            <pc:sldMk cId="1147704002" sldId="16775959"/>
            <ac:spMk id="24" creationId="{A65EE28D-CB34-720A-36BC-B9C5DA3F0FB3}"/>
          </ac:spMkLst>
        </pc:spChg>
      </pc:sldChg>
      <pc:sldChg chg="addSp delSp modSp mod">
        <pc:chgData name="Yang You" userId="81ee67ff-e6ba-436d-99fd-0a8de86a4bf9" providerId="ADAL" clId="{ECE8191B-FCDA-47B3-ABAC-3E8255FF6FCF}" dt="2026-07-06T21:58:44.702" v="3173" actId="14100"/>
        <pc:sldMkLst>
          <pc:docMk/>
          <pc:sldMk cId="3301735823" sldId="16775960"/>
        </pc:sldMkLst>
        <pc:spChg chg="add mod">
          <ac:chgData name="Yang You" userId="81ee67ff-e6ba-436d-99fd-0a8de86a4bf9" providerId="ADAL" clId="{ECE8191B-FCDA-47B3-ABAC-3E8255FF6FCF}" dt="2026-07-06T21:58:27.974" v="3169" actId="113"/>
          <ac:spMkLst>
            <pc:docMk/>
            <pc:sldMk cId="3301735823" sldId="16775960"/>
            <ac:spMk id="2" creationId="{30860A2F-C6C0-AAA5-AB5D-5238003F70A1}"/>
          </ac:spMkLst>
        </pc:spChg>
        <pc:spChg chg="add mod">
          <ac:chgData name="Yang You" userId="81ee67ff-e6ba-436d-99fd-0a8de86a4bf9" providerId="ADAL" clId="{ECE8191B-FCDA-47B3-ABAC-3E8255FF6FCF}" dt="2026-07-06T21:58:19.550" v="3168"/>
          <ac:spMkLst>
            <pc:docMk/>
            <pc:sldMk cId="3301735823" sldId="16775960"/>
            <ac:spMk id="3" creationId="{6D5CC1D1-72DB-0986-AD15-4B305EA1B4E2}"/>
          </ac:spMkLst>
        </pc:spChg>
        <pc:grpChg chg="del">
          <ac:chgData name="Yang You" userId="81ee67ff-e6ba-436d-99fd-0a8de86a4bf9" providerId="ADAL" clId="{ECE8191B-FCDA-47B3-ABAC-3E8255FF6FCF}" dt="2026-07-06T21:23:05.535" v="2942" actId="478"/>
          <ac:grpSpMkLst>
            <pc:docMk/>
            <pc:sldMk cId="3301735823" sldId="16775960"/>
            <ac:grpSpMk id="27" creationId="{FD0F69A2-BABE-F57E-3FFA-FD06F76FC929}"/>
          </ac:grpSpMkLst>
        </pc:grpChg>
        <pc:grpChg chg="del">
          <ac:chgData name="Yang You" userId="81ee67ff-e6ba-436d-99fd-0a8de86a4bf9" providerId="ADAL" clId="{ECE8191B-FCDA-47B3-ABAC-3E8255FF6FCF}" dt="2026-07-06T21:23:05.535" v="2942" actId="478"/>
          <ac:grpSpMkLst>
            <pc:docMk/>
            <pc:sldMk cId="3301735823" sldId="16775960"/>
            <ac:grpSpMk id="28" creationId="{FD793DF4-7B26-057D-0687-53A5D374A03B}"/>
          </ac:grpSpMkLst>
        </pc:grpChg>
        <pc:grpChg chg="mod">
          <ac:chgData name="Yang You" userId="81ee67ff-e6ba-436d-99fd-0a8de86a4bf9" providerId="ADAL" clId="{ECE8191B-FCDA-47B3-ABAC-3E8255FF6FCF}" dt="2026-07-06T21:58:42.076" v="3172" actId="14100"/>
          <ac:grpSpMkLst>
            <pc:docMk/>
            <pc:sldMk cId="3301735823" sldId="16775960"/>
            <ac:grpSpMk id="29" creationId="{1F6A0A87-F662-CAB1-977D-8FDCB800C30D}"/>
          </ac:grpSpMkLst>
        </pc:grpChg>
        <pc:grpChg chg="mod">
          <ac:chgData name="Yang You" userId="81ee67ff-e6ba-436d-99fd-0a8de86a4bf9" providerId="ADAL" clId="{ECE8191B-FCDA-47B3-ABAC-3E8255FF6FCF}" dt="2026-07-06T21:58:44.702" v="3173" actId="14100"/>
          <ac:grpSpMkLst>
            <pc:docMk/>
            <pc:sldMk cId="3301735823" sldId="16775960"/>
            <ac:grpSpMk id="30" creationId="{CAC3027C-9183-96C9-3CDA-EB5D70A1006E}"/>
          </ac:grpSpMkLst>
        </pc:grpChg>
        <pc:picChg chg="mod">
          <ac:chgData name="Yang You" userId="81ee67ff-e6ba-436d-99fd-0a8de86a4bf9" providerId="ADAL" clId="{ECE8191B-FCDA-47B3-ABAC-3E8255FF6FCF}" dt="2026-07-06T02:57:32.299" v="2914" actId="1076"/>
          <ac:picMkLst>
            <pc:docMk/>
            <pc:sldMk cId="3301735823" sldId="16775960"/>
            <ac:picMk id="3" creationId="{E96FD437-74A1-3F6D-6E0A-F82F153BD776}"/>
          </ac:picMkLst>
        </pc:picChg>
        <pc:picChg chg="mod">
          <ac:chgData name="Yang You" userId="81ee67ff-e6ba-436d-99fd-0a8de86a4bf9" providerId="ADAL" clId="{ECE8191B-FCDA-47B3-ABAC-3E8255FF6FCF}" dt="2026-07-06T02:59:47.028" v="2915" actId="14100"/>
          <ac:picMkLst>
            <pc:docMk/>
            <pc:sldMk cId="3301735823" sldId="16775960"/>
            <ac:picMk id="5" creationId="{3D2FA995-1575-2687-5797-34E0F4E84F5F}"/>
          </ac:picMkLst>
        </pc:picChg>
        <pc:picChg chg="mod">
          <ac:chgData name="Yang You" userId="81ee67ff-e6ba-436d-99fd-0a8de86a4bf9" providerId="ADAL" clId="{ECE8191B-FCDA-47B3-ABAC-3E8255FF6FCF}" dt="2026-07-06T02:59:52.263" v="2917" actId="14100"/>
          <ac:picMkLst>
            <pc:docMk/>
            <pc:sldMk cId="3301735823" sldId="16775960"/>
            <ac:picMk id="9" creationId="{36572CAB-81BE-40ED-8EC3-0CEB8AB305A3}"/>
          </ac:picMkLst>
        </pc:picChg>
        <pc:picChg chg="mod">
          <ac:chgData name="Yang You" userId="81ee67ff-e6ba-436d-99fd-0a8de86a4bf9" providerId="ADAL" clId="{ECE8191B-FCDA-47B3-ABAC-3E8255FF6FCF}" dt="2026-07-06T03:32:04.251" v="2921" actId="1076"/>
          <ac:picMkLst>
            <pc:docMk/>
            <pc:sldMk cId="3301735823" sldId="16775960"/>
            <ac:picMk id="14" creationId="{FE5BAB3E-66F0-9741-C4BC-27E4235A5047}"/>
          </ac:picMkLst>
        </pc:picChg>
      </pc:sldChg>
      <pc:sldChg chg="modSp add mod">
        <pc:chgData name="Yang You" userId="81ee67ff-e6ba-436d-99fd-0a8de86a4bf9" providerId="ADAL" clId="{ECE8191B-FCDA-47B3-ABAC-3E8255FF6FCF}" dt="2026-07-06T22:16:46.099" v="3373" actId="1076"/>
        <pc:sldMkLst>
          <pc:docMk/>
          <pc:sldMk cId="862592378" sldId="16775961"/>
        </pc:sldMkLst>
        <pc:spChg chg="mod">
          <ac:chgData name="Yang You" userId="81ee67ff-e6ba-436d-99fd-0a8de86a4bf9" providerId="ADAL" clId="{ECE8191B-FCDA-47B3-ABAC-3E8255FF6FCF}" dt="2026-07-06T22:16:46.099" v="3373" actId="1076"/>
          <ac:spMkLst>
            <pc:docMk/>
            <pc:sldMk cId="862592378" sldId="16775961"/>
            <ac:spMk id="3" creationId="{D88F7869-4866-F960-B4FF-A531DBEAA34B}"/>
          </ac:spMkLst>
        </pc:spChg>
        <pc:spChg chg="mod">
          <ac:chgData name="Yang You" userId="81ee67ff-e6ba-436d-99fd-0a8de86a4bf9" providerId="ADAL" clId="{ECE8191B-FCDA-47B3-ABAC-3E8255FF6FCF}" dt="2026-07-06T22:16:38.721" v="3371" actId="21"/>
          <ac:spMkLst>
            <pc:docMk/>
            <pc:sldMk cId="862592378" sldId="16775961"/>
            <ac:spMk id="4" creationId="{8EE22632-CA9D-05F5-3BEE-23832F8F5437}"/>
          </ac:spMkLst>
        </pc:spChg>
      </pc:sldChg>
      <pc:sldChg chg="add mod modShow">
        <pc:chgData name="Yang You" userId="81ee67ff-e6ba-436d-99fd-0a8de86a4bf9" providerId="ADAL" clId="{ECE8191B-FCDA-47B3-ABAC-3E8255FF6FCF}" dt="2026-07-06T22:36:41.345" v="3458" actId="729"/>
        <pc:sldMkLst>
          <pc:docMk/>
          <pc:sldMk cId="1136219319" sldId="16775962"/>
        </pc:sldMkLst>
      </pc:sldChg>
      <pc:sldChg chg="del">
        <pc:chgData name="Yang You" userId="81ee67ff-e6ba-436d-99fd-0a8de86a4bf9" providerId="ADAL" clId="{ECE8191B-FCDA-47B3-ABAC-3E8255FF6FCF}" dt="2026-07-06T21:23:27.788" v="2944" actId="2696"/>
        <pc:sldMkLst>
          <pc:docMk/>
          <pc:sldMk cId="3320656685" sldId="16775962"/>
        </pc:sldMkLst>
      </pc:sldChg>
      <pc:sldChg chg="del">
        <pc:chgData name="Yang You" userId="81ee67ff-e6ba-436d-99fd-0a8de86a4bf9" providerId="ADAL" clId="{ECE8191B-FCDA-47B3-ABAC-3E8255FF6FCF}" dt="2026-07-06T21:23:27.788" v="2944" actId="2696"/>
        <pc:sldMkLst>
          <pc:docMk/>
          <pc:sldMk cId="204589083" sldId="16775963"/>
        </pc:sldMkLst>
      </pc:sldChg>
      <pc:sldChg chg="add mod modShow">
        <pc:chgData name="Yang You" userId="81ee67ff-e6ba-436d-99fd-0a8de86a4bf9" providerId="ADAL" clId="{ECE8191B-FCDA-47B3-ABAC-3E8255FF6FCF}" dt="2026-07-06T22:36:41.345" v="3458" actId="729"/>
        <pc:sldMkLst>
          <pc:docMk/>
          <pc:sldMk cId="2911581501" sldId="16775963"/>
        </pc:sldMkLst>
      </pc:sldChg>
      <pc:sldChg chg="del">
        <pc:chgData name="Yang You" userId="81ee67ff-e6ba-436d-99fd-0a8de86a4bf9" providerId="ADAL" clId="{ECE8191B-FCDA-47B3-ABAC-3E8255FF6FCF}" dt="2026-07-06T21:23:27.788" v="2944" actId="2696"/>
        <pc:sldMkLst>
          <pc:docMk/>
          <pc:sldMk cId="363063922" sldId="16775964"/>
        </pc:sldMkLst>
      </pc:sldChg>
      <pc:sldChg chg="add mod modShow">
        <pc:chgData name="Yang You" userId="81ee67ff-e6ba-436d-99fd-0a8de86a4bf9" providerId="ADAL" clId="{ECE8191B-FCDA-47B3-ABAC-3E8255FF6FCF}" dt="2026-07-06T22:36:41.345" v="3458" actId="729"/>
        <pc:sldMkLst>
          <pc:docMk/>
          <pc:sldMk cId="3246477948" sldId="16775964"/>
        </pc:sldMkLst>
      </pc:sldChg>
      <pc:sldChg chg="add mod modShow">
        <pc:chgData name="Yang You" userId="81ee67ff-e6ba-436d-99fd-0a8de86a4bf9" providerId="ADAL" clId="{ECE8191B-FCDA-47B3-ABAC-3E8255FF6FCF}" dt="2026-07-06T22:36:41.345" v="3458" actId="729"/>
        <pc:sldMkLst>
          <pc:docMk/>
          <pc:sldMk cId="879155428" sldId="16775965"/>
        </pc:sldMkLst>
      </pc:sldChg>
      <pc:sldChg chg="del">
        <pc:chgData name="Yang You" userId="81ee67ff-e6ba-436d-99fd-0a8de86a4bf9" providerId="ADAL" clId="{ECE8191B-FCDA-47B3-ABAC-3E8255FF6FCF}" dt="2026-07-06T21:23:27.788" v="2944" actId="2696"/>
        <pc:sldMkLst>
          <pc:docMk/>
          <pc:sldMk cId="2577128034" sldId="16775965"/>
        </pc:sldMkLst>
      </pc:sldChg>
      <pc:sldChg chg="add">
        <pc:chgData name="Yang You" userId="81ee67ff-e6ba-436d-99fd-0a8de86a4bf9" providerId="ADAL" clId="{ECE8191B-FCDA-47B3-ABAC-3E8255FF6FCF}" dt="2026-07-06T03:28:55.445" v="2918"/>
        <pc:sldMkLst>
          <pc:docMk/>
          <pc:sldMk cId="2628689956" sldId="16775966"/>
        </pc:sldMkLst>
      </pc:sldChg>
      <pc:sldChg chg="addSp delSp modSp add mod">
        <pc:chgData name="Yang You" userId="81ee67ff-e6ba-436d-99fd-0a8de86a4bf9" providerId="ADAL" clId="{ECE8191B-FCDA-47B3-ABAC-3E8255FF6FCF}" dt="2026-07-06T22:02:38.263" v="3270"/>
        <pc:sldMkLst>
          <pc:docMk/>
          <pc:sldMk cId="1826373007" sldId="16775969"/>
        </pc:sldMkLst>
        <pc:spChg chg="add mod">
          <ac:chgData name="Yang You" userId="81ee67ff-e6ba-436d-99fd-0a8de86a4bf9" providerId="ADAL" clId="{ECE8191B-FCDA-47B3-ABAC-3E8255FF6FCF}" dt="2026-07-06T22:00:41.348" v="3216"/>
          <ac:spMkLst>
            <pc:docMk/>
            <pc:sldMk cId="1826373007" sldId="16775969"/>
            <ac:spMk id="2" creationId="{01A0DBAC-1EAB-3964-FA67-CDFAA3AEEC1C}"/>
          </ac:spMkLst>
        </pc:spChg>
        <pc:spChg chg="add mod">
          <ac:chgData name="Yang You" userId="81ee67ff-e6ba-436d-99fd-0a8de86a4bf9" providerId="ADAL" clId="{ECE8191B-FCDA-47B3-ABAC-3E8255FF6FCF}" dt="2026-07-06T22:02:38.263" v="3270"/>
          <ac:spMkLst>
            <pc:docMk/>
            <pc:sldMk cId="1826373007" sldId="16775969"/>
            <ac:spMk id="3" creationId="{31DBA205-F24D-7940-7287-F4B6D472E90C}"/>
          </ac:spMkLst>
        </pc:spChg>
        <pc:grpChg chg="mod">
          <ac:chgData name="Yang You" userId="81ee67ff-e6ba-436d-99fd-0a8de86a4bf9" providerId="ADAL" clId="{ECE8191B-FCDA-47B3-ABAC-3E8255FF6FCF}" dt="2026-07-06T21:59:17.784" v="3181" actId="14100"/>
          <ac:grpSpMkLst>
            <pc:docMk/>
            <pc:sldMk cId="1826373007" sldId="16775969"/>
            <ac:grpSpMk id="27" creationId="{4CA56382-2DA0-061F-06D7-777A465D83AE}"/>
          </ac:grpSpMkLst>
        </pc:grpChg>
        <pc:grpChg chg="mod">
          <ac:chgData name="Yang You" userId="81ee67ff-e6ba-436d-99fd-0a8de86a4bf9" providerId="ADAL" clId="{ECE8191B-FCDA-47B3-ABAC-3E8255FF6FCF}" dt="2026-07-06T21:59:13.448" v="3179" actId="14100"/>
          <ac:grpSpMkLst>
            <pc:docMk/>
            <pc:sldMk cId="1826373007" sldId="16775969"/>
            <ac:grpSpMk id="28" creationId="{3309C848-23BC-5B15-C7A2-D0B370B57CF0}"/>
          </ac:grpSpMkLst>
        </pc:grpChg>
        <pc:grpChg chg="del">
          <ac:chgData name="Yang You" userId="81ee67ff-e6ba-436d-99fd-0a8de86a4bf9" providerId="ADAL" clId="{ECE8191B-FCDA-47B3-ABAC-3E8255FF6FCF}" dt="2026-07-06T21:23:17.223" v="2943" actId="478"/>
          <ac:grpSpMkLst>
            <pc:docMk/>
            <pc:sldMk cId="1826373007" sldId="16775969"/>
            <ac:grpSpMk id="29" creationId="{95919BC5-A160-33AE-93BC-D2CD9FEF5E74}"/>
          </ac:grpSpMkLst>
        </pc:grpChg>
        <pc:grpChg chg="del">
          <ac:chgData name="Yang You" userId="81ee67ff-e6ba-436d-99fd-0a8de86a4bf9" providerId="ADAL" clId="{ECE8191B-FCDA-47B3-ABAC-3E8255FF6FCF}" dt="2026-07-06T21:23:17.223" v="2943" actId="478"/>
          <ac:grpSpMkLst>
            <pc:docMk/>
            <pc:sldMk cId="1826373007" sldId="16775969"/>
            <ac:grpSpMk id="30" creationId="{98DF7CB9-55AA-2629-A8F4-40F4A54B46E1}"/>
          </ac:grpSpMkLst>
        </pc:grpChg>
      </pc:sldChg>
      <pc:sldChg chg="modSp add mod">
        <pc:chgData name="Yang You" userId="81ee67ff-e6ba-436d-99fd-0a8de86a4bf9" providerId="ADAL" clId="{ECE8191B-FCDA-47B3-ABAC-3E8255FF6FCF}" dt="2026-07-06T22:11:22.726" v="3357" actId="20577"/>
        <pc:sldMkLst>
          <pc:docMk/>
          <pc:sldMk cId="1816583681" sldId="16775970"/>
        </pc:sldMkLst>
        <pc:spChg chg="mod">
          <ac:chgData name="Yang You" userId="81ee67ff-e6ba-436d-99fd-0a8de86a4bf9" providerId="ADAL" clId="{ECE8191B-FCDA-47B3-ABAC-3E8255FF6FCF}" dt="2026-07-06T22:11:22.726" v="3357" actId="20577"/>
          <ac:spMkLst>
            <pc:docMk/>
            <pc:sldMk cId="1816583681" sldId="16775970"/>
            <ac:spMk id="8" creationId="{655ED87C-EAEF-6290-DE06-B6FDB9146474}"/>
          </ac:spMkLst>
        </pc:spChg>
      </pc:sldChg>
      <pc:sldChg chg="add">
        <pc:chgData name="Yang You" userId="81ee67ff-e6ba-436d-99fd-0a8de86a4bf9" providerId="ADAL" clId="{ECE8191B-FCDA-47B3-ABAC-3E8255FF6FCF}" dt="2026-07-06T22:12:08.379" v="3365"/>
        <pc:sldMkLst>
          <pc:docMk/>
          <pc:sldMk cId="1935371383" sldId="16775971"/>
        </pc:sldMkLst>
      </pc:sldChg>
      <pc:sldChg chg="add del">
        <pc:chgData name="Yang You" userId="81ee67ff-e6ba-436d-99fd-0a8de86a4bf9" providerId="ADAL" clId="{ECE8191B-FCDA-47B3-ABAC-3E8255FF6FCF}" dt="2026-07-06T22:36:17.472" v="3455" actId="2696"/>
        <pc:sldMkLst>
          <pc:docMk/>
          <pc:sldMk cId="427778683" sldId="16775972"/>
        </pc:sldMkLst>
      </pc:sldChg>
      <pc:sldChg chg="add mod modShow">
        <pc:chgData name="Yang You" userId="81ee67ff-e6ba-436d-99fd-0a8de86a4bf9" providerId="ADAL" clId="{ECE8191B-FCDA-47B3-ABAC-3E8255FF6FCF}" dt="2026-07-06T22:36:41.345" v="3458" actId="729"/>
        <pc:sldMkLst>
          <pc:docMk/>
          <pc:sldMk cId="3896886343" sldId="16775972"/>
        </pc:sldMkLst>
      </pc:sldChg>
    </pc:docChg>
  </pc:docChgLst>
  <pc:docChgLst>
    <pc:chgData name="Charlotte Qi" userId="6c0514a0-3078-405a-98b7-f72c627d6e89" providerId="ADAL" clId="{7B288C81-4AEB-484D-8871-8332C10E7F2E}"/>
    <pc:docChg chg="undo custSel addSld delSld modSld sldOrd modSection">
      <pc:chgData name="Charlotte Qi" userId="6c0514a0-3078-405a-98b7-f72c627d6e89" providerId="ADAL" clId="{7B288C81-4AEB-484D-8871-8332C10E7F2E}" dt="2026-07-06T18:05:34.612" v="1482" actId="1035"/>
      <pc:docMkLst>
        <pc:docMk/>
      </pc:docMkLst>
      <pc:sldChg chg="modSp mod">
        <pc:chgData name="Charlotte Qi" userId="6c0514a0-3078-405a-98b7-f72c627d6e89" providerId="ADAL" clId="{7B288C81-4AEB-484D-8871-8332C10E7F2E}" dt="2026-07-06T17:42:41.975" v="1203" actId="404"/>
        <pc:sldMkLst>
          <pc:docMk/>
          <pc:sldMk cId="1198087605" sldId="16772731"/>
        </pc:sldMkLst>
        <pc:spChg chg="mod">
          <ac:chgData name="Charlotte Qi" userId="6c0514a0-3078-405a-98b7-f72c627d6e89" providerId="ADAL" clId="{7B288C81-4AEB-484D-8871-8332C10E7F2E}" dt="2026-07-06T17:42:17.989" v="1201" actId="1076"/>
          <ac:spMkLst>
            <pc:docMk/>
            <pc:sldMk cId="1198087605" sldId="16772731"/>
            <ac:spMk id="11" creationId="{99369571-5E28-B3B3-2C94-52845D81855A}"/>
          </ac:spMkLst>
        </pc:spChg>
        <pc:graphicFrameChg chg="modGraphic">
          <ac:chgData name="Charlotte Qi" userId="6c0514a0-3078-405a-98b7-f72c627d6e89" providerId="ADAL" clId="{7B288C81-4AEB-484D-8871-8332C10E7F2E}" dt="2026-07-06T17:41:44.039" v="1195" actId="13926"/>
          <ac:graphicFrameMkLst>
            <pc:docMk/>
            <pc:sldMk cId="1198087605" sldId="16772731"/>
            <ac:graphicFrameMk id="12" creationId="{1863FECE-8386-67BE-2359-125BFD2ACA2B}"/>
          </ac:graphicFrameMkLst>
        </pc:graphicFrameChg>
        <pc:graphicFrameChg chg="mod">
          <ac:chgData name="Charlotte Qi" userId="6c0514a0-3078-405a-98b7-f72c627d6e89" providerId="ADAL" clId="{7B288C81-4AEB-484D-8871-8332C10E7F2E}" dt="2026-07-06T17:42:41.975" v="1203" actId="404"/>
          <ac:graphicFrameMkLst>
            <pc:docMk/>
            <pc:sldMk cId="1198087605" sldId="16772731"/>
            <ac:graphicFrameMk id="20" creationId="{00000000-0008-0000-0200-000002000000}"/>
          </ac:graphicFrameMkLst>
        </pc:graphicFrameChg>
      </pc:sldChg>
      <pc:sldChg chg="modSp mod">
        <pc:chgData name="Charlotte Qi" userId="6c0514a0-3078-405a-98b7-f72c627d6e89" providerId="ADAL" clId="{7B288C81-4AEB-484D-8871-8332C10E7F2E}" dt="2026-07-06T17:36:33.348" v="1184" actId="108"/>
        <pc:sldMkLst>
          <pc:docMk/>
          <pc:sldMk cId="3820276441" sldId="16772742"/>
        </pc:sldMkLst>
        <pc:spChg chg="mod">
          <ac:chgData name="Charlotte Qi" userId="6c0514a0-3078-405a-98b7-f72c627d6e89" providerId="ADAL" clId="{7B288C81-4AEB-484D-8871-8332C10E7F2E}" dt="2026-07-06T17:36:07.089" v="1182" actId="1076"/>
          <ac:spMkLst>
            <pc:docMk/>
            <pc:sldMk cId="3820276441" sldId="16772742"/>
            <ac:spMk id="7" creationId="{95B041F6-7E74-82BF-B2CF-8EFE6C2EBF8A}"/>
          </ac:spMkLst>
        </pc:spChg>
        <pc:spChg chg="mod">
          <ac:chgData name="Charlotte Qi" userId="6c0514a0-3078-405a-98b7-f72c627d6e89" providerId="ADAL" clId="{7B288C81-4AEB-484D-8871-8332C10E7F2E}" dt="2026-07-06T17:36:33.348" v="1184" actId="108"/>
          <ac:spMkLst>
            <pc:docMk/>
            <pc:sldMk cId="3820276441" sldId="16772742"/>
            <ac:spMk id="19" creationId="{37E4F07B-F927-0358-7C7A-2498516AC988}"/>
          </ac:spMkLst>
        </pc:spChg>
        <pc:spChg chg="mod">
          <ac:chgData name="Charlotte Qi" userId="6c0514a0-3078-405a-98b7-f72c627d6e89" providerId="ADAL" clId="{7B288C81-4AEB-484D-8871-8332C10E7F2E}" dt="2026-07-06T17:36:07.089" v="1182" actId="1076"/>
          <ac:spMkLst>
            <pc:docMk/>
            <pc:sldMk cId="3820276441" sldId="16772742"/>
            <ac:spMk id="20" creationId="{CC519AB9-14B4-EE3D-2038-9188B8E93507}"/>
          </ac:spMkLst>
        </pc:spChg>
        <pc:spChg chg="mod">
          <ac:chgData name="Charlotte Qi" userId="6c0514a0-3078-405a-98b7-f72c627d6e89" providerId="ADAL" clId="{7B288C81-4AEB-484D-8871-8332C10E7F2E}" dt="2026-07-06T17:36:07.089" v="1182" actId="1076"/>
          <ac:spMkLst>
            <pc:docMk/>
            <pc:sldMk cId="3820276441" sldId="16772742"/>
            <ac:spMk id="21" creationId="{FF74FF5C-60E5-77C3-D27B-F5154A0ADFC5}"/>
          </ac:spMkLst>
        </pc:spChg>
        <pc:spChg chg="mod">
          <ac:chgData name="Charlotte Qi" userId="6c0514a0-3078-405a-98b7-f72c627d6e89" providerId="ADAL" clId="{7B288C81-4AEB-484D-8871-8332C10E7F2E}" dt="2026-07-06T17:36:07.089" v="1182" actId="1076"/>
          <ac:spMkLst>
            <pc:docMk/>
            <pc:sldMk cId="3820276441" sldId="16772742"/>
            <ac:spMk id="24" creationId="{60BFF85F-032B-737E-8B6C-2C13E7B1E55E}"/>
          </ac:spMkLst>
        </pc:spChg>
      </pc:sldChg>
      <pc:sldChg chg="modSp mod">
        <pc:chgData name="Charlotte Qi" userId="6c0514a0-3078-405a-98b7-f72c627d6e89" providerId="ADAL" clId="{7B288C81-4AEB-484D-8871-8332C10E7F2E}" dt="2026-07-06T17:18:01.844" v="1053" actId="20577"/>
        <pc:sldMkLst>
          <pc:docMk/>
          <pc:sldMk cId="2795197060" sldId="16772746"/>
        </pc:sldMkLst>
        <pc:spChg chg="mod">
          <ac:chgData name="Charlotte Qi" userId="6c0514a0-3078-405a-98b7-f72c627d6e89" providerId="ADAL" clId="{7B288C81-4AEB-484D-8871-8332C10E7F2E}" dt="2026-07-06T01:55:14.617" v="286" actId="20577"/>
          <ac:spMkLst>
            <pc:docMk/>
            <pc:sldMk cId="2795197060" sldId="16772746"/>
            <ac:spMk id="3" creationId="{6491A6B5-EC8D-3282-3822-184802BE4C11}"/>
          </ac:spMkLst>
        </pc:spChg>
        <pc:spChg chg="mod">
          <ac:chgData name="Charlotte Qi" userId="6c0514a0-3078-405a-98b7-f72c627d6e89" providerId="ADAL" clId="{7B288C81-4AEB-484D-8871-8332C10E7F2E}" dt="2026-07-06T17:18:01.844" v="1053" actId="20577"/>
          <ac:spMkLst>
            <pc:docMk/>
            <pc:sldMk cId="2795197060" sldId="16772746"/>
            <ac:spMk id="6" creationId="{083540AA-68C1-8FB5-142F-06E4F0030D36}"/>
          </ac:spMkLst>
        </pc:spChg>
        <pc:spChg chg="mod">
          <ac:chgData name="Charlotte Qi" userId="6c0514a0-3078-405a-98b7-f72c627d6e89" providerId="ADAL" clId="{7B288C81-4AEB-484D-8871-8332C10E7F2E}" dt="2026-07-06T01:58:02.784" v="415" actId="20577"/>
          <ac:spMkLst>
            <pc:docMk/>
            <pc:sldMk cId="2795197060" sldId="16772746"/>
            <ac:spMk id="28" creationId="{408ECA02-B288-1B6D-DA67-BE071AAC274A}"/>
          </ac:spMkLst>
        </pc:spChg>
        <pc:graphicFrameChg chg="mod modGraphic">
          <ac:chgData name="Charlotte Qi" userId="6c0514a0-3078-405a-98b7-f72c627d6e89" providerId="ADAL" clId="{7B288C81-4AEB-484D-8871-8332C10E7F2E}" dt="2026-07-06T09:16:24.462" v="859" actId="20577"/>
          <ac:graphicFrameMkLst>
            <pc:docMk/>
            <pc:sldMk cId="2795197060" sldId="16772746"/>
            <ac:graphicFrameMk id="16" creationId="{4F6E2FAF-3BCE-5D30-542F-FF747FB20FEB}"/>
          </ac:graphicFrameMkLst>
        </pc:graphicFrameChg>
      </pc:sldChg>
      <pc:sldChg chg="delSp modSp mod">
        <pc:chgData name="Charlotte Qi" userId="6c0514a0-3078-405a-98b7-f72c627d6e89" providerId="ADAL" clId="{7B288C81-4AEB-484D-8871-8332C10E7F2E}" dt="2026-07-06T17:28:20.164" v="1148" actId="20577"/>
        <pc:sldMkLst>
          <pc:docMk/>
          <pc:sldMk cId="1364072797" sldId="16772752"/>
        </pc:sldMkLst>
        <pc:spChg chg="mod">
          <ac:chgData name="Charlotte Qi" userId="6c0514a0-3078-405a-98b7-f72c627d6e89" providerId="ADAL" clId="{7B288C81-4AEB-484D-8871-8332C10E7F2E}" dt="2026-07-06T17:28:20.164" v="1148" actId="20577"/>
          <ac:spMkLst>
            <pc:docMk/>
            <pc:sldMk cId="1364072797" sldId="16772752"/>
            <ac:spMk id="5" creationId="{FB413857-58EA-7C6C-3418-DDC2E8CD98F0}"/>
          </ac:spMkLst>
        </pc:spChg>
        <pc:spChg chg="del">
          <ac:chgData name="Charlotte Qi" userId="6c0514a0-3078-405a-98b7-f72c627d6e89" providerId="ADAL" clId="{7B288C81-4AEB-484D-8871-8332C10E7F2E}" dt="2026-07-06T17:28:17.571" v="1147" actId="478"/>
          <ac:spMkLst>
            <pc:docMk/>
            <pc:sldMk cId="1364072797" sldId="16772752"/>
            <ac:spMk id="7" creationId="{532FFEEC-5BFC-8A75-C4DD-7FAB8C5E7E93}"/>
          </ac:spMkLst>
        </pc:spChg>
      </pc:sldChg>
      <pc:sldChg chg="delSp modSp mod">
        <pc:chgData name="Charlotte Qi" userId="6c0514a0-3078-405a-98b7-f72c627d6e89" providerId="ADAL" clId="{7B288C81-4AEB-484D-8871-8332C10E7F2E}" dt="2026-07-06T17:41:04.385" v="1187" actId="14100"/>
        <pc:sldMkLst>
          <pc:docMk/>
          <pc:sldMk cId="2465856507" sldId="16775893"/>
        </pc:sldMkLst>
        <pc:spChg chg="mod">
          <ac:chgData name="Charlotte Qi" userId="6c0514a0-3078-405a-98b7-f72c627d6e89" providerId="ADAL" clId="{7B288C81-4AEB-484D-8871-8332C10E7F2E}" dt="2026-07-06T17:21:20.158" v="1078" actId="14100"/>
          <ac:spMkLst>
            <pc:docMk/>
            <pc:sldMk cId="2465856507" sldId="16775893"/>
            <ac:spMk id="4" creationId="{AEB868FA-F2DE-5F26-409A-719D8686DB4A}"/>
          </ac:spMkLst>
        </pc:spChg>
        <pc:spChg chg="mod">
          <ac:chgData name="Charlotte Qi" userId="6c0514a0-3078-405a-98b7-f72c627d6e89" providerId="ADAL" clId="{7B288C81-4AEB-484D-8871-8332C10E7F2E}" dt="2026-07-06T17:41:04.385" v="1187" actId="14100"/>
          <ac:spMkLst>
            <pc:docMk/>
            <pc:sldMk cId="2465856507" sldId="16775893"/>
            <ac:spMk id="10" creationId="{D812286D-CBE6-3C16-68A7-76F6DE3ED18A}"/>
          </ac:spMkLst>
        </pc:spChg>
        <pc:spChg chg="del">
          <ac:chgData name="Charlotte Qi" userId="6c0514a0-3078-405a-98b7-f72c627d6e89" providerId="ADAL" clId="{7B288C81-4AEB-484D-8871-8332C10E7F2E}" dt="2026-07-06T17:20:18.311" v="1064" actId="478"/>
          <ac:spMkLst>
            <pc:docMk/>
            <pc:sldMk cId="2465856507" sldId="16775893"/>
            <ac:spMk id="15" creationId="{83F65592-6DE9-26F1-B8E4-D01EC62D3B48}"/>
          </ac:spMkLst>
        </pc:spChg>
        <pc:spChg chg="mod">
          <ac:chgData name="Charlotte Qi" userId="6c0514a0-3078-405a-98b7-f72c627d6e89" providerId="ADAL" clId="{7B288C81-4AEB-484D-8871-8332C10E7F2E}" dt="2026-07-06T17:21:32.318" v="1080" actId="14100"/>
          <ac:spMkLst>
            <pc:docMk/>
            <pc:sldMk cId="2465856507" sldId="16775893"/>
            <ac:spMk id="18" creationId="{2EA485CA-24B2-E2B8-568A-96A9D3F9E38D}"/>
          </ac:spMkLst>
        </pc:spChg>
        <pc:graphicFrameChg chg="mod modGraphic">
          <ac:chgData name="Charlotte Qi" userId="6c0514a0-3078-405a-98b7-f72c627d6e89" providerId="ADAL" clId="{7B288C81-4AEB-484D-8871-8332C10E7F2E}" dt="2026-07-06T17:21:20.158" v="1078" actId="14100"/>
          <ac:graphicFrameMkLst>
            <pc:docMk/>
            <pc:sldMk cId="2465856507" sldId="16775893"/>
            <ac:graphicFrameMk id="6" creationId="{39516B63-2935-8A63-68D0-2DF052AB6E82}"/>
          </ac:graphicFrameMkLst>
        </pc:graphicFrameChg>
        <pc:graphicFrameChg chg="del modGraphic">
          <ac:chgData name="Charlotte Qi" userId="6c0514a0-3078-405a-98b7-f72c627d6e89" providerId="ADAL" clId="{7B288C81-4AEB-484D-8871-8332C10E7F2E}" dt="2026-07-06T17:20:18.311" v="1064" actId="478"/>
          <ac:graphicFrameMkLst>
            <pc:docMk/>
            <pc:sldMk cId="2465856507" sldId="16775893"/>
            <ac:graphicFrameMk id="17" creationId="{287582F9-E0A9-54A6-22E1-68849C021C4C}"/>
          </ac:graphicFrameMkLst>
        </pc:graphicFrameChg>
        <pc:graphicFrameChg chg="mod modGraphic">
          <ac:chgData name="Charlotte Qi" userId="6c0514a0-3078-405a-98b7-f72c627d6e89" providerId="ADAL" clId="{7B288C81-4AEB-484D-8871-8332C10E7F2E}" dt="2026-07-06T17:21:32.318" v="1080" actId="14100"/>
          <ac:graphicFrameMkLst>
            <pc:docMk/>
            <pc:sldMk cId="2465856507" sldId="16775893"/>
            <ac:graphicFrameMk id="19" creationId="{F8EA47CF-BECB-5D0F-7A29-32EE43D3D224}"/>
          </ac:graphicFrameMkLst>
        </pc:graphicFrameChg>
      </pc:sldChg>
      <pc:sldChg chg="add del">
        <pc:chgData name="Charlotte Qi" userId="6c0514a0-3078-405a-98b7-f72c627d6e89" providerId="ADAL" clId="{7B288C81-4AEB-484D-8871-8332C10E7F2E}" dt="2026-07-06T07:57:01.465" v="645" actId="47"/>
        <pc:sldMkLst>
          <pc:docMk/>
          <pc:sldMk cId="2837686114" sldId="16775906"/>
        </pc:sldMkLst>
      </pc:sldChg>
      <pc:sldChg chg="mod modShow">
        <pc:chgData name="Charlotte Qi" userId="6c0514a0-3078-405a-98b7-f72c627d6e89" providerId="ADAL" clId="{7B288C81-4AEB-484D-8871-8332C10E7F2E}" dt="2026-07-06T03:14:49.690" v="536" actId="729"/>
        <pc:sldMkLst>
          <pc:docMk/>
          <pc:sldMk cId="809623702" sldId="16775910"/>
        </pc:sldMkLst>
      </pc:sldChg>
      <pc:sldChg chg="addSp delSp modSp mod">
        <pc:chgData name="Charlotte Qi" userId="6c0514a0-3078-405a-98b7-f72c627d6e89" providerId="ADAL" clId="{7B288C81-4AEB-484D-8871-8332C10E7F2E}" dt="2026-07-06T17:35:57.882" v="1181" actId="1076"/>
        <pc:sldMkLst>
          <pc:docMk/>
          <pc:sldMk cId="2369705721" sldId="16775911"/>
        </pc:sldMkLst>
        <pc:spChg chg="del mod">
          <ac:chgData name="Charlotte Qi" userId="6c0514a0-3078-405a-98b7-f72c627d6e89" providerId="ADAL" clId="{7B288C81-4AEB-484D-8871-8332C10E7F2E}" dt="2026-07-06T17:34:11.191" v="1169" actId="478"/>
          <ac:spMkLst>
            <pc:docMk/>
            <pc:sldMk cId="2369705721" sldId="16775911"/>
            <ac:spMk id="5" creationId="{1BA7235A-148F-EC15-A936-D58DDC6BBDF3}"/>
          </ac:spMkLst>
        </pc:spChg>
        <pc:spChg chg="del mod">
          <ac:chgData name="Charlotte Qi" userId="6c0514a0-3078-405a-98b7-f72c627d6e89" providerId="ADAL" clId="{7B288C81-4AEB-484D-8871-8332C10E7F2E}" dt="2026-07-06T09:21:08.017" v="880" actId="478"/>
          <ac:spMkLst>
            <pc:docMk/>
            <pc:sldMk cId="2369705721" sldId="16775911"/>
            <ac:spMk id="6" creationId="{73BF5F61-7F86-3F34-8A54-A27538667624}"/>
          </ac:spMkLst>
        </pc:spChg>
        <pc:spChg chg="add mod">
          <ac:chgData name="Charlotte Qi" userId="6c0514a0-3078-405a-98b7-f72c627d6e89" providerId="ADAL" clId="{7B288C81-4AEB-484D-8871-8332C10E7F2E}" dt="2026-07-06T17:35:57.882" v="1181" actId="1076"/>
          <ac:spMkLst>
            <pc:docMk/>
            <pc:sldMk cId="2369705721" sldId="16775911"/>
            <ac:spMk id="7" creationId="{0728E1B6-35E9-84A8-0B1E-222EAFA0F02A}"/>
          </ac:spMkLst>
        </pc:spChg>
        <pc:spChg chg="del mod">
          <ac:chgData name="Charlotte Qi" userId="6c0514a0-3078-405a-98b7-f72c627d6e89" providerId="ADAL" clId="{7B288C81-4AEB-484D-8871-8332C10E7F2E}" dt="2026-07-06T17:33:51.840" v="1161" actId="478"/>
          <ac:spMkLst>
            <pc:docMk/>
            <pc:sldMk cId="2369705721" sldId="16775911"/>
            <ac:spMk id="9" creationId="{6682E25A-620D-B25C-5A01-8EEBC0A41793}"/>
          </ac:spMkLst>
        </pc:spChg>
        <pc:spChg chg="del mod">
          <ac:chgData name="Charlotte Qi" userId="6c0514a0-3078-405a-98b7-f72c627d6e89" providerId="ADAL" clId="{7B288C81-4AEB-484D-8871-8332C10E7F2E}" dt="2026-07-06T17:34:03.475" v="1165" actId="478"/>
          <ac:spMkLst>
            <pc:docMk/>
            <pc:sldMk cId="2369705721" sldId="16775911"/>
            <ac:spMk id="10" creationId="{8EDE12B7-1816-9ECB-5205-170B9B65CCC0}"/>
          </ac:spMkLst>
        </pc:spChg>
        <pc:spChg chg="mod">
          <ac:chgData name="Charlotte Qi" userId="6c0514a0-3078-405a-98b7-f72c627d6e89" providerId="ADAL" clId="{7B288C81-4AEB-484D-8871-8332C10E7F2E}" dt="2026-07-06T17:35:53.354" v="1180" actId="1076"/>
          <ac:spMkLst>
            <pc:docMk/>
            <pc:sldMk cId="2369705721" sldId="16775911"/>
            <ac:spMk id="11" creationId="{00FDEA13-5269-36BB-C8B5-A43474C83EF1}"/>
          </ac:spMkLst>
        </pc:spChg>
        <pc:spChg chg="mod">
          <ac:chgData name="Charlotte Qi" userId="6c0514a0-3078-405a-98b7-f72c627d6e89" providerId="ADAL" clId="{7B288C81-4AEB-484D-8871-8332C10E7F2E}" dt="2026-07-06T17:35:53.354" v="1180" actId="1076"/>
          <ac:spMkLst>
            <pc:docMk/>
            <pc:sldMk cId="2369705721" sldId="16775911"/>
            <ac:spMk id="14" creationId="{70513FE5-9084-CF4E-9DBD-0A3E70EC573F}"/>
          </ac:spMkLst>
        </pc:spChg>
        <pc:spChg chg="add mod">
          <ac:chgData name="Charlotte Qi" userId="6c0514a0-3078-405a-98b7-f72c627d6e89" providerId="ADAL" clId="{7B288C81-4AEB-484D-8871-8332C10E7F2E}" dt="2026-07-06T16:54:42.403" v="1025" actId="1076"/>
          <ac:spMkLst>
            <pc:docMk/>
            <pc:sldMk cId="2369705721" sldId="16775911"/>
            <ac:spMk id="15" creationId="{0025E9F7-15F4-3BCA-4F07-6FBA3367C390}"/>
          </ac:spMkLst>
        </pc:spChg>
        <pc:spChg chg="add mod">
          <ac:chgData name="Charlotte Qi" userId="6c0514a0-3078-405a-98b7-f72c627d6e89" providerId="ADAL" clId="{7B288C81-4AEB-484D-8871-8332C10E7F2E}" dt="2026-07-06T16:54:48.047" v="1027" actId="20577"/>
          <ac:spMkLst>
            <pc:docMk/>
            <pc:sldMk cId="2369705721" sldId="16775911"/>
            <ac:spMk id="16" creationId="{499B0408-5C0A-522A-D603-2E99FB4D7C1E}"/>
          </ac:spMkLst>
        </pc:spChg>
        <pc:spChg chg="add mod">
          <ac:chgData name="Charlotte Qi" userId="6c0514a0-3078-405a-98b7-f72c627d6e89" providerId="ADAL" clId="{7B288C81-4AEB-484D-8871-8332C10E7F2E}" dt="2026-07-06T16:55:03.166" v="1045" actId="20577"/>
          <ac:spMkLst>
            <pc:docMk/>
            <pc:sldMk cId="2369705721" sldId="16775911"/>
            <ac:spMk id="17" creationId="{5D8256AD-6932-A49A-0BB0-151B04EAFF8D}"/>
          </ac:spMkLst>
        </pc:spChg>
        <pc:spChg chg="add mod">
          <ac:chgData name="Charlotte Qi" userId="6c0514a0-3078-405a-98b7-f72c627d6e89" providerId="ADAL" clId="{7B288C81-4AEB-484D-8871-8332C10E7F2E}" dt="2026-07-06T17:35:53.354" v="1180" actId="1076"/>
          <ac:spMkLst>
            <pc:docMk/>
            <pc:sldMk cId="2369705721" sldId="16775911"/>
            <ac:spMk id="18" creationId="{D38E969B-803D-19EC-A101-293F2CE8FE1F}"/>
          </ac:spMkLst>
        </pc:spChg>
        <pc:spChg chg="add mod">
          <ac:chgData name="Charlotte Qi" userId="6c0514a0-3078-405a-98b7-f72c627d6e89" providerId="ADAL" clId="{7B288C81-4AEB-484D-8871-8332C10E7F2E}" dt="2026-07-06T17:35:53.354" v="1180" actId="1076"/>
          <ac:spMkLst>
            <pc:docMk/>
            <pc:sldMk cId="2369705721" sldId="16775911"/>
            <ac:spMk id="20" creationId="{D07D7DCD-BE02-8489-0EBE-88FEBA0F2768}"/>
          </ac:spMkLst>
        </pc:spChg>
        <pc:picChg chg="add mod">
          <ac:chgData name="Charlotte Qi" userId="6c0514a0-3078-405a-98b7-f72c627d6e89" providerId="ADAL" clId="{7B288C81-4AEB-484D-8871-8332C10E7F2E}" dt="2026-07-06T16:54:42.403" v="1025" actId="1076"/>
          <ac:picMkLst>
            <pc:docMk/>
            <pc:sldMk cId="2369705721" sldId="16775911"/>
            <ac:picMk id="3" creationId="{AF8B1077-3AA5-C866-03DB-71E24C996AF7}"/>
          </ac:picMkLst>
        </pc:picChg>
        <pc:picChg chg="add mod">
          <ac:chgData name="Charlotte Qi" userId="6c0514a0-3078-405a-98b7-f72c627d6e89" providerId="ADAL" clId="{7B288C81-4AEB-484D-8871-8332C10E7F2E}" dt="2026-07-06T16:54:46.163" v="1026" actId="1076"/>
          <ac:picMkLst>
            <pc:docMk/>
            <pc:sldMk cId="2369705721" sldId="16775911"/>
            <ac:picMk id="8" creationId="{D9C6608F-2EB6-3886-515E-9A925B6203DB}"/>
          </ac:picMkLst>
        </pc:picChg>
        <pc:picChg chg="add del mod">
          <ac:chgData name="Charlotte Qi" userId="6c0514a0-3078-405a-98b7-f72c627d6e89" providerId="ADAL" clId="{7B288C81-4AEB-484D-8871-8332C10E7F2E}" dt="2026-07-06T09:21:16.837" v="882" actId="478"/>
          <ac:picMkLst>
            <pc:docMk/>
            <pc:sldMk cId="2369705721" sldId="16775911"/>
            <ac:picMk id="12" creationId="{2F16D035-0C30-4B18-F693-191BA9E3F2E0}"/>
          </ac:picMkLst>
        </pc:picChg>
        <pc:picChg chg="add mod">
          <ac:chgData name="Charlotte Qi" userId="6c0514a0-3078-405a-98b7-f72c627d6e89" providerId="ADAL" clId="{7B288C81-4AEB-484D-8871-8332C10E7F2E}" dt="2026-07-06T16:54:50.655" v="1028" actId="1076"/>
          <ac:picMkLst>
            <pc:docMk/>
            <pc:sldMk cId="2369705721" sldId="16775911"/>
            <ac:picMk id="13" creationId="{1AA693A7-9E27-8C0E-B6C3-3D243B43721E}"/>
          </ac:picMkLst>
        </pc:picChg>
      </pc:sldChg>
      <pc:sldChg chg="modSp mod modNotesTx">
        <pc:chgData name="Charlotte Qi" userId="6c0514a0-3078-405a-98b7-f72c627d6e89" providerId="ADAL" clId="{7B288C81-4AEB-484D-8871-8332C10E7F2E}" dt="2026-07-06T17:47:38.459" v="1241" actId="14100"/>
        <pc:sldMkLst>
          <pc:docMk/>
          <pc:sldMk cId="1816583681" sldId="16775913"/>
        </pc:sldMkLst>
        <pc:spChg chg="mod">
          <ac:chgData name="Charlotte Qi" userId="6c0514a0-3078-405a-98b7-f72c627d6e89" providerId="ADAL" clId="{7B288C81-4AEB-484D-8871-8332C10E7F2E}" dt="2026-07-06T17:47:08.861" v="1232" actId="207"/>
          <ac:spMkLst>
            <pc:docMk/>
            <pc:sldMk cId="1816583681" sldId="16775913"/>
            <ac:spMk id="5" creationId="{D4A279BF-10BD-E8F8-4DF4-18853BDEA87C}"/>
          </ac:spMkLst>
        </pc:spChg>
        <pc:spChg chg="mod">
          <ac:chgData name="Charlotte Qi" userId="6c0514a0-3078-405a-98b7-f72c627d6e89" providerId="ADAL" clId="{7B288C81-4AEB-484D-8871-8332C10E7F2E}" dt="2026-07-06T17:47:26.286" v="1238" actId="14100"/>
          <ac:spMkLst>
            <pc:docMk/>
            <pc:sldMk cId="1816583681" sldId="16775913"/>
            <ac:spMk id="7" creationId="{38D9D88B-A012-AB17-6FD2-3CB30BC84CEA}"/>
          </ac:spMkLst>
        </pc:spChg>
        <pc:spChg chg="mod">
          <ac:chgData name="Charlotte Qi" userId="6c0514a0-3078-405a-98b7-f72c627d6e89" providerId="ADAL" clId="{7B288C81-4AEB-484D-8871-8332C10E7F2E}" dt="2026-07-06T17:47:38.459" v="1241" actId="14100"/>
          <ac:spMkLst>
            <pc:docMk/>
            <pc:sldMk cId="1816583681" sldId="16775913"/>
            <ac:spMk id="9" creationId="{0156FAA0-9BE3-B529-9255-63417D3A5010}"/>
          </ac:spMkLst>
        </pc:spChg>
        <pc:spChg chg="mod">
          <ac:chgData name="Charlotte Qi" userId="6c0514a0-3078-405a-98b7-f72c627d6e89" providerId="ADAL" clId="{7B288C81-4AEB-484D-8871-8332C10E7F2E}" dt="2026-07-06T17:47:35.347" v="1240" actId="14100"/>
          <ac:spMkLst>
            <pc:docMk/>
            <pc:sldMk cId="1816583681" sldId="16775913"/>
            <ac:spMk id="10" creationId="{87BA0CB5-9790-9708-DFAF-A6ABF101C4ED}"/>
          </ac:spMkLst>
        </pc:spChg>
        <pc:spChg chg="mod">
          <ac:chgData name="Charlotte Qi" userId="6c0514a0-3078-405a-98b7-f72c627d6e89" providerId="ADAL" clId="{7B288C81-4AEB-484D-8871-8332C10E7F2E}" dt="2026-07-06T17:47:10.737" v="1233" actId="207"/>
          <ac:spMkLst>
            <pc:docMk/>
            <pc:sldMk cId="1816583681" sldId="16775913"/>
            <ac:spMk id="11" creationId="{C911D991-1033-C450-ECDD-F7549A9EA389}"/>
          </ac:spMkLst>
        </pc:spChg>
      </pc:sldChg>
      <pc:sldChg chg="modSp mod">
        <pc:chgData name="Charlotte Qi" userId="6c0514a0-3078-405a-98b7-f72c627d6e89" providerId="ADAL" clId="{7B288C81-4AEB-484D-8871-8332C10E7F2E}" dt="2026-07-06T16:57:58.315" v="1052" actId="1076"/>
        <pc:sldMkLst>
          <pc:docMk/>
          <pc:sldMk cId="3248743624" sldId="16775914"/>
        </pc:sldMkLst>
        <pc:spChg chg="mod">
          <ac:chgData name="Charlotte Qi" userId="6c0514a0-3078-405a-98b7-f72c627d6e89" providerId="ADAL" clId="{7B288C81-4AEB-484D-8871-8332C10E7F2E}" dt="2026-07-06T16:57:58.315" v="1052" actId="1076"/>
          <ac:spMkLst>
            <pc:docMk/>
            <pc:sldMk cId="3248743624" sldId="16775914"/>
            <ac:spMk id="3" creationId="{3B05F9C6-DC91-D63D-3FF9-5EDDEC019572}"/>
          </ac:spMkLst>
        </pc:spChg>
        <pc:spChg chg="mod">
          <ac:chgData name="Charlotte Qi" userId="6c0514a0-3078-405a-98b7-f72c627d6e89" providerId="ADAL" clId="{7B288C81-4AEB-484D-8871-8332C10E7F2E}" dt="2026-07-06T16:57:58.315" v="1052" actId="1076"/>
          <ac:spMkLst>
            <pc:docMk/>
            <pc:sldMk cId="3248743624" sldId="16775914"/>
            <ac:spMk id="4" creationId="{C67CCDA2-D804-2CB0-754C-A44DB6417932}"/>
          </ac:spMkLst>
        </pc:spChg>
        <pc:spChg chg="mod">
          <ac:chgData name="Charlotte Qi" userId="6c0514a0-3078-405a-98b7-f72c627d6e89" providerId="ADAL" clId="{7B288C81-4AEB-484D-8871-8332C10E7F2E}" dt="2026-07-06T16:57:58.315" v="1052" actId="1076"/>
          <ac:spMkLst>
            <pc:docMk/>
            <pc:sldMk cId="3248743624" sldId="16775914"/>
            <ac:spMk id="5" creationId="{468AE005-9370-7C59-109B-CD88AA145DEC}"/>
          </ac:spMkLst>
        </pc:spChg>
        <pc:spChg chg="mod">
          <ac:chgData name="Charlotte Qi" userId="6c0514a0-3078-405a-98b7-f72c627d6e89" providerId="ADAL" clId="{7B288C81-4AEB-484D-8871-8332C10E7F2E}" dt="2026-07-06T16:57:58.315" v="1052" actId="1076"/>
          <ac:spMkLst>
            <pc:docMk/>
            <pc:sldMk cId="3248743624" sldId="16775914"/>
            <ac:spMk id="6" creationId="{C9857201-C990-C9EB-5371-1BA9823C0F6A}"/>
          </ac:spMkLst>
        </pc:spChg>
        <pc:spChg chg="mod">
          <ac:chgData name="Charlotte Qi" userId="6c0514a0-3078-405a-98b7-f72c627d6e89" providerId="ADAL" clId="{7B288C81-4AEB-484D-8871-8332C10E7F2E}" dt="2026-07-06T16:57:58.315" v="1052" actId="1076"/>
          <ac:spMkLst>
            <pc:docMk/>
            <pc:sldMk cId="3248743624" sldId="16775914"/>
            <ac:spMk id="7" creationId="{D9B23299-D1B6-738A-EC47-D113BFE677C6}"/>
          </ac:spMkLst>
        </pc:spChg>
        <pc:spChg chg="mod">
          <ac:chgData name="Charlotte Qi" userId="6c0514a0-3078-405a-98b7-f72c627d6e89" providerId="ADAL" clId="{7B288C81-4AEB-484D-8871-8332C10E7F2E}" dt="2026-07-06T16:57:58.315" v="1052" actId="1076"/>
          <ac:spMkLst>
            <pc:docMk/>
            <pc:sldMk cId="3248743624" sldId="16775914"/>
            <ac:spMk id="9" creationId="{EFEE6246-16ED-3777-FAA0-A8C62C93A687}"/>
          </ac:spMkLst>
        </pc:spChg>
        <pc:spChg chg="mod">
          <ac:chgData name="Charlotte Qi" userId="6c0514a0-3078-405a-98b7-f72c627d6e89" providerId="ADAL" clId="{7B288C81-4AEB-484D-8871-8332C10E7F2E}" dt="2026-07-06T16:57:58.315" v="1052" actId="1076"/>
          <ac:spMkLst>
            <pc:docMk/>
            <pc:sldMk cId="3248743624" sldId="16775914"/>
            <ac:spMk id="11" creationId="{647D7343-A1BE-2238-536D-5D5DFDD4D57E}"/>
          </ac:spMkLst>
        </pc:spChg>
      </pc:sldChg>
      <pc:sldChg chg="addSp delSp modSp mod">
        <pc:chgData name="Charlotte Qi" userId="6c0514a0-3078-405a-98b7-f72c627d6e89" providerId="ADAL" clId="{7B288C81-4AEB-484D-8871-8332C10E7F2E}" dt="2026-07-06T07:08:41.722" v="612" actId="113"/>
        <pc:sldMkLst>
          <pc:docMk/>
          <pc:sldMk cId="2697016546" sldId="16775915"/>
        </pc:sldMkLst>
        <pc:spChg chg="add mod">
          <ac:chgData name="Charlotte Qi" userId="6c0514a0-3078-405a-98b7-f72c627d6e89" providerId="ADAL" clId="{7B288C81-4AEB-484D-8871-8332C10E7F2E}" dt="2026-07-06T03:49:07.417" v="538" actId="1076"/>
          <ac:spMkLst>
            <pc:docMk/>
            <pc:sldMk cId="2697016546" sldId="16775915"/>
            <ac:spMk id="6" creationId="{9D8E6051-3B23-14E7-813C-2BA77C5B3485}"/>
          </ac:spMkLst>
        </pc:spChg>
        <pc:spChg chg="add mod">
          <ac:chgData name="Charlotte Qi" userId="6c0514a0-3078-405a-98b7-f72c627d6e89" providerId="ADAL" clId="{7B288C81-4AEB-484D-8871-8332C10E7F2E}" dt="2026-07-06T03:49:07.417" v="538" actId="1076"/>
          <ac:spMkLst>
            <pc:docMk/>
            <pc:sldMk cId="2697016546" sldId="16775915"/>
            <ac:spMk id="18" creationId="{96F86533-011D-4C83-164C-6249D7040C5F}"/>
          </ac:spMkLst>
        </pc:spChg>
        <pc:spChg chg="add mod">
          <ac:chgData name="Charlotte Qi" userId="6c0514a0-3078-405a-98b7-f72c627d6e89" providerId="ADAL" clId="{7B288C81-4AEB-484D-8871-8332C10E7F2E}" dt="2026-07-06T03:49:07.417" v="538" actId="1076"/>
          <ac:spMkLst>
            <pc:docMk/>
            <pc:sldMk cId="2697016546" sldId="16775915"/>
            <ac:spMk id="30" creationId="{BF816F71-A41A-C095-D582-8FFC8971DAE6}"/>
          </ac:spMkLst>
        </pc:spChg>
        <pc:spChg chg="mod">
          <ac:chgData name="Charlotte Qi" userId="6c0514a0-3078-405a-98b7-f72c627d6e89" providerId="ADAL" clId="{7B288C81-4AEB-484D-8871-8332C10E7F2E}" dt="2026-07-06T03:49:36.748" v="543" actId="108"/>
          <ac:spMkLst>
            <pc:docMk/>
            <pc:sldMk cId="2697016546" sldId="16775915"/>
            <ac:spMk id="33" creationId="{8C0C5BE8-35BF-0E6A-E07D-55BDEBE6028E}"/>
          </ac:spMkLst>
        </pc:spChg>
        <pc:spChg chg="mod">
          <ac:chgData name="Charlotte Qi" userId="6c0514a0-3078-405a-98b7-f72c627d6e89" providerId="ADAL" clId="{7B288C81-4AEB-484D-8871-8332C10E7F2E}" dt="2026-07-06T03:49:39.853" v="544" actId="108"/>
          <ac:spMkLst>
            <pc:docMk/>
            <pc:sldMk cId="2697016546" sldId="16775915"/>
            <ac:spMk id="34" creationId="{076E9893-7C81-307C-1D07-1F2A719E6E51}"/>
          </ac:spMkLst>
        </pc:spChg>
        <pc:spChg chg="del mod">
          <ac:chgData name="Charlotte Qi" userId="6c0514a0-3078-405a-98b7-f72c627d6e89" providerId="ADAL" clId="{7B288C81-4AEB-484D-8871-8332C10E7F2E}" dt="2026-07-06T03:49:33.700" v="542" actId="478"/>
          <ac:spMkLst>
            <pc:docMk/>
            <pc:sldMk cId="2697016546" sldId="16775915"/>
            <ac:spMk id="36" creationId="{C90751D3-5673-9387-A223-E100084682DA}"/>
          </ac:spMkLst>
        </pc:spChg>
        <pc:spChg chg="add mod">
          <ac:chgData name="Charlotte Qi" userId="6c0514a0-3078-405a-98b7-f72c627d6e89" providerId="ADAL" clId="{7B288C81-4AEB-484D-8871-8332C10E7F2E}" dt="2026-07-06T03:49:07.417" v="538" actId="1076"/>
          <ac:spMkLst>
            <pc:docMk/>
            <pc:sldMk cId="2697016546" sldId="16775915"/>
            <ac:spMk id="48" creationId="{695C90FB-4293-5949-F1E4-C62EEB185705}"/>
          </ac:spMkLst>
        </pc:spChg>
        <pc:spChg chg="add mod">
          <ac:chgData name="Charlotte Qi" userId="6c0514a0-3078-405a-98b7-f72c627d6e89" providerId="ADAL" clId="{7B288C81-4AEB-484D-8871-8332C10E7F2E}" dt="2026-07-06T03:49:07.417" v="538" actId="1076"/>
          <ac:spMkLst>
            <pc:docMk/>
            <pc:sldMk cId="2697016546" sldId="16775915"/>
            <ac:spMk id="50" creationId="{4A774574-8788-D163-2C3D-A9CBA271C312}"/>
          </ac:spMkLst>
        </pc:spChg>
        <pc:spChg chg="del mod">
          <ac:chgData name="Charlotte Qi" userId="6c0514a0-3078-405a-98b7-f72c627d6e89" providerId="ADAL" clId="{7B288C81-4AEB-484D-8871-8332C10E7F2E}" dt="2026-07-06T03:49:29.289" v="541" actId="478"/>
          <ac:spMkLst>
            <pc:docMk/>
            <pc:sldMk cId="2697016546" sldId="16775915"/>
            <ac:spMk id="53" creationId="{2FCF6B1E-CA82-1CA3-FE67-544EAFE2A083}"/>
          </ac:spMkLst>
        </pc:spChg>
        <pc:spChg chg="mod">
          <ac:chgData name="Charlotte Qi" userId="6c0514a0-3078-405a-98b7-f72c627d6e89" providerId="ADAL" clId="{7B288C81-4AEB-484D-8871-8332C10E7F2E}" dt="2026-07-06T07:08:35.346" v="610" actId="14100"/>
          <ac:spMkLst>
            <pc:docMk/>
            <pc:sldMk cId="2697016546" sldId="16775915"/>
            <ac:spMk id="55" creationId="{53926FDC-8645-AEF1-80B0-3EC117197162}"/>
          </ac:spMkLst>
        </pc:spChg>
        <pc:spChg chg="mod">
          <ac:chgData name="Charlotte Qi" userId="6c0514a0-3078-405a-98b7-f72c627d6e89" providerId="ADAL" clId="{7B288C81-4AEB-484D-8871-8332C10E7F2E}" dt="2026-07-06T07:08:35.030" v="609" actId="14100"/>
          <ac:spMkLst>
            <pc:docMk/>
            <pc:sldMk cId="2697016546" sldId="16775915"/>
            <ac:spMk id="56" creationId="{00B3BA8D-96D6-E823-49EF-358A459603D3}"/>
          </ac:spMkLst>
        </pc:spChg>
        <pc:spChg chg="mod">
          <ac:chgData name="Charlotte Qi" userId="6c0514a0-3078-405a-98b7-f72c627d6e89" providerId="ADAL" clId="{7B288C81-4AEB-484D-8871-8332C10E7F2E}" dt="2026-07-06T03:50:05.208" v="547" actId="1076"/>
          <ac:spMkLst>
            <pc:docMk/>
            <pc:sldMk cId="2697016546" sldId="16775915"/>
            <ac:spMk id="61" creationId="{6387EBAA-8DA8-A60A-9F6D-348E259EDEBA}"/>
          </ac:spMkLst>
        </pc:spChg>
        <pc:spChg chg="mod">
          <ac:chgData name="Charlotte Qi" userId="6c0514a0-3078-405a-98b7-f72c627d6e89" providerId="ADAL" clId="{7B288C81-4AEB-484D-8871-8332C10E7F2E}" dt="2026-07-06T07:08:41.722" v="612" actId="113"/>
          <ac:spMkLst>
            <pc:docMk/>
            <pc:sldMk cId="2697016546" sldId="16775915"/>
            <ac:spMk id="63" creationId="{EE7C4BD5-9038-5278-A492-C0F76D106BD4}"/>
          </ac:spMkLst>
        </pc:spChg>
        <pc:spChg chg="del">
          <ac:chgData name="Charlotte Qi" userId="6c0514a0-3078-405a-98b7-f72c627d6e89" providerId="ADAL" clId="{7B288C81-4AEB-484D-8871-8332C10E7F2E}" dt="2026-07-06T03:50:22.988" v="548" actId="478"/>
          <ac:spMkLst>
            <pc:docMk/>
            <pc:sldMk cId="2697016546" sldId="16775915"/>
            <ac:spMk id="64" creationId="{2C85329C-D47A-19F2-5611-D21CF6FDB68C}"/>
          </ac:spMkLst>
        </pc:spChg>
        <pc:spChg chg="mod">
          <ac:chgData name="Charlotte Qi" userId="6c0514a0-3078-405a-98b7-f72c627d6e89" providerId="ADAL" clId="{7B288C81-4AEB-484D-8871-8332C10E7F2E}" dt="2026-07-06T07:08:41.722" v="612" actId="113"/>
          <ac:spMkLst>
            <pc:docMk/>
            <pc:sldMk cId="2697016546" sldId="16775915"/>
            <ac:spMk id="71" creationId="{F619F8B4-BE8E-ADDD-74E4-926F8FC2AEAC}"/>
          </ac:spMkLst>
        </pc:spChg>
        <pc:spChg chg="del">
          <ac:chgData name="Charlotte Qi" userId="6c0514a0-3078-405a-98b7-f72c627d6e89" providerId="ADAL" clId="{7B288C81-4AEB-484D-8871-8332C10E7F2E}" dt="2026-07-06T03:50:33.217" v="559" actId="478"/>
          <ac:spMkLst>
            <pc:docMk/>
            <pc:sldMk cId="2697016546" sldId="16775915"/>
            <ac:spMk id="72" creationId="{C571146C-FCBC-75A0-FF42-0290E27ABC91}"/>
          </ac:spMkLst>
        </pc:spChg>
        <pc:spChg chg="del mod">
          <ac:chgData name="Charlotte Qi" userId="6c0514a0-3078-405a-98b7-f72c627d6e89" providerId="ADAL" clId="{7B288C81-4AEB-484D-8871-8332C10E7F2E}" dt="2026-07-06T03:50:33.217" v="559" actId="478"/>
          <ac:spMkLst>
            <pc:docMk/>
            <pc:sldMk cId="2697016546" sldId="16775915"/>
            <ac:spMk id="73" creationId="{451B4DDC-6F6B-2A98-0A59-7BACB09E5B6C}"/>
          </ac:spMkLst>
        </pc:spChg>
        <pc:spChg chg="del">
          <ac:chgData name="Charlotte Qi" userId="6c0514a0-3078-405a-98b7-f72c627d6e89" providerId="ADAL" clId="{7B288C81-4AEB-484D-8871-8332C10E7F2E}" dt="2026-07-06T03:50:23.839" v="549" actId="478"/>
          <ac:spMkLst>
            <pc:docMk/>
            <pc:sldMk cId="2697016546" sldId="16775915"/>
            <ac:spMk id="74" creationId="{F3F068E3-B522-A089-15C0-7E5B0BB710E9}"/>
          </ac:spMkLst>
        </pc:spChg>
        <pc:spChg chg="add mod">
          <ac:chgData name="Charlotte Qi" userId="6c0514a0-3078-405a-98b7-f72c627d6e89" providerId="ADAL" clId="{7B288C81-4AEB-484D-8871-8332C10E7F2E}" dt="2026-07-06T03:49:07.417" v="538" actId="1076"/>
          <ac:spMkLst>
            <pc:docMk/>
            <pc:sldMk cId="2697016546" sldId="16775915"/>
            <ac:spMk id="78" creationId="{4BD8F9ED-BDD1-5064-439A-A6C3ECC4216D}"/>
          </ac:spMkLst>
        </pc:spChg>
        <pc:spChg chg="mod">
          <ac:chgData name="Charlotte Qi" userId="6c0514a0-3078-405a-98b7-f72c627d6e89" providerId="ADAL" clId="{7B288C81-4AEB-484D-8871-8332C10E7F2E}" dt="2026-07-06T07:08:41.722" v="612" actId="113"/>
          <ac:spMkLst>
            <pc:docMk/>
            <pc:sldMk cId="2697016546" sldId="16775915"/>
            <ac:spMk id="81" creationId="{2D92596D-28A0-CFC9-A581-1B4D3F35AFA8}"/>
          </ac:spMkLst>
        </pc:spChg>
        <pc:spChg chg="del">
          <ac:chgData name="Charlotte Qi" userId="6c0514a0-3078-405a-98b7-f72c627d6e89" providerId="ADAL" clId="{7B288C81-4AEB-484D-8871-8332C10E7F2E}" dt="2026-07-06T03:50:33.217" v="559" actId="478"/>
          <ac:spMkLst>
            <pc:docMk/>
            <pc:sldMk cId="2697016546" sldId="16775915"/>
            <ac:spMk id="82" creationId="{8DD2CC6D-C510-A547-ED35-355A6CF688E8}"/>
          </ac:spMkLst>
        </pc:spChg>
        <pc:spChg chg="del">
          <ac:chgData name="Charlotte Qi" userId="6c0514a0-3078-405a-98b7-f72c627d6e89" providerId="ADAL" clId="{7B288C81-4AEB-484D-8871-8332C10E7F2E}" dt="2026-07-06T03:50:24.440" v="550" actId="478"/>
          <ac:spMkLst>
            <pc:docMk/>
            <pc:sldMk cId="2697016546" sldId="16775915"/>
            <ac:spMk id="83" creationId="{B4255EF2-46EE-0CD5-B76B-0F5AB0ACA29F}"/>
          </ac:spMkLst>
        </pc:spChg>
        <pc:spChg chg="del">
          <ac:chgData name="Charlotte Qi" userId="6c0514a0-3078-405a-98b7-f72c627d6e89" providerId="ADAL" clId="{7B288C81-4AEB-484D-8871-8332C10E7F2E}" dt="2026-07-06T03:50:25.489" v="552" actId="478"/>
          <ac:spMkLst>
            <pc:docMk/>
            <pc:sldMk cId="2697016546" sldId="16775915"/>
            <ac:spMk id="84" creationId="{8DE5E5DF-125B-A983-3CD6-0B37B9C03DC0}"/>
          </ac:spMkLst>
        </pc:spChg>
        <pc:spChg chg="mod">
          <ac:chgData name="Charlotte Qi" userId="6c0514a0-3078-405a-98b7-f72c627d6e89" providerId="ADAL" clId="{7B288C81-4AEB-484D-8871-8332C10E7F2E}" dt="2026-07-06T03:50:05.208" v="547" actId="1076"/>
          <ac:spMkLst>
            <pc:docMk/>
            <pc:sldMk cId="2697016546" sldId="16775915"/>
            <ac:spMk id="85" creationId="{BF108B78-A1D9-35A0-6772-51F0B0994FA4}"/>
          </ac:spMkLst>
        </pc:spChg>
        <pc:spChg chg="mod">
          <ac:chgData name="Charlotte Qi" userId="6c0514a0-3078-405a-98b7-f72c627d6e89" providerId="ADAL" clId="{7B288C81-4AEB-484D-8871-8332C10E7F2E}" dt="2026-07-06T03:50:05.208" v="547" actId="1076"/>
          <ac:spMkLst>
            <pc:docMk/>
            <pc:sldMk cId="2697016546" sldId="16775915"/>
            <ac:spMk id="87" creationId="{34093F60-494C-4FDE-F131-03E692FC90A5}"/>
          </ac:spMkLst>
        </pc:spChg>
        <pc:spChg chg="mod">
          <ac:chgData name="Charlotte Qi" userId="6c0514a0-3078-405a-98b7-f72c627d6e89" providerId="ADAL" clId="{7B288C81-4AEB-484D-8871-8332C10E7F2E}" dt="2026-07-06T07:08:41.722" v="612" actId="113"/>
          <ac:spMkLst>
            <pc:docMk/>
            <pc:sldMk cId="2697016546" sldId="16775915"/>
            <ac:spMk id="91" creationId="{17903A24-3DF1-FC86-48B9-2ADD49E259BA}"/>
          </ac:spMkLst>
        </pc:spChg>
        <pc:spChg chg="del">
          <ac:chgData name="Charlotte Qi" userId="6c0514a0-3078-405a-98b7-f72c627d6e89" providerId="ADAL" clId="{7B288C81-4AEB-484D-8871-8332C10E7F2E}" dt="2026-07-06T03:50:33.217" v="559" actId="478"/>
          <ac:spMkLst>
            <pc:docMk/>
            <pc:sldMk cId="2697016546" sldId="16775915"/>
            <ac:spMk id="92" creationId="{F479224C-13A3-2592-D7ED-22AF4C159BA6}"/>
          </ac:spMkLst>
        </pc:spChg>
        <pc:spChg chg="del">
          <ac:chgData name="Charlotte Qi" userId="6c0514a0-3078-405a-98b7-f72c627d6e89" providerId="ADAL" clId="{7B288C81-4AEB-484D-8871-8332C10E7F2E}" dt="2026-07-06T03:50:25.024" v="551" actId="478"/>
          <ac:spMkLst>
            <pc:docMk/>
            <pc:sldMk cId="2697016546" sldId="16775915"/>
            <ac:spMk id="93" creationId="{AE885D90-890F-CCA9-C05B-D5687059FCDC}"/>
          </ac:spMkLst>
        </pc:spChg>
        <pc:spChg chg="del">
          <ac:chgData name="Charlotte Qi" userId="6c0514a0-3078-405a-98b7-f72c627d6e89" providerId="ADAL" clId="{7B288C81-4AEB-484D-8871-8332C10E7F2E}" dt="2026-07-06T03:50:33.217" v="559" actId="478"/>
          <ac:spMkLst>
            <pc:docMk/>
            <pc:sldMk cId="2697016546" sldId="16775915"/>
            <ac:spMk id="94" creationId="{2DDEDB2B-79FF-E3A0-4A90-3E9ACE14E5A7}"/>
          </ac:spMkLst>
        </pc:spChg>
        <pc:spChg chg="mod">
          <ac:chgData name="Charlotte Qi" userId="6c0514a0-3078-405a-98b7-f72c627d6e89" providerId="ADAL" clId="{7B288C81-4AEB-484D-8871-8332C10E7F2E}" dt="2026-07-06T03:50:05.208" v="547" actId="1076"/>
          <ac:spMkLst>
            <pc:docMk/>
            <pc:sldMk cId="2697016546" sldId="16775915"/>
            <ac:spMk id="95" creationId="{A2FE897F-E930-57C5-B4D2-122A45603EE1}"/>
          </ac:spMkLst>
        </pc:spChg>
        <pc:spChg chg="add mod">
          <ac:chgData name="Charlotte Qi" userId="6c0514a0-3078-405a-98b7-f72c627d6e89" providerId="ADAL" clId="{7B288C81-4AEB-484D-8871-8332C10E7F2E}" dt="2026-07-06T03:49:07.417" v="538" actId="1076"/>
          <ac:spMkLst>
            <pc:docMk/>
            <pc:sldMk cId="2697016546" sldId="16775915"/>
            <ac:spMk id="99" creationId="{0F730AD8-7C8A-C159-50D1-7280F18CD2B0}"/>
          </ac:spMkLst>
        </pc:spChg>
        <pc:spChg chg="mod">
          <ac:chgData name="Charlotte Qi" userId="6c0514a0-3078-405a-98b7-f72c627d6e89" providerId="ADAL" clId="{7B288C81-4AEB-484D-8871-8332C10E7F2E}" dt="2026-07-06T07:08:41.722" v="612" actId="113"/>
          <ac:spMkLst>
            <pc:docMk/>
            <pc:sldMk cId="2697016546" sldId="16775915"/>
            <ac:spMk id="101" creationId="{A6451369-0B1B-A3B3-1100-FCD97531ED6F}"/>
          </ac:spMkLst>
        </pc:spChg>
        <pc:spChg chg="del">
          <ac:chgData name="Charlotte Qi" userId="6c0514a0-3078-405a-98b7-f72c627d6e89" providerId="ADAL" clId="{7B288C81-4AEB-484D-8871-8332C10E7F2E}" dt="2026-07-06T03:50:26.177" v="553" actId="478"/>
          <ac:spMkLst>
            <pc:docMk/>
            <pc:sldMk cId="2697016546" sldId="16775915"/>
            <ac:spMk id="102" creationId="{FFC19580-D5C3-9210-A15F-F7D7C97754C3}"/>
          </ac:spMkLst>
        </pc:spChg>
        <pc:spChg chg="del">
          <ac:chgData name="Charlotte Qi" userId="6c0514a0-3078-405a-98b7-f72c627d6e89" providerId="ADAL" clId="{7B288C81-4AEB-484D-8871-8332C10E7F2E}" dt="2026-07-06T03:50:27.790" v="555" actId="478"/>
          <ac:spMkLst>
            <pc:docMk/>
            <pc:sldMk cId="2697016546" sldId="16775915"/>
            <ac:spMk id="103" creationId="{28ED5B78-28E6-EED6-2A40-A58C6C7C87E2}"/>
          </ac:spMkLst>
        </pc:spChg>
        <pc:spChg chg="add del mod">
          <ac:chgData name="Charlotte Qi" userId="6c0514a0-3078-405a-98b7-f72c627d6e89" providerId="ADAL" clId="{7B288C81-4AEB-484D-8871-8332C10E7F2E}" dt="2026-07-06T03:50:33.217" v="559" actId="478"/>
          <ac:spMkLst>
            <pc:docMk/>
            <pc:sldMk cId="2697016546" sldId="16775915"/>
            <ac:spMk id="104" creationId="{54D5A837-1C31-56F3-7E54-3EADAB00F3ED}"/>
          </ac:spMkLst>
        </pc:spChg>
        <pc:spChg chg="mod">
          <ac:chgData name="Charlotte Qi" userId="6c0514a0-3078-405a-98b7-f72c627d6e89" providerId="ADAL" clId="{7B288C81-4AEB-484D-8871-8332C10E7F2E}" dt="2026-07-06T03:50:05.208" v="547" actId="1076"/>
          <ac:spMkLst>
            <pc:docMk/>
            <pc:sldMk cId="2697016546" sldId="16775915"/>
            <ac:spMk id="107" creationId="{27F3EF04-9D47-2BD8-A144-E18643FFCC8F}"/>
          </ac:spMkLst>
        </pc:spChg>
        <pc:spChg chg="mod">
          <ac:chgData name="Charlotte Qi" userId="6c0514a0-3078-405a-98b7-f72c627d6e89" providerId="ADAL" clId="{7B288C81-4AEB-484D-8871-8332C10E7F2E}" dt="2026-07-06T03:50:05.208" v="547" actId="1076"/>
          <ac:spMkLst>
            <pc:docMk/>
            <pc:sldMk cId="2697016546" sldId="16775915"/>
            <ac:spMk id="110" creationId="{8783BF53-6DE2-BBC1-DC55-87DAD3E7522F}"/>
          </ac:spMkLst>
        </pc:spChg>
        <pc:spChg chg="mod">
          <ac:chgData name="Charlotte Qi" userId="6c0514a0-3078-405a-98b7-f72c627d6e89" providerId="ADAL" clId="{7B288C81-4AEB-484D-8871-8332C10E7F2E}" dt="2026-07-06T07:08:41.722" v="612" actId="113"/>
          <ac:spMkLst>
            <pc:docMk/>
            <pc:sldMk cId="2697016546" sldId="16775915"/>
            <ac:spMk id="111" creationId="{CED12D46-678D-7763-6DF9-0E91F46967EE}"/>
          </ac:spMkLst>
        </pc:spChg>
        <pc:spChg chg="del">
          <ac:chgData name="Charlotte Qi" userId="6c0514a0-3078-405a-98b7-f72c627d6e89" providerId="ADAL" clId="{7B288C81-4AEB-484D-8871-8332C10E7F2E}" dt="2026-07-06T03:50:33.217" v="559" actId="478"/>
          <ac:spMkLst>
            <pc:docMk/>
            <pc:sldMk cId="2697016546" sldId="16775915"/>
            <ac:spMk id="112" creationId="{9B9C7415-6E20-3BB1-7322-67F99FAE7533}"/>
          </ac:spMkLst>
        </pc:spChg>
        <pc:spChg chg="del">
          <ac:chgData name="Charlotte Qi" userId="6c0514a0-3078-405a-98b7-f72c627d6e89" providerId="ADAL" clId="{7B288C81-4AEB-484D-8871-8332C10E7F2E}" dt="2026-07-06T03:50:27.081" v="554" actId="478"/>
          <ac:spMkLst>
            <pc:docMk/>
            <pc:sldMk cId="2697016546" sldId="16775915"/>
            <ac:spMk id="113" creationId="{C849A634-75E7-23FD-2A25-1A4B4B75985E}"/>
          </ac:spMkLst>
        </pc:spChg>
        <pc:spChg chg="del">
          <ac:chgData name="Charlotte Qi" userId="6c0514a0-3078-405a-98b7-f72c627d6e89" providerId="ADAL" clId="{7B288C81-4AEB-484D-8871-8332C10E7F2E}" dt="2026-07-06T03:50:33.217" v="559" actId="478"/>
          <ac:spMkLst>
            <pc:docMk/>
            <pc:sldMk cId="2697016546" sldId="16775915"/>
            <ac:spMk id="114" creationId="{C1CFF023-44B5-6976-36D6-ED6550EBFC14}"/>
          </ac:spMkLst>
        </pc:spChg>
        <pc:spChg chg="mod">
          <ac:chgData name="Charlotte Qi" userId="6c0514a0-3078-405a-98b7-f72c627d6e89" providerId="ADAL" clId="{7B288C81-4AEB-484D-8871-8332C10E7F2E}" dt="2026-07-06T07:08:41.722" v="612" actId="113"/>
          <ac:spMkLst>
            <pc:docMk/>
            <pc:sldMk cId="2697016546" sldId="16775915"/>
            <ac:spMk id="121" creationId="{EC1B3C57-F528-DFB0-5E2B-24CBE8BE0EC0}"/>
          </ac:spMkLst>
        </pc:spChg>
        <pc:spChg chg="mod">
          <ac:chgData name="Charlotte Qi" userId="6c0514a0-3078-405a-98b7-f72c627d6e89" providerId="ADAL" clId="{7B288C81-4AEB-484D-8871-8332C10E7F2E}" dt="2026-07-06T03:50:05.208" v="547" actId="1076"/>
          <ac:spMkLst>
            <pc:docMk/>
            <pc:sldMk cId="2697016546" sldId="16775915"/>
            <ac:spMk id="122" creationId="{9A7B4325-D2D4-EEF0-C3FE-53695D908027}"/>
          </ac:spMkLst>
        </pc:spChg>
        <pc:spChg chg="del">
          <ac:chgData name="Charlotte Qi" userId="6c0514a0-3078-405a-98b7-f72c627d6e89" providerId="ADAL" clId="{7B288C81-4AEB-484D-8871-8332C10E7F2E}" dt="2026-07-06T03:50:28.530" v="556" actId="478"/>
          <ac:spMkLst>
            <pc:docMk/>
            <pc:sldMk cId="2697016546" sldId="16775915"/>
            <ac:spMk id="123" creationId="{FE2BAB8F-4C90-A3DD-176E-1D2668B1976D}"/>
          </ac:spMkLst>
        </pc:spChg>
        <pc:spChg chg="del">
          <ac:chgData name="Charlotte Qi" userId="6c0514a0-3078-405a-98b7-f72c627d6e89" providerId="ADAL" clId="{7B288C81-4AEB-484D-8871-8332C10E7F2E}" dt="2026-07-06T03:50:33.217" v="559" actId="478"/>
          <ac:spMkLst>
            <pc:docMk/>
            <pc:sldMk cId="2697016546" sldId="16775915"/>
            <ac:spMk id="124" creationId="{8124826D-249F-467E-4C79-55758C5BC020}"/>
          </ac:spMkLst>
        </pc:spChg>
        <pc:spChg chg="mod">
          <ac:chgData name="Charlotte Qi" userId="6c0514a0-3078-405a-98b7-f72c627d6e89" providerId="ADAL" clId="{7B288C81-4AEB-484D-8871-8332C10E7F2E}" dt="2026-07-06T03:50:05.208" v="547" actId="1076"/>
          <ac:spMkLst>
            <pc:docMk/>
            <pc:sldMk cId="2697016546" sldId="16775915"/>
            <ac:spMk id="127" creationId="{B6A8D8B6-20A3-EC34-14CA-E079ED0FC40C}"/>
          </ac:spMkLst>
        </pc:spChg>
        <pc:spChg chg="add mod">
          <ac:chgData name="Charlotte Qi" userId="6c0514a0-3078-405a-98b7-f72c627d6e89" providerId="ADAL" clId="{7B288C81-4AEB-484D-8871-8332C10E7F2E}" dt="2026-07-06T03:49:07.417" v="538" actId="1076"/>
          <ac:spMkLst>
            <pc:docMk/>
            <pc:sldMk cId="2697016546" sldId="16775915"/>
            <ac:spMk id="129" creationId="{0410D9D3-FB67-10EF-B6E7-832F75368BE4}"/>
          </ac:spMkLst>
        </pc:spChg>
        <pc:spChg chg="mod">
          <ac:chgData name="Charlotte Qi" userId="6c0514a0-3078-405a-98b7-f72c627d6e89" providerId="ADAL" clId="{7B288C81-4AEB-484D-8871-8332C10E7F2E}" dt="2026-07-06T07:08:41.722" v="612" actId="113"/>
          <ac:spMkLst>
            <pc:docMk/>
            <pc:sldMk cId="2697016546" sldId="16775915"/>
            <ac:spMk id="131" creationId="{398C5037-E3A2-5CEC-3BB4-355695BC3631}"/>
          </ac:spMkLst>
        </pc:spChg>
        <pc:spChg chg="del">
          <ac:chgData name="Charlotte Qi" userId="6c0514a0-3078-405a-98b7-f72c627d6e89" providerId="ADAL" clId="{7B288C81-4AEB-484D-8871-8332C10E7F2E}" dt="2026-07-06T03:50:29.158" v="557" actId="478"/>
          <ac:spMkLst>
            <pc:docMk/>
            <pc:sldMk cId="2697016546" sldId="16775915"/>
            <ac:spMk id="132" creationId="{461C0AFF-82DB-EAF2-67B8-43B990EBF570}"/>
          </ac:spMkLst>
        </pc:spChg>
        <pc:spChg chg="del">
          <ac:chgData name="Charlotte Qi" userId="6c0514a0-3078-405a-98b7-f72c627d6e89" providerId="ADAL" clId="{7B288C81-4AEB-484D-8871-8332C10E7F2E}" dt="2026-07-06T03:50:30.272" v="558" actId="478"/>
          <ac:spMkLst>
            <pc:docMk/>
            <pc:sldMk cId="2697016546" sldId="16775915"/>
            <ac:spMk id="133" creationId="{B855D9AC-51AA-5F31-5847-ECA7EC3774E1}"/>
          </ac:spMkLst>
        </pc:spChg>
        <pc:spChg chg="del">
          <ac:chgData name="Charlotte Qi" userId="6c0514a0-3078-405a-98b7-f72c627d6e89" providerId="ADAL" clId="{7B288C81-4AEB-484D-8871-8332C10E7F2E}" dt="2026-07-06T03:50:33.217" v="559" actId="478"/>
          <ac:spMkLst>
            <pc:docMk/>
            <pc:sldMk cId="2697016546" sldId="16775915"/>
            <ac:spMk id="134" creationId="{76E2FE51-2D76-01B0-4079-CE8DC2D4A25F}"/>
          </ac:spMkLst>
        </pc:spChg>
        <pc:spChg chg="del">
          <ac:chgData name="Charlotte Qi" userId="6c0514a0-3078-405a-98b7-f72c627d6e89" providerId="ADAL" clId="{7B288C81-4AEB-484D-8871-8332C10E7F2E}" dt="2026-07-06T03:49:58.325" v="546" actId="478"/>
          <ac:spMkLst>
            <pc:docMk/>
            <pc:sldMk cId="2697016546" sldId="16775915"/>
            <ac:spMk id="135" creationId="{1102995A-0327-CA0E-BF5E-23733D95E224}"/>
          </ac:spMkLst>
        </pc:spChg>
        <pc:spChg chg="mod">
          <ac:chgData name="Charlotte Qi" userId="6c0514a0-3078-405a-98b7-f72c627d6e89" providerId="ADAL" clId="{7B288C81-4AEB-484D-8871-8332C10E7F2E}" dt="2026-07-06T07:08:13.125" v="603" actId="1076"/>
          <ac:spMkLst>
            <pc:docMk/>
            <pc:sldMk cId="2697016546" sldId="16775915"/>
            <ac:spMk id="137" creationId="{F92BBEA5-13A0-898C-B315-B017270272C2}"/>
          </ac:spMkLst>
        </pc:spChg>
        <pc:spChg chg="add mod">
          <ac:chgData name="Charlotte Qi" userId="6c0514a0-3078-405a-98b7-f72c627d6e89" providerId="ADAL" clId="{7B288C81-4AEB-484D-8871-8332C10E7F2E}" dt="2026-07-06T03:49:07.417" v="538" actId="1076"/>
          <ac:spMkLst>
            <pc:docMk/>
            <pc:sldMk cId="2697016546" sldId="16775915"/>
            <ac:spMk id="140" creationId="{286B897D-4164-51A7-C497-4FA187E7BCC3}"/>
          </ac:spMkLst>
        </pc:spChg>
        <pc:spChg chg="del mod">
          <ac:chgData name="Charlotte Qi" userId="6c0514a0-3078-405a-98b7-f72c627d6e89" providerId="ADAL" clId="{7B288C81-4AEB-484D-8871-8332C10E7F2E}" dt="2026-07-06T03:50:48.934" v="563" actId="478"/>
          <ac:spMkLst>
            <pc:docMk/>
            <pc:sldMk cId="2697016546" sldId="16775915"/>
            <ac:spMk id="151" creationId="{D692BE01-F068-7AA6-CADB-1664FF89CAD0}"/>
          </ac:spMkLst>
        </pc:spChg>
        <pc:spChg chg="del">
          <ac:chgData name="Charlotte Qi" userId="6c0514a0-3078-405a-98b7-f72c627d6e89" providerId="ADAL" clId="{7B288C81-4AEB-484D-8871-8332C10E7F2E}" dt="2026-07-06T03:49:47.921" v="545" actId="478"/>
          <ac:spMkLst>
            <pc:docMk/>
            <pc:sldMk cId="2697016546" sldId="16775915"/>
            <ac:spMk id="152" creationId="{EA0C9C9C-575D-48C5-6B83-AB76160CCEE4}"/>
          </ac:spMkLst>
        </pc:spChg>
        <pc:picChg chg="add del mod">
          <ac:chgData name="Charlotte Qi" userId="6c0514a0-3078-405a-98b7-f72c627d6e89" providerId="ADAL" clId="{7B288C81-4AEB-484D-8871-8332C10E7F2E}" dt="2026-07-06T02:55:50.963" v="487" actId="21"/>
          <ac:picMkLst>
            <pc:docMk/>
            <pc:sldMk cId="2697016546" sldId="16775915"/>
            <ac:picMk id="5" creationId="{08CEEB30-3DEB-E08B-98C1-4A6C8E9110E1}"/>
          </ac:picMkLst>
        </pc:picChg>
      </pc:sldChg>
      <pc:sldChg chg="delSp modSp mod modNotesTx">
        <pc:chgData name="Charlotte Qi" userId="6c0514a0-3078-405a-98b7-f72c627d6e89" providerId="ADAL" clId="{7B288C81-4AEB-484D-8871-8332C10E7F2E}" dt="2026-07-06T17:49:09.854" v="1253" actId="1076"/>
        <pc:sldMkLst>
          <pc:docMk/>
          <pc:sldMk cId="3045859872" sldId="16775916"/>
        </pc:sldMkLst>
        <pc:spChg chg="del">
          <ac:chgData name="Charlotte Qi" userId="6c0514a0-3078-405a-98b7-f72c627d6e89" providerId="ADAL" clId="{7B288C81-4AEB-484D-8871-8332C10E7F2E}" dt="2026-07-06T17:48:57.188" v="1249" actId="478"/>
          <ac:spMkLst>
            <pc:docMk/>
            <pc:sldMk cId="3045859872" sldId="16775916"/>
            <ac:spMk id="5" creationId="{D0896E1B-FF8D-7226-625D-8FCA53BFCE9D}"/>
          </ac:spMkLst>
        </pc:spChg>
        <pc:spChg chg="mod">
          <ac:chgData name="Charlotte Qi" userId="6c0514a0-3078-405a-98b7-f72c627d6e89" providerId="ADAL" clId="{7B288C81-4AEB-484D-8871-8332C10E7F2E}" dt="2026-07-06T17:49:04.054" v="1252" actId="14100"/>
          <ac:spMkLst>
            <pc:docMk/>
            <pc:sldMk cId="3045859872" sldId="16775916"/>
            <ac:spMk id="7" creationId="{AEC2E89C-4376-4941-F69F-678F61EA6C05}"/>
          </ac:spMkLst>
        </pc:spChg>
        <pc:picChg chg="mod">
          <ac:chgData name="Charlotte Qi" userId="6c0514a0-3078-405a-98b7-f72c627d6e89" providerId="ADAL" clId="{7B288C81-4AEB-484D-8871-8332C10E7F2E}" dt="2026-07-06T17:49:09.854" v="1253" actId="1076"/>
          <ac:picMkLst>
            <pc:docMk/>
            <pc:sldMk cId="3045859872" sldId="16775916"/>
            <ac:picMk id="4" creationId="{E2E5F04E-FD8E-91E7-F746-96F86A201991}"/>
          </ac:picMkLst>
        </pc:picChg>
      </pc:sldChg>
      <pc:sldChg chg="addSp delSp modSp mod">
        <pc:chgData name="Charlotte Qi" userId="6c0514a0-3078-405a-98b7-f72c627d6e89" providerId="ADAL" clId="{7B288C81-4AEB-484D-8871-8332C10E7F2E}" dt="2026-07-06T17:56:40.892" v="1339" actId="20577"/>
        <pc:sldMkLst>
          <pc:docMk/>
          <pc:sldMk cId="0" sldId="16775930"/>
        </pc:sldMkLst>
        <pc:spChg chg="mod">
          <ac:chgData name="Charlotte Qi" userId="6c0514a0-3078-405a-98b7-f72c627d6e89" providerId="ADAL" clId="{7B288C81-4AEB-484D-8871-8332C10E7F2E}" dt="2026-07-06T17:55:36.040" v="1324" actId="207"/>
          <ac:spMkLst>
            <pc:docMk/>
            <pc:sldMk cId="0" sldId="16775930"/>
            <ac:spMk id="2" creationId="{00000000-0000-0000-0000-000000000000}"/>
          </ac:spMkLst>
        </pc:spChg>
        <pc:spChg chg="add mod">
          <ac:chgData name="Charlotte Qi" userId="6c0514a0-3078-405a-98b7-f72c627d6e89" providerId="ADAL" clId="{7B288C81-4AEB-484D-8871-8332C10E7F2E}" dt="2026-07-06T17:56:31.181" v="1334"/>
          <ac:spMkLst>
            <pc:docMk/>
            <pc:sldMk cId="0" sldId="16775930"/>
            <ac:spMk id="4" creationId="{E57CBABD-AEE7-4D37-B0C7-FB9E3891E3AB}"/>
          </ac:spMkLst>
        </pc:spChg>
        <pc:spChg chg="mod">
          <ac:chgData name="Charlotte Qi" userId="6c0514a0-3078-405a-98b7-f72c627d6e89" providerId="ADAL" clId="{7B288C81-4AEB-484D-8871-8332C10E7F2E}" dt="2026-07-06T17:55:36.040" v="1324" actId="207"/>
          <ac:spMkLst>
            <pc:docMk/>
            <pc:sldMk cId="0" sldId="16775930"/>
            <ac:spMk id="5" creationId="{00000000-0000-0000-0000-000000000000}"/>
          </ac:spMkLst>
        </pc:spChg>
        <pc:spChg chg="mod">
          <ac:chgData name="Charlotte Qi" userId="6c0514a0-3078-405a-98b7-f72c627d6e89" providerId="ADAL" clId="{7B288C81-4AEB-484D-8871-8332C10E7F2E}" dt="2026-07-06T17:55:36.040" v="1324" actId="207"/>
          <ac:spMkLst>
            <pc:docMk/>
            <pc:sldMk cId="0" sldId="16775930"/>
            <ac:spMk id="6" creationId="{00000000-0000-0000-0000-000000000000}"/>
          </ac:spMkLst>
        </pc:spChg>
        <pc:spChg chg="del mod">
          <ac:chgData name="Charlotte Qi" userId="6c0514a0-3078-405a-98b7-f72c627d6e89" providerId="ADAL" clId="{7B288C81-4AEB-484D-8871-8332C10E7F2E}" dt="2026-07-06T17:56:39.511" v="1338" actId="478"/>
          <ac:spMkLst>
            <pc:docMk/>
            <pc:sldMk cId="0" sldId="16775930"/>
            <ac:spMk id="7" creationId="{00000000-0000-0000-0000-000000000000}"/>
          </ac:spMkLst>
        </pc:spChg>
        <pc:spChg chg="mod">
          <ac:chgData name="Charlotte Qi" userId="6c0514a0-3078-405a-98b7-f72c627d6e89" providerId="ADAL" clId="{7B288C81-4AEB-484D-8871-8332C10E7F2E}" dt="2026-07-06T17:55:36.040" v="1324" actId="207"/>
          <ac:spMkLst>
            <pc:docMk/>
            <pc:sldMk cId="0" sldId="16775930"/>
            <ac:spMk id="8" creationId="{00000000-0000-0000-0000-000000000000}"/>
          </ac:spMkLst>
        </pc:spChg>
        <pc:spChg chg="mod">
          <ac:chgData name="Charlotte Qi" userId="6c0514a0-3078-405a-98b7-f72c627d6e89" providerId="ADAL" clId="{7B288C81-4AEB-484D-8871-8332C10E7F2E}" dt="2026-07-06T17:55:36.040" v="1324" actId="207"/>
          <ac:spMkLst>
            <pc:docMk/>
            <pc:sldMk cId="0" sldId="16775930"/>
            <ac:spMk id="9" creationId="{00000000-0000-0000-0000-000000000000}"/>
          </ac:spMkLst>
        </pc:spChg>
        <pc:spChg chg="mod">
          <ac:chgData name="Charlotte Qi" userId="6c0514a0-3078-405a-98b7-f72c627d6e89" providerId="ADAL" clId="{7B288C81-4AEB-484D-8871-8332C10E7F2E}" dt="2026-07-06T17:55:36.040" v="1324" actId="207"/>
          <ac:spMkLst>
            <pc:docMk/>
            <pc:sldMk cId="0" sldId="16775930"/>
            <ac:spMk id="10" creationId="{00000000-0000-0000-0000-000000000000}"/>
          </ac:spMkLst>
        </pc:spChg>
        <pc:spChg chg="mod">
          <ac:chgData name="Charlotte Qi" userId="6c0514a0-3078-405a-98b7-f72c627d6e89" providerId="ADAL" clId="{7B288C81-4AEB-484D-8871-8332C10E7F2E}" dt="2026-07-06T17:55:36.040" v="1324" actId="207"/>
          <ac:spMkLst>
            <pc:docMk/>
            <pc:sldMk cId="0" sldId="16775930"/>
            <ac:spMk id="11" creationId="{00000000-0000-0000-0000-000000000000}"/>
          </ac:spMkLst>
        </pc:spChg>
        <pc:spChg chg="mod">
          <ac:chgData name="Charlotte Qi" userId="6c0514a0-3078-405a-98b7-f72c627d6e89" providerId="ADAL" clId="{7B288C81-4AEB-484D-8871-8332C10E7F2E}" dt="2026-07-06T17:55:57.945" v="1329" actId="207"/>
          <ac:spMkLst>
            <pc:docMk/>
            <pc:sldMk cId="0" sldId="16775930"/>
            <ac:spMk id="12" creationId="{00000000-0000-0000-0000-000000000000}"/>
          </ac:spMkLst>
        </pc:spChg>
        <pc:spChg chg="mod">
          <ac:chgData name="Charlotte Qi" userId="6c0514a0-3078-405a-98b7-f72c627d6e89" providerId="ADAL" clId="{7B288C81-4AEB-484D-8871-8332C10E7F2E}" dt="2026-07-06T17:55:57.945" v="1329" actId="207"/>
          <ac:spMkLst>
            <pc:docMk/>
            <pc:sldMk cId="0" sldId="16775930"/>
            <ac:spMk id="13" creationId="{00000000-0000-0000-0000-000000000000}"/>
          </ac:spMkLst>
        </pc:spChg>
        <pc:spChg chg="mod">
          <ac:chgData name="Charlotte Qi" userId="6c0514a0-3078-405a-98b7-f72c627d6e89" providerId="ADAL" clId="{7B288C81-4AEB-484D-8871-8332C10E7F2E}" dt="2026-07-06T17:55:57.945" v="1329" actId="207"/>
          <ac:spMkLst>
            <pc:docMk/>
            <pc:sldMk cId="0" sldId="16775930"/>
            <ac:spMk id="14" creationId="{00000000-0000-0000-0000-000000000000}"/>
          </ac:spMkLst>
        </pc:spChg>
        <pc:spChg chg="mod">
          <ac:chgData name="Charlotte Qi" userId="6c0514a0-3078-405a-98b7-f72c627d6e89" providerId="ADAL" clId="{7B288C81-4AEB-484D-8871-8332C10E7F2E}" dt="2026-07-06T17:55:57.945" v="1329" actId="207"/>
          <ac:spMkLst>
            <pc:docMk/>
            <pc:sldMk cId="0" sldId="16775930"/>
            <ac:spMk id="15" creationId="{00000000-0000-0000-0000-000000000000}"/>
          </ac:spMkLst>
        </pc:spChg>
        <pc:spChg chg="mod">
          <ac:chgData name="Charlotte Qi" userId="6c0514a0-3078-405a-98b7-f72c627d6e89" providerId="ADAL" clId="{7B288C81-4AEB-484D-8871-8332C10E7F2E}" dt="2026-07-06T17:55:57.945" v="1329" actId="207"/>
          <ac:spMkLst>
            <pc:docMk/>
            <pc:sldMk cId="0" sldId="16775930"/>
            <ac:spMk id="16" creationId="{00000000-0000-0000-0000-000000000000}"/>
          </ac:spMkLst>
        </pc:spChg>
        <pc:spChg chg="mod">
          <ac:chgData name="Charlotte Qi" userId="6c0514a0-3078-405a-98b7-f72c627d6e89" providerId="ADAL" clId="{7B288C81-4AEB-484D-8871-8332C10E7F2E}" dt="2026-07-06T17:55:57.945" v="1329" actId="207"/>
          <ac:spMkLst>
            <pc:docMk/>
            <pc:sldMk cId="0" sldId="16775930"/>
            <ac:spMk id="17" creationId="{00000000-0000-0000-0000-000000000000}"/>
          </ac:spMkLst>
        </pc:spChg>
        <pc:spChg chg="mod">
          <ac:chgData name="Charlotte Qi" userId="6c0514a0-3078-405a-98b7-f72c627d6e89" providerId="ADAL" clId="{7B288C81-4AEB-484D-8871-8332C10E7F2E}" dt="2026-07-06T17:55:57.945" v="1329" actId="207"/>
          <ac:spMkLst>
            <pc:docMk/>
            <pc:sldMk cId="0" sldId="16775930"/>
            <ac:spMk id="18" creationId="{00000000-0000-0000-0000-000000000000}"/>
          </ac:spMkLst>
        </pc:spChg>
        <pc:spChg chg="mod">
          <ac:chgData name="Charlotte Qi" userId="6c0514a0-3078-405a-98b7-f72c627d6e89" providerId="ADAL" clId="{7B288C81-4AEB-484D-8871-8332C10E7F2E}" dt="2026-07-06T17:55:47.043" v="1326" actId="1076"/>
          <ac:spMkLst>
            <pc:docMk/>
            <pc:sldMk cId="0" sldId="16775930"/>
            <ac:spMk id="20" creationId="{00000000-0000-0000-0000-000000000000}"/>
          </ac:spMkLst>
        </pc:spChg>
        <pc:spChg chg="mod">
          <ac:chgData name="Charlotte Qi" userId="6c0514a0-3078-405a-98b7-f72c627d6e89" providerId="ADAL" clId="{7B288C81-4AEB-484D-8871-8332C10E7F2E}" dt="2026-07-06T17:56:12.738" v="1332" actId="1076"/>
          <ac:spMkLst>
            <pc:docMk/>
            <pc:sldMk cId="0" sldId="16775930"/>
            <ac:spMk id="25" creationId="{00000000-0000-0000-0000-000000000000}"/>
          </ac:spMkLst>
        </pc:spChg>
        <pc:spChg chg="add mod">
          <ac:chgData name="Charlotte Qi" userId="6c0514a0-3078-405a-98b7-f72c627d6e89" providerId="ADAL" clId="{7B288C81-4AEB-484D-8871-8332C10E7F2E}" dt="2026-07-06T17:56:40.892" v="1339" actId="20577"/>
          <ac:spMkLst>
            <pc:docMk/>
            <pc:sldMk cId="0" sldId="16775930"/>
            <ac:spMk id="26" creationId="{E982D3CB-4F1B-25F4-90AD-8E08883AA1D8}"/>
          </ac:spMkLst>
        </pc:spChg>
        <pc:grpChg chg="mod">
          <ac:chgData name="Charlotte Qi" userId="6c0514a0-3078-405a-98b7-f72c627d6e89" providerId="ADAL" clId="{7B288C81-4AEB-484D-8871-8332C10E7F2E}" dt="2026-07-06T17:55:36.040" v="1324" actId="207"/>
          <ac:grpSpMkLst>
            <pc:docMk/>
            <pc:sldMk cId="0" sldId="16775930"/>
            <ac:grpSpMk id="23" creationId="{00000000-0000-0000-0000-000000000000}"/>
          </ac:grpSpMkLst>
        </pc:grpChg>
        <pc:grpChg chg="mod">
          <ac:chgData name="Charlotte Qi" userId="6c0514a0-3078-405a-98b7-f72c627d6e89" providerId="ADAL" clId="{7B288C81-4AEB-484D-8871-8332C10E7F2E}" dt="2026-07-06T17:56:01.445" v="1330" actId="1076"/>
          <ac:grpSpMkLst>
            <pc:docMk/>
            <pc:sldMk cId="0" sldId="16775930"/>
            <ac:grpSpMk id="24" creationId="{00000000-0000-0000-0000-000000000000}"/>
          </ac:grpSpMkLst>
        </pc:grpChg>
        <pc:cxnChg chg="mod">
          <ac:chgData name="Charlotte Qi" userId="6c0514a0-3078-405a-98b7-f72c627d6e89" providerId="ADAL" clId="{7B288C81-4AEB-484D-8871-8332C10E7F2E}" dt="2026-07-06T17:55:57.945" v="1329" actId="207"/>
          <ac:cxnSpMkLst>
            <pc:docMk/>
            <pc:sldMk cId="0" sldId="16775930"/>
            <ac:cxnSpMk id="22" creationId="{00000000-0000-0000-0000-000000000000}"/>
          </ac:cxnSpMkLst>
        </pc:cxnChg>
      </pc:sldChg>
      <pc:sldChg chg="addSp delSp modSp mod">
        <pc:chgData name="Charlotte Qi" userId="6c0514a0-3078-405a-98b7-f72c627d6e89" providerId="ADAL" clId="{7B288C81-4AEB-484D-8871-8332C10E7F2E}" dt="2026-07-06T17:56:58.269" v="1347" actId="478"/>
        <pc:sldMkLst>
          <pc:docMk/>
          <pc:sldMk cId="0" sldId="16775932"/>
        </pc:sldMkLst>
        <pc:spChg chg="add mod">
          <ac:chgData name="Charlotte Qi" userId="6c0514a0-3078-405a-98b7-f72c627d6e89" providerId="ADAL" clId="{7B288C81-4AEB-484D-8871-8332C10E7F2E}" dt="2026-07-06T17:56:49.922" v="1341"/>
          <ac:spMkLst>
            <pc:docMk/>
            <pc:sldMk cId="0" sldId="16775932"/>
            <ac:spMk id="4" creationId="{283BB4DC-4C57-8F40-C46E-526AED6885B8}"/>
          </ac:spMkLst>
        </pc:spChg>
        <pc:spChg chg="add mod">
          <ac:chgData name="Charlotte Qi" userId="6c0514a0-3078-405a-98b7-f72c627d6e89" providerId="ADAL" clId="{7B288C81-4AEB-484D-8871-8332C10E7F2E}" dt="2026-07-06T17:56:57.083" v="1346" actId="20577"/>
          <ac:spMkLst>
            <pc:docMk/>
            <pc:sldMk cId="0" sldId="16775932"/>
            <ac:spMk id="6" creationId="{587E5827-4BDE-A2CD-BB1E-B0F693B98EB8}"/>
          </ac:spMkLst>
        </pc:spChg>
        <pc:spChg chg="del mod">
          <ac:chgData name="Charlotte Qi" userId="6c0514a0-3078-405a-98b7-f72c627d6e89" providerId="ADAL" clId="{7B288C81-4AEB-484D-8871-8332C10E7F2E}" dt="2026-07-06T17:56:58.269" v="1347" actId="478"/>
          <ac:spMkLst>
            <pc:docMk/>
            <pc:sldMk cId="0" sldId="16775932"/>
            <ac:spMk id="7" creationId="{00000000-0000-0000-0000-000000000000}"/>
          </ac:spMkLst>
        </pc:spChg>
      </pc:sldChg>
      <pc:sldChg chg="addSp delSp modSp mod">
        <pc:chgData name="Charlotte Qi" userId="6c0514a0-3078-405a-98b7-f72c627d6e89" providerId="ADAL" clId="{7B288C81-4AEB-484D-8871-8332C10E7F2E}" dt="2026-07-06T17:51:39.517" v="1291" actId="1076"/>
        <pc:sldMkLst>
          <pc:docMk/>
          <pc:sldMk cId="1317392603" sldId="16775936"/>
        </pc:sldMkLst>
        <pc:spChg chg="del">
          <ac:chgData name="Charlotte Qi" userId="6c0514a0-3078-405a-98b7-f72c627d6e89" providerId="ADAL" clId="{7B288C81-4AEB-484D-8871-8332C10E7F2E}" dt="2026-07-06T17:50:28.180" v="1273" actId="478"/>
          <ac:spMkLst>
            <pc:docMk/>
            <pc:sldMk cId="1317392603" sldId="16775936"/>
            <ac:spMk id="10" creationId="{26575584-A4E0-2AA0-7065-09DA4098C073}"/>
          </ac:spMkLst>
        </pc:spChg>
        <pc:spChg chg="add del mod">
          <ac:chgData name="Charlotte Qi" userId="6c0514a0-3078-405a-98b7-f72c627d6e89" providerId="ADAL" clId="{7B288C81-4AEB-484D-8871-8332C10E7F2E}" dt="2026-07-06T17:51:39.517" v="1291" actId="1076"/>
          <ac:spMkLst>
            <pc:docMk/>
            <pc:sldMk cId="1317392603" sldId="16775936"/>
            <ac:spMk id="11" creationId="{D5438066-35BE-78A3-B9B2-27B36E534BDB}"/>
          </ac:spMkLst>
        </pc:spChg>
        <pc:picChg chg="mod">
          <ac:chgData name="Charlotte Qi" userId="6c0514a0-3078-405a-98b7-f72c627d6e89" providerId="ADAL" clId="{7B288C81-4AEB-484D-8871-8332C10E7F2E}" dt="2026-07-06T17:51:34.547" v="1290" actId="1076"/>
          <ac:picMkLst>
            <pc:docMk/>
            <pc:sldMk cId="1317392603" sldId="16775936"/>
            <ac:picMk id="6" creationId="{BB01E444-9510-9662-A795-44819CF1BA17}"/>
          </ac:picMkLst>
        </pc:picChg>
        <pc:picChg chg="mod">
          <ac:chgData name="Charlotte Qi" userId="6c0514a0-3078-405a-98b7-f72c627d6e89" providerId="ADAL" clId="{7B288C81-4AEB-484D-8871-8332C10E7F2E}" dt="2026-07-06T17:51:34.547" v="1290" actId="1076"/>
          <ac:picMkLst>
            <pc:docMk/>
            <pc:sldMk cId="1317392603" sldId="16775936"/>
            <ac:picMk id="9" creationId="{E749DF49-7BDE-825B-674F-043F898D0E89}"/>
          </ac:picMkLst>
        </pc:picChg>
      </pc:sldChg>
      <pc:sldChg chg="delSp modSp mod">
        <pc:chgData name="Charlotte Qi" userId="6c0514a0-3078-405a-98b7-f72c627d6e89" providerId="ADAL" clId="{7B288C81-4AEB-484D-8871-8332C10E7F2E}" dt="2026-07-06T17:50:22.205" v="1270" actId="20577"/>
        <pc:sldMkLst>
          <pc:docMk/>
          <pc:sldMk cId="1472119613" sldId="16775937"/>
        </pc:sldMkLst>
        <pc:spChg chg="del">
          <ac:chgData name="Charlotte Qi" userId="6c0514a0-3078-405a-98b7-f72c627d6e89" providerId="ADAL" clId="{7B288C81-4AEB-484D-8871-8332C10E7F2E}" dt="2026-07-06T17:49:21.618" v="1254" actId="478"/>
          <ac:spMkLst>
            <pc:docMk/>
            <pc:sldMk cId="1472119613" sldId="16775937"/>
            <ac:spMk id="10" creationId="{DD370ACE-D3FA-8B7F-49E3-5D428D98CFB2}"/>
          </ac:spMkLst>
        </pc:spChg>
        <pc:spChg chg="mod">
          <ac:chgData name="Charlotte Qi" userId="6c0514a0-3078-405a-98b7-f72c627d6e89" providerId="ADAL" clId="{7B288C81-4AEB-484D-8871-8332C10E7F2E}" dt="2026-07-06T17:50:22.205" v="1270" actId="20577"/>
          <ac:spMkLst>
            <pc:docMk/>
            <pc:sldMk cId="1472119613" sldId="16775937"/>
            <ac:spMk id="11" creationId="{7FEFE062-BB28-7FC0-CD8E-17BCC541F715}"/>
          </ac:spMkLst>
        </pc:spChg>
        <pc:spChg chg="mod">
          <ac:chgData name="Charlotte Qi" userId="6c0514a0-3078-405a-98b7-f72c627d6e89" providerId="ADAL" clId="{7B288C81-4AEB-484D-8871-8332C10E7F2E}" dt="2026-07-06T17:50:05.600" v="1268" actId="1076"/>
          <ac:spMkLst>
            <pc:docMk/>
            <pc:sldMk cId="1472119613" sldId="16775937"/>
            <ac:spMk id="13" creationId="{CA964205-002D-DBF5-8A81-4BBE84BBEA89}"/>
          </ac:spMkLst>
        </pc:spChg>
      </pc:sldChg>
      <pc:sldChg chg="addSp delSp modSp mod modNotesTx">
        <pc:chgData name="Charlotte Qi" userId="6c0514a0-3078-405a-98b7-f72c627d6e89" providerId="ADAL" clId="{7B288C81-4AEB-484D-8871-8332C10E7F2E}" dt="2026-07-06T17:54:27.968" v="1322" actId="1076"/>
        <pc:sldMkLst>
          <pc:docMk/>
          <pc:sldMk cId="419517127" sldId="16775938"/>
        </pc:sldMkLst>
        <pc:spChg chg="add del mod">
          <ac:chgData name="Charlotte Qi" userId="6c0514a0-3078-405a-98b7-f72c627d6e89" providerId="ADAL" clId="{7B288C81-4AEB-484D-8871-8332C10E7F2E}" dt="2026-07-06T17:54:27.968" v="1322" actId="1076"/>
          <ac:spMkLst>
            <pc:docMk/>
            <pc:sldMk cId="419517127" sldId="16775938"/>
            <ac:spMk id="3" creationId="{9A5A155F-9373-5270-0B3A-86A2FB81E19D}"/>
          </ac:spMkLst>
        </pc:spChg>
        <pc:spChg chg="del">
          <ac:chgData name="Charlotte Qi" userId="6c0514a0-3078-405a-98b7-f72c627d6e89" providerId="ADAL" clId="{7B288C81-4AEB-484D-8871-8332C10E7F2E}" dt="2026-07-06T17:51:47.598" v="1292" actId="478"/>
          <ac:spMkLst>
            <pc:docMk/>
            <pc:sldMk cId="419517127" sldId="16775938"/>
            <ac:spMk id="5" creationId="{3F8C0EA1-D7A8-7013-D7A4-7204515C59E8}"/>
          </ac:spMkLst>
        </pc:spChg>
        <pc:spChg chg="mod">
          <ac:chgData name="Charlotte Qi" userId="6c0514a0-3078-405a-98b7-f72c627d6e89" providerId="ADAL" clId="{7B288C81-4AEB-484D-8871-8332C10E7F2E}" dt="2026-07-06T17:52:09.740" v="1299" actId="1076"/>
          <ac:spMkLst>
            <pc:docMk/>
            <pc:sldMk cId="419517127" sldId="16775938"/>
            <ac:spMk id="7" creationId="{AAF91623-277F-DECD-B79A-1553390B5EA9}"/>
          </ac:spMkLst>
        </pc:spChg>
        <pc:graphicFrameChg chg="del">
          <ac:chgData name="Charlotte Qi" userId="6c0514a0-3078-405a-98b7-f72c627d6e89" providerId="ADAL" clId="{7B288C81-4AEB-484D-8871-8332C10E7F2E}" dt="2026-07-06T17:53:01.209" v="1300" actId="478"/>
          <ac:graphicFrameMkLst>
            <pc:docMk/>
            <pc:sldMk cId="419517127" sldId="16775938"/>
            <ac:graphicFrameMk id="4" creationId="{9D976FD8-364C-3F59-16E0-359E54BF03A9}"/>
          </ac:graphicFrameMkLst>
        </pc:graphicFrameChg>
        <pc:graphicFrameChg chg="add mod modGraphic">
          <ac:chgData name="Charlotte Qi" userId="6c0514a0-3078-405a-98b7-f72c627d6e89" providerId="ADAL" clId="{7B288C81-4AEB-484D-8871-8332C10E7F2E}" dt="2026-07-06T17:54:07.812" v="1316" actId="1076"/>
          <ac:graphicFrameMkLst>
            <pc:docMk/>
            <pc:sldMk cId="419517127" sldId="16775938"/>
            <ac:graphicFrameMk id="6" creationId="{6DDEEB37-CB4A-8A5A-BAB6-492424B597A1}"/>
          </ac:graphicFrameMkLst>
        </pc:graphicFrameChg>
      </pc:sldChg>
      <pc:sldChg chg="addSp delSp modSp mod">
        <pc:chgData name="Charlotte Qi" userId="6c0514a0-3078-405a-98b7-f72c627d6e89" providerId="ADAL" clId="{7B288C81-4AEB-484D-8871-8332C10E7F2E}" dt="2026-07-06T18:05:34.612" v="1482" actId="1035"/>
        <pc:sldMkLst>
          <pc:docMk/>
          <pc:sldMk cId="603828101" sldId="16775954"/>
        </pc:sldMkLst>
        <pc:spChg chg="del">
          <ac:chgData name="Charlotte Qi" userId="6c0514a0-3078-405a-98b7-f72c627d6e89" providerId="ADAL" clId="{7B288C81-4AEB-484D-8871-8332C10E7F2E}" dt="2026-07-06T17:45:05.460" v="1215" actId="478"/>
          <ac:spMkLst>
            <pc:docMk/>
            <pc:sldMk cId="603828101" sldId="16775954"/>
            <ac:spMk id="9" creationId="{FAA53039-00C1-4699-4970-092386181EF3}"/>
          </ac:spMkLst>
        </pc:spChg>
        <pc:spChg chg="del">
          <ac:chgData name="Charlotte Qi" userId="6c0514a0-3078-405a-98b7-f72c627d6e89" providerId="ADAL" clId="{7B288C81-4AEB-484D-8871-8332C10E7F2E}" dt="2026-07-06T17:45:05.460" v="1215" actId="478"/>
          <ac:spMkLst>
            <pc:docMk/>
            <pc:sldMk cId="603828101" sldId="16775954"/>
            <ac:spMk id="10" creationId="{9C5AD3F3-31B0-B2C0-AAB2-F1A9C7E8964B}"/>
          </ac:spMkLst>
        </pc:spChg>
        <pc:spChg chg="add mod">
          <ac:chgData name="Charlotte Qi" userId="6c0514a0-3078-405a-98b7-f72c627d6e89" providerId="ADAL" clId="{7B288C81-4AEB-484D-8871-8332C10E7F2E}" dt="2026-07-06T18:05:28.262" v="1473" actId="1035"/>
          <ac:spMkLst>
            <pc:docMk/>
            <pc:sldMk cId="603828101" sldId="16775954"/>
            <ac:spMk id="11" creationId="{178E4D16-6DEE-DD07-A221-74965466A6DB}"/>
          </ac:spMkLst>
        </pc:spChg>
        <pc:spChg chg="add mod">
          <ac:chgData name="Charlotte Qi" userId="6c0514a0-3078-405a-98b7-f72c627d6e89" providerId="ADAL" clId="{7B288C81-4AEB-484D-8871-8332C10E7F2E}" dt="2026-07-06T18:05:28.262" v="1473" actId="1035"/>
          <ac:spMkLst>
            <pc:docMk/>
            <pc:sldMk cId="603828101" sldId="16775954"/>
            <ac:spMk id="12" creationId="{71C8A974-6733-2B49-E7BC-8A79E4F14431}"/>
          </ac:spMkLst>
        </pc:spChg>
        <pc:spChg chg="del">
          <ac:chgData name="Charlotte Qi" userId="6c0514a0-3078-405a-98b7-f72c627d6e89" providerId="ADAL" clId="{7B288C81-4AEB-484D-8871-8332C10E7F2E}" dt="2026-07-06T17:45:05.460" v="1215" actId="478"/>
          <ac:spMkLst>
            <pc:docMk/>
            <pc:sldMk cId="603828101" sldId="16775954"/>
            <ac:spMk id="13" creationId="{5D7D41EA-7C19-670A-2F06-57BDF9B17A1F}"/>
          </ac:spMkLst>
        </pc:spChg>
        <pc:spChg chg="del">
          <ac:chgData name="Charlotte Qi" userId="6c0514a0-3078-405a-98b7-f72c627d6e89" providerId="ADAL" clId="{7B288C81-4AEB-484D-8871-8332C10E7F2E}" dt="2026-07-06T17:45:05.460" v="1215" actId="478"/>
          <ac:spMkLst>
            <pc:docMk/>
            <pc:sldMk cId="603828101" sldId="16775954"/>
            <ac:spMk id="14" creationId="{64880F8F-3DAC-2492-C6D4-05BA28C48A46}"/>
          </ac:spMkLst>
        </pc:spChg>
        <pc:spChg chg="del">
          <ac:chgData name="Charlotte Qi" userId="6c0514a0-3078-405a-98b7-f72c627d6e89" providerId="ADAL" clId="{7B288C81-4AEB-484D-8871-8332C10E7F2E}" dt="2026-07-06T17:45:05.460" v="1215" actId="478"/>
          <ac:spMkLst>
            <pc:docMk/>
            <pc:sldMk cId="603828101" sldId="16775954"/>
            <ac:spMk id="15" creationId="{6EAC6C3E-2640-E7EB-12BE-D79CD7A910F5}"/>
          </ac:spMkLst>
        </pc:spChg>
        <pc:spChg chg="del">
          <ac:chgData name="Charlotte Qi" userId="6c0514a0-3078-405a-98b7-f72c627d6e89" providerId="ADAL" clId="{7B288C81-4AEB-484D-8871-8332C10E7F2E}" dt="2026-07-06T17:45:05.460" v="1215" actId="478"/>
          <ac:spMkLst>
            <pc:docMk/>
            <pc:sldMk cId="603828101" sldId="16775954"/>
            <ac:spMk id="16" creationId="{2561D766-92E5-3A5A-87A7-FE6AE2D84863}"/>
          </ac:spMkLst>
        </pc:spChg>
        <pc:spChg chg="mod">
          <ac:chgData name="Charlotte Qi" userId="6c0514a0-3078-405a-98b7-f72c627d6e89" providerId="ADAL" clId="{7B288C81-4AEB-484D-8871-8332C10E7F2E}" dt="2026-07-06T18:05:34.612" v="1482" actId="1035"/>
          <ac:spMkLst>
            <pc:docMk/>
            <pc:sldMk cId="603828101" sldId="16775954"/>
            <ac:spMk id="17" creationId="{970CEF91-32EC-B3F0-E1FB-85FD70AE6596}"/>
          </ac:spMkLst>
        </pc:spChg>
        <pc:spChg chg="mod">
          <ac:chgData name="Charlotte Qi" userId="6c0514a0-3078-405a-98b7-f72c627d6e89" providerId="ADAL" clId="{7B288C81-4AEB-484D-8871-8332C10E7F2E}" dt="2026-07-06T18:05:34.612" v="1482" actId="1035"/>
          <ac:spMkLst>
            <pc:docMk/>
            <pc:sldMk cId="603828101" sldId="16775954"/>
            <ac:spMk id="18" creationId="{97D275BF-DD4E-3294-6280-2054FD7E1DF5}"/>
          </ac:spMkLst>
        </pc:spChg>
        <pc:spChg chg="del">
          <ac:chgData name="Charlotte Qi" userId="6c0514a0-3078-405a-98b7-f72c627d6e89" providerId="ADAL" clId="{7B288C81-4AEB-484D-8871-8332C10E7F2E}" dt="2026-07-06T17:45:05.460" v="1215" actId="478"/>
          <ac:spMkLst>
            <pc:docMk/>
            <pc:sldMk cId="603828101" sldId="16775954"/>
            <ac:spMk id="20" creationId="{63C45309-18F2-D857-97D9-E77203F31F08}"/>
          </ac:spMkLst>
        </pc:spChg>
        <pc:spChg chg="mod">
          <ac:chgData name="Charlotte Qi" userId="6c0514a0-3078-405a-98b7-f72c627d6e89" providerId="ADAL" clId="{7B288C81-4AEB-484D-8871-8332C10E7F2E}" dt="2026-07-06T18:05:28.262" v="1473" actId="1035"/>
          <ac:spMkLst>
            <pc:docMk/>
            <pc:sldMk cId="603828101" sldId="16775954"/>
            <ac:spMk id="21" creationId="{5E7FD389-DB0A-EFB7-25F2-E867B2B4EF26}"/>
          </ac:spMkLst>
        </pc:spChg>
        <pc:spChg chg="add mod">
          <ac:chgData name="Charlotte Qi" userId="6c0514a0-3078-405a-98b7-f72c627d6e89" providerId="ADAL" clId="{7B288C81-4AEB-484D-8871-8332C10E7F2E}" dt="2026-07-06T18:05:28.262" v="1473" actId="1035"/>
          <ac:spMkLst>
            <pc:docMk/>
            <pc:sldMk cId="603828101" sldId="16775954"/>
            <ac:spMk id="22" creationId="{32591C2E-40BF-A66F-D463-3318338A6994}"/>
          </ac:spMkLst>
        </pc:spChg>
        <pc:spChg chg="add mod">
          <ac:chgData name="Charlotte Qi" userId="6c0514a0-3078-405a-98b7-f72c627d6e89" providerId="ADAL" clId="{7B288C81-4AEB-484D-8871-8332C10E7F2E}" dt="2026-07-06T18:05:28.262" v="1473" actId="1035"/>
          <ac:spMkLst>
            <pc:docMk/>
            <pc:sldMk cId="603828101" sldId="16775954"/>
            <ac:spMk id="23" creationId="{38B5A845-9959-DA66-2626-4E7D1B461CBA}"/>
          </ac:spMkLst>
        </pc:spChg>
        <pc:spChg chg="add mod">
          <ac:chgData name="Charlotte Qi" userId="6c0514a0-3078-405a-98b7-f72c627d6e89" providerId="ADAL" clId="{7B288C81-4AEB-484D-8871-8332C10E7F2E}" dt="2026-07-06T18:05:28.262" v="1473" actId="1035"/>
          <ac:spMkLst>
            <pc:docMk/>
            <pc:sldMk cId="603828101" sldId="16775954"/>
            <ac:spMk id="24" creationId="{8CA454B5-221B-C730-321F-E15EC579EB13}"/>
          </ac:spMkLst>
        </pc:spChg>
        <pc:spChg chg="add mod">
          <ac:chgData name="Charlotte Qi" userId="6c0514a0-3078-405a-98b7-f72c627d6e89" providerId="ADAL" clId="{7B288C81-4AEB-484D-8871-8332C10E7F2E}" dt="2026-07-06T18:05:28.262" v="1473" actId="1035"/>
          <ac:spMkLst>
            <pc:docMk/>
            <pc:sldMk cId="603828101" sldId="16775954"/>
            <ac:spMk id="25" creationId="{D6D8BAE6-E14F-26EF-DD32-FC1F813AA0C4}"/>
          </ac:spMkLst>
        </pc:spChg>
        <pc:spChg chg="add del mod">
          <ac:chgData name="Charlotte Qi" userId="6c0514a0-3078-405a-98b7-f72c627d6e89" providerId="ADAL" clId="{7B288C81-4AEB-484D-8871-8332C10E7F2E}" dt="2026-07-06T18:03:59.748" v="1444" actId="478"/>
          <ac:spMkLst>
            <pc:docMk/>
            <pc:sldMk cId="603828101" sldId="16775954"/>
            <ac:spMk id="27" creationId="{025B5234-CB3D-9F4D-CD5D-4DFA0458091B}"/>
          </ac:spMkLst>
        </pc:spChg>
        <pc:graphicFrameChg chg="add mod">
          <ac:chgData name="Charlotte Qi" userId="6c0514a0-3078-405a-98b7-f72c627d6e89" providerId="ADAL" clId="{7B288C81-4AEB-484D-8871-8332C10E7F2E}" dt="2026-07-06T18:05:28.262" v="1473" actId="1035"/>
          <ac:graphicFrameMkLst>
            <pc:docMk/>
            <pc:sldMk cId="603828101" sldId="16775954"/>
            <ac:graphicFrameMk id="3" creationId="{27E5D252-4DCA-5E05-7540-8B5095B33C5B}"/>
          </ac:graphicFrameMkLst>
        </pc:graphicFrameChg>
        <pc:graphicFrameChg chg="add mod">
          <ac:chgData name="Charlotte Qi" userId="6c0514a0-3078-405a-98b7-f72c627d6e89" providerId="ADAL" clId="{7B288C81-4AEB-484D-8871-8332C10E7F2E}" dt="2026-07-06T18:05:28.262" v="1473" actId="1035"/>
          <ac:graphicFrameMkLst>
            <pc:docMk/>
            <pc:sldMk cId="603828101" sldId="16775954"/>
            <ac:graphicFrameMk id="4" creationId="{C34D5018-D719-DF62-5ED8-A92A0CCCD35E}"/>
          </ac:graphicFrameMkLst>
        </pc:graphicFrameChg>
        <pc:graphicFrameChg chg="del">
          <ac:chgData name="Charlotte Qi" userId="6c0514a0-3078-405a-98b7-f72c627d6e89" providerId="ADAL" clId="{7B288C81-4AEB-484D-8871-8332C10E7F2E}" dt="2026-07-06T17:45:05.460" v="1215" actId="478"/>
          <ac:graphicFrameMkLst>
            <pc:docMk/>
            <pc:sldMk cId="603828101" sldId="16775954"/>
            <ac:graphicFrameMk id="7" creationId="{E9B9D98B-1A50-1986-B95B-AEC5A5735611}"/>
          </ac:graphicFrameMkLst>
        </pc:graphicFrameChg>
        <pc:graphicFrameChg chg="del">
          <ac:chgData name="Charlotte Qi" userId="6c0514a0-3078-405a-98b7-f72c627d6e89" providerId="ADAL" clId="{7B288C81-4AEB-484D-8871-8332C10E7F2E}" dt="2026-07-06T17:45:05.460" v="1215" actId="478"/>
          <ac:graphicFrameMkLst>
            <pc:docMk/>
            <pc:sldMk cId="603828101" sldId="16775954"/>
            <ac:graphicFrameMk id="8" creationId="{D075B5AF-D588-1FB2-BFB3-0D43EE4F4D03}"/>
          </ac:graphicFrameMkLst>
        </pc:graphicFrameChg>
        <pc:cxnChg chg="del">
          <ac:chgData name="Charlotte Qi" userId="6c0514a0-3078-405a-98b7-f72c627d6e89" providerId="ADAL" clId="{7B288C81-4AEB-484D-8871-8332C10E7F2E}" dt="2026-07-06T18:05:06.789" v="1455" actId="478"/>
          <ac:cxnSpMkLst>
            <pc:docMk/>
            <pc:sldMk cId="603828101" sldId="16775954"/>
            <ac:cxnSpMk id="19" creationId="{466C2503-DD11-DD02-D567-44F3D8C8F129}"/>
          </ac:cxnSpMkLst>
        </pc:cxnChg>
        <pc:cxnChg chg="add del mod">
          <ac:chgData name="Charlotte Qi" userId="6c0514a0-3078-405a-98b7-f72c627d6e89" providerId="ADAL" clId="{7B288C81-4AEB-484D-8871-8332C10E7F2E}" dt="2026-07-06T18:05:04.811" v="1454" actId="478"/>
          <ac:cxnSpMkLst>
            <pc:docMk/>
            <pc:sldMk cId="603828101" sldId="16775954"/>
            <ac:cxnSpMk id="26" creationId="{3146D0EF-B252-00D0-3B05-FA6AEA0071A3}"/>
          </ac:cxnSpMkLst>
        </pc:cxnChg>
      </pc:sldChg>
      <pc:sldChg chg="addSp delSp modSp mod">
        <pc:chgData name="Charlotte Qi" userId="6c0514a0-3078-405a-98b7-f72c627d6e89" providerId="ADAL" clId="{7B288C81-4AEB-484D-8871-8332C10E7F2E}" dt="2026-07-06T18:02:51.281" v="1442" actId="1076"/>
        <pc:sldMkLst>
          <pc:docMk/>
          <pc:sldMk cId="1199124970" sldId="16775955"/>
        </pc:sldMkLst>
        <pc:spChg chg="mod">
          <ac:chgData name="Charlotte Qi" userId="6c0514a0-3078-405a-98b7-f72c627d6e89" providerId="ADAL" clId="{7B288C81-4AEB-484D-8871-8332C10E7F2E}" dt="2026-07-06T18:02:51.281" v="1442" actId="1076"/>
          <ac:spMkLst>
            <pc:docMk/>
            <pc:sldMk cId="1199124970" sldId="16775955"/>
            <ac:spMk id="6" creationId="{CB72E588-DF06-0CF9-8324-A7CA1732D1B6}"/>
          </ac:spMkLst>
        </pc:spChg>
        <pc:spChg chg="mod">
          <ac:chgData name="Charlotte Qi" userId="6c0514a0-3078-405a-98b7-f72c627d6e89" providerId="ADAL" clId="{7B288C81-4AEB-484D-8871-8332C10E7F2E}" dt="2026-07-06T18:02:51.281" v="1442" actId="1076"/>
          <ac:spMkLst>
            <pc:docMk/>
            <pc:sldMk cId="1199124970" sldId="16775955"/>
            <ac:spMk id="9" creationId="{8046F9E2-F0AF-8633-30B8-FB1E2D51F969}"/>
          </ac:spMkLst>
        </pc:spChg>
        <pc:spChg chg="mod">
          <ac:chgData name="Charlotte Qi" userId="6c0514a0-3078-405a-98b7-f72c627d6e89" providerId="ADAL" clId="{7B288C81-4AEB-484D-8871-8332C10E7F2E}" dt="2026-07-06T18:02:51.281" v="1442" actId="1076"/>
          <ac:spMkLst>
            <pc:docMk/>
            <pc:sldMk cId="1199124970" sldId="16775955"/>
            <ac:spMk id="13" creationId="{3E6B4A6D-CE98-5FFE-705D-C4D290B55389}"/>
          </ac:spMkLst>
        </pc:spChg>
        <pc:spChg chg="mod">
          <ac:chgData name="Charlotte Qi" userId="6c0514a0-3078-405a-98b7-f72c627d6e89" providerId="ADAL" clId="{7B288C81-4AEB-484D-8871-8332C10E7F2E}" dt="2026-07-06T18:02:51.281" v="1442" actId="1076"/>
          <ac:spMkLst>
            <pc:docMk/>
            <pc:sldMk cId="1199124970" sldId="16775955"/>
            <ac:spMk id="25" creationId="{1A3B42CE-50DF-F941-9CFB-B99FB38876FE}"/>
          </ac:spMkLst>
        </pc:spChg>
        <pc:graphicFrameChg chg="add mod modGraphic">
          <ac:chgData name="Charlotte Qi" userId="6c0514a0-3078-405a-98b7-f72c627d6e89" providerId="ADAL" clId="{7B288C81-4AEB-484D-8871-8332C10E7F2E}" dt="2026-07-06T17:59:51.018" v="1392" actId="1076"/>
          <ac:graphicFrameMkLst>
            <pc:docMk/>
            <pc:sldMk cId="1199124970" sldId="16775955"/>
            <ac:graphicFrameMk id="3" creationId="{4D3C9A70-D8AB-7C60-FA24-631668F8AD50}"/>
          </ac:graphicFrameMkLst>
        </pc:graphicFrameChg>
        <pc:graphicFrameChg chg="add mod modGraphic">
          <ac:chgData name="Charlotte Qi" userId="6c0514a0-3078-405a-98b7-f72c627d6e89" providerId="ADAL" clId="{7B288C81-4AEB-484D-8871-8332C10E7F2E}" dt="2026-07-06T17:58:38.475" v="1370" actId="1076"/>
          <ac:graphicFrameMkLst>
            <pc:docMk/>
            <pc:sldMk cId="1199124970" sldId="16775955"/>
            <ac:graphicFrameMk id="4" creationId="{833855C3-EA5D-5B97-74A1-94B871AD4DC9}"/>
          </ac:graphicFrameMkLst>
        </pc:graphicFrameChg>
        <pc:graphicFrameChg chg="add del mod modGraphic">
          <ac:chgData name="Charlotte Qi" userId="6c0514a0-3078-405a-98b7-f72c627d6e89" providerId="ADAL" clId="{7B288C81-4AEB-484D-8871-8332C10E7F2E}" dt="2026-07-06T18:01:36.560" v="1427" actId="478"/>
          <ac:graphicFrameMkLst>
            <pc:docMk/>
            <pc:sldMk cId="1199124970" sldId="16775955"/>
            <ac:graphicFrameMk id="5" creationId="{5F3F09FE-F990-7375-FFD4-B693D1EDD9C6}"/>
          </ac:graphicFrameMkLst>
        </pc:graphicFrameChg>
        <pc:graphicFrameChg chg="mod modGraphic">
          <ac:chgData name="Charlotte Qi" userId="6c0514a0-3078-405a-98b7-f72c627d6e89" providerId="ADAL" clId="{7B288C81-4AEB-484D-8871-8332C10E7F2E}" dt="2026-07-06T18:02:51.281" v="1442" actId="1076"/>
          <ac:graphicFrameMkLst>
            <pc:docMk/>
            <pc:sldMk cId="1199124970" sldId="16775955"/>
            <ac:graphicFrameMk id="8" creationId="{E4E84299-E33B-3812-5910-F88DEE3C4712}"/>
          </ac:graphicFrameMkLst>
        </pc:graphicFrameChg>
        <pc:graphicFrameChg chg="del">
          <ac:chgData name="Charlotte Qi" userId="6c0514a0-3078-405a-98b7-f72c627d6e89" providerId="ADAL" clId="{7B288C81-4AEB-484D-8871-8332C10E7F2E}" dt="2026-07-06T17:57:15.359" v="1348" actId="478"/>
          <ac:graphicFrameMkLst>
            <pc:docMk/>
            <pc:sldMk cId="1199124970" sldId="16775955"/>
            <ac:graphicFrameMk id="24" creationId="{DED66AD0-282E-47BE-AB71-CAC157DEFA29}"/>
          </ac:graphicFrameMkLst>
        </pc:graphicFrameChg>
        <pc:picChg chg="mod">
          <ac:chgData name="Charlotte Qi" userId="6c0514a0-3078-405a-98b7-f72c627d6e89" providerId="ADAL" clId="{7B288C81-4AEB-484D-8871-8332C10E7F2E}" dt="2026-07-06T18:02:51.281" v="1442" actId="1076"/>
          <ac:picMkLst>
            <pc:docMk/>
            <pc:sldMk cId="1199124970" sldId="16775955"/>
            <ac:picMk id="11" creationId="{5029AA68-358B-7715-3CA2-8DEE6CC9232E}"/>
          </ac:picMkLst>
        </pc:picChg>
      </pc:sldChg>
      <pc:sldChg chg="modSp mod">
        <pc:chgData name="Charlotte Qi" userId="6c0514a0-3078-405a-98b7-f72c627d6e89" providerId="ADAL" clId="{7B288C81-4AEB-484D-8871-8332C10E7F2E}" dt="2026-07-06T18:03:01.761" v="1443" actId="1076"/>
        <pc:sldMkLst>
          <pc:docMk/>
          <pc:sldMk cId="2707338148" sldId="16775956"/>
        </pc:sldMkLst>
        <pc:spChg chg="mod">
          <ac:chgData name="Charlotte Qi" userId="6c0514a0-3078-405a-98b7-f72c627d6e89" providerId="ADAL" clId="{7B288C81-4AEB-484D-8871-8332C10E7F2E}" dt="2026-07-06T18:03:01.761" v="1443" actId="1076"/>
          <ac:spMkLst>
            <pc:docMk/>
            <pc:sldMk cId="2707338148" sldId="16775956"/>
            <ac:spMk id="4" creationId="{28A8C44F-1EDA-9E65-8D3C-60BFEFA222D6}"/>
          </ac:spMkLst>
        </pc:spChg>
      </pc:sldChg>
      <pc:sldChg chg="addSp delSp modSp new mod">
        <pc:chgData name="Charlotte Qi" userId="6c0514a0-3078-405a-98b7-f72c627d6e89" providerId="ADAL" clId="{7B288C81-4AEB-484D-8871-8332C10E7F2E}" dt="2026-07-06T03:54:58.039" v="601" actId="1076"/>
        <pc:sldMkLst>
          <pc:docMk/>
          <pc:sldMk cId="3301735823" sldId="16775960"/>
        </pc:sldMkLst>
        <pc:spChg chg="add mod">
          <ac:chgData name="Charlotte Qi" userId="6c0514a0-3078-405a-98b7-f72c627d6e89" providerId="ADAL" clId="{7B288C81-4AEB-484D-8871-8332C10E7F2E}" dt="2026-07-06T02:58:28.206" v="497"/>
          <ac:spMkLst>
            <pc:docMk/>
            <pc:sldMk cId="3301735823" sldId="16775960"/>
            <ac:spMk id="10" creationId="{54B9F1F9-5B5F-9338-C746-46C0BA2ACD40}"/>
          </ac:spMkLst>
        </pc:spChg>
        <pc:spChg chg="add mod">
          <ac:chgData name="Charlotte Qi" userId="6c0514a0-3078-405a-98b7-f72c627d6e89" providerId="ADAL" clId="{7B288C81-4AEB-484D-8871-8332C10E7F2E}" dt="2026-07-06T02:58:28.206" v="497"/>
          <ac:spMkLst>
            <pc:docMk/>
            <pc:sldMk cId="3301735823" sldId="16775960"/>
            <ac:spMk id="11" creationId="{6D659CC5-71FB-E735-6934-70E6423203EF}"/>
          </ac:spMkLst>
        </pc:spChg>
        <pc:spChg chg="add del mod">
          <ac:chgData name="Charlotte Qi" userId="6c0514a0-3078-405a-98b7-f72c627d6e89" providerId="ADAL" clId="{7B288C81-4AEB-484D-8871-8332C10E7F2E}" dt="2026-07-06T03:54:05.263" v="583" actId="478"/>
          <ac:spMkLst>
            <pc:docMk/>
            <pc:sldMk cId="3301735823" sldId="16775960"/>
            <ac:spMk id="18" creationId="{A36D5F65-B5F8-13F7-710C-61D7535448F5}"/>
          </ac:spMkLst>
        </pc:spChg>
        <pc:spChg chg="add mod">
          <ac:chgData name="Charlotte Qi" userId="6c0514a0-3078-405a-98b7-f72c627d6e89" providerId="ADAL" clId="{7B288C81-4AEB-484D-8871-8332C10E7F2E}" dt="2026-07-06T03:54:01.676" v="581" actId="164"/>
          <ac:spMkLst>
            <pc:docMk/>
            <pc:sldMk cId="3301735823" sldId="16775960"/>
            <ac:spMk id="20" creationId="{2C12E2FF-3D70-D0A6-B1D9-5AA29988E86C}"/>
          </ac:spMkLst>
        </pc:spChg>
        <pc:spChg chg="add mod">
          <ac:chgData name="Charlotte Qi" userId="6c0514a0-3078-405a-98b7-f72c627d6e89" providerId="ADAL" clId="{7B288C81-4AEB-484D-8871-8332C10E7F2E}" dt="2026-07-06T03:53:59.637" v="579" actId="164"/>
          <ac:spMkLst>
            <pc:docMk/>
            <pc:sldMk cId="3301735823" sldId="16775960"/>
            <ac:spMk id="22" creationId="{5A0A8DC5-2EB3-E1CC-9454-6CA53AE13596}"/>
          </ac:spMkLst>
        </pc:spChg>
        <pc:spChg chg="add mod">
          <ac:chgData name="Charlotte Qi" userId="6c0514a0-3078-405a-98b7-f72c627d6e89" providerId="ADAL" clId="{7B288C81-4AEB-484D-8871-8332C10E7F2E}" dt="2026-07-06T03:53:56.456" v="577" actId="164"/>
          <ac:spMkLst>
            <pc:docMk/>
            <pc:sldMk cId="3301735823" sldId="16775960"/>
            <ac:spMk id="24" creationId="{AA1B29C5-069B-5A34-BFBC-1E868510F20B}"/>
          </ac:spMkLst>
        </pc:spChg>
        <pc:spChg chg="add mod">
          <ac:chgData name="Charlotte Qi" userId="6c0514a0-3078-405a-98b7-f72c627d6e89" providerId="ADAL" clId="{7B288C81-4AEB-484D-8871-8332C10E7F2E}" dt="2026-07-06T03:53:53.152" v="575" actId="164"/>
          <ac:spMkLst>
            <pc:docMk/>
            <pc:sldMk cId="3301735823" sldId="16775960"/>
            <ac:spMk id="26" creationId="{4F43A837-F6CC-63AD-73F4-0A03A7FE7E2B}"/>
          </ac:spMkLst>
        </pc:spChg>
        <pc:grpChg chg="add mod">
          <ac:chgData name="Charlotte Qi" userId="6c0514a0-3078-405a-98b7-f72c627d6e89" providerId="ADAL" clId="{7B288C81-4AEB-484D-8871-8332C10E7F2E}" dt="2026-07-06T03:54:58.039" v="601" actId="1076"/>
          <ac:grpSpMkLst>
            <pc:docMk/>
            <pc:sldMk cId="3301735823" sldId="16775960"/>
            <ac:grpSpMk id="27" creationId="{FD0F69A2-BABE-F57E-3FFA-FD06F76FC929}"/>
          </ac:grpSpMkLst>
        </pc:grpChg>
        <pc:grpChg chg="add mod">
          <ac:chgData name="Charlotte Qi" userId="6c0514a0-3078-405a-98b7-f72c627d6e89" providerId="ADAL" clId="{7B288C81-4AEB-484D-8871-8332C10E7F2E}" dt="2026-07-06T03:54:51.265" v="598" actId="1076"/>
          <ac:grpSpMkLst>
            <pc:docMk/>
            <pc:sldMk cId="3301735823" sldId="16775960"/>
            <ac:grpSpMk id="28" creationId="{FD793DF4-7B26-057D-0687-53A5D374A03B}"/>
          </ac:grpSpMkLst>
        </pc:grpChg>
        <pc:grpChg chg="add mod">
          <ac:chgData name="Charlotte Qi" userId="6c0514a0-3078-405a-98b7-f72c627d6e89" providerId="ADAL" clId="{7B288C81-4AEB-484D-8871-8332C10E7F2E}" dt="2026-07-06T03:54:43.352" v="595" actId="1076"/>
          <ac:grpSpMkLst>
            <pc:docMk/>
            <pc:sldMk cId="3301735823" sldId="16775960"/>
            <ac:grpSpMk id="29" creationId="{1F6A0A87-F662-CAB1-977D-8FDCB800C30D}"/>
          </ac:grpSpMkLst>
        </pc:grpChg>
        <pc:grpChg chg="add mod">
          <ac:chgData name="Charlotte Qi" userId="6c0514a0-3078-405a-98b7-f72c627d6e89" providerId="ADAL" clId="{7B288C81-4AEB-484D-8871-8332C10E7F2E}" dt="2026-07-06T03:54:40.067" v="594" actId="1076"/>
          <ac:grpSpMkLst>
            <pc:docMk/>
            <pc:sldMk cId="3301735823" sldId="16775960"/>
            <ac:grpSpMk id="30" creationId="{CAC3027C-9183-96C9-3CDA-EB5D70A1006E}"/>
          </ac:grpSpMkLst>
        </pc:grpChg>
        <pc:picChg chg="add del mod">
          <ac:chgData name="Charlotte Qi" userId="6c0514a0-3078-405a-98b7-f72c627d6e89" providerId="ADAL" clId="{7B288C81-4AEB-484D-8871-8332C10E7F2E}" dt="2026-07-06T03:10:39.475" v="501" actId="478"/>
          <ac:picMkLst>
            <pc:docMk/>
            <pc:sldMk cId="3301735823" sldId="16775960"/>
            <ac:picMk id="3" creationId="{E96FD437-74A1-3F6D-6E0A-F82F153BD776}"/>
          </ac:picMkLst>
        </pc:picChg>
        <pc:picChg chg="add del mod">
          <ac:chgData name="Charlotte Qi" userId="6c0514a0-3078-405a-98b7-f72c627d6e89" providerId="ADAL" clId="{7B288C81-4AEB-484D-8871-8332C10E7F2E}" dt="2026-07-06T03:10:41.188" v="502" actId="478"/>
          <ac:picMkLst>
            <pc:docMk/>
            <pc:sldMk cId="3301735823" sldId="16775960"/>
            <ac:picMk id="5" creationId="{3D2FA995-1575-2687-5797-34E0F4E84F5F}"/>
          </ac:picMkLst>
        </pc:picChg>
        <pc:picChg chg="add del mod">
          <ac:chgData name="Charlotte Qi" userId="6c0514a0-3078-405a-98b7-f72c627d6e89" providerId="ADAL" clId="{7B288C81-4AEB-484D-8871-8332C10E7F2E}" dt="2026-07-06T03:10:41.824" v="505" actId="478"/>
          <ac:picMkLst>
            <pc:docMk/>
            <pc:sldMk cId="3301735823" sldId="16775960"/>
            <ac:picMk id="7" creationId="{007514D5-1319-8326-D003-58767BE95A66}"/>
          </ac:picMkLst>
        </pc:picChg>
        <pc:picChg chg="add del mod">
          <ac:chgData name="Charlotte Qi" userId="6c0514a0-3078-405a-98b7-f72c627d6e89" providerId="ADAL" clId="{7B288C81-4AEB-484D-8871-8332C10E7F2E}" dt="2026-07-06T03:10:41.487" v="503" actId="478"/>
          <ac:picMkLst>
            <pc:docMk/>
            <pc:sldMk cId="3301735823" sldId="16775960"/>
            <ac:picMk id="9" creationId="{36572CAB-81BE-40ED-8EC3-0CEB8AB305A3}"/>
          </ac:picMkLst>
        </pc:picChg>
        <pc:picChg chg="add del mod">
          <ac:chgData name="Charlotte Qi" userId="6c0514a0-3078-405a-98b7-f72c627d6e89" providerId="ADAL" clId="{7B288C81-4AEB-484D-8871-8332C10E7F2E}" dt="2026-07-06T03:53:21.105" v="564" actId="478"/>
          <ac:picMkLst>
            <pc:docMk/>
            <pc:sldMk cId="3301735823" sldId="16775960"/>
            <ac:picMk id="12" creationId="{F7BF1F69-F371-AF84-6EAD-4AF7A644A37B}"/>
          </ac:picMkLst>
        </pc:picChg>
        <pc:picChg chg="add del mod">
          <ac:chgData name="Charlotte Qi" userId="6c0514a0-3078-405a-98b7-f72c627d6e89" providerId="ADAL" clId="{7B288C81-4AEB-484D-8871-8332C10E7F2E}" dt="2026-07-06T03:53:21.410" v="565" actId="478"/>
          <ac:picMkLst>
            <pc:docMk/>
            <pc:sldMk cId="3301735823" sldId="16775960"/>
            <ac:picMk id="13" creationId="{784A7C93-A9CF-8A56-CD86-E07E8B74E3D5}"/>
          </ac:picMkLst>
        </pc:picChg>
        <pc:picChg chg="add del mod">
          <ac:chgData name="Charlotte Qi" userId="6c0514a0-3078-405a-98b7-f72c627d6e89" providerId="ADAL" clId="{7B288C81-4AEB-484D-8871-8332C10E7F2E}" dt="2026-07-06T03:53:22.447" v="567" actId="478"/>
          <ac:picMkLst>
            <pc:docMk/>
            <pc:sldMk cId="3301735823" sldId="16775960"/>
            <ac:picMk id="14" creationId="{FE5BAB3E-66F0-9741-C4BC-27E4235A5047}"/>
          </ac:picMkLst>
        </pc:picChg>
        <pc:picChg chg="add del mod">
          <ac:chgData name="Charlotte Qi" userId="6c0514a0-3078-405a-98b7-f72c627d6e89" providerId="ADAL" clId="{7B288C81-4AEB-484D-8871-8332C10E7F2E}" dt="2026-07-06T03:53:21.708" v="566" actId="478"/>
          <ac:picMkLst>
            <pc:docMk/>
            <pc:sldMk cId="3301735823" sldId="16775960"/>
            <ac:picMk id="15" creationId="{47B933F0-59B3-51D1-6A19-D86D2458B1F1}"/>
          </ac:picMkLst>
        </pc:picChg>
        <pc:picChg chg="add mod">
          <ac:chgData name="Charlotte Qi" userId="6c0514a0-3078-405a-98b7-f72c627d6e89" providerId="ADAL" clId="{7B288C81-4AEB-484D-8871-8332C10E7F2E}" dt="2026-07-06T03:10:47.713" v="508" actId="571"/>
          <ac:picMkLst>
            <pc:docMk/>
            <pc:sldMk cId="3301735823" sldId="16775960"/>
            <ac:picMk id="16" creationId="{C444CF45-CB01-82F7-3013-2450D6A2D554}"/>
          </ac:picMkLst>
        </pc:picChg>
        <pc:picChg chg="add mod">
          <ac:chgData name="Charlotte Qi" userId="6c0514a0-3078-405a-98b7-f72c627d6e89" providerId="ADAL" clId="{7B288C81-4AEB-484D-8871-8332C10E7F2E}" dt="2026-07-06T03:10:47.713" v="508" actId="571"/>
          <ac:picMkLst>
            <pc:docMk/>
            <pc:sldMk cId="3301735823" sldId="16775960"/>
            <ac:picMk id="17" creationId="{198E26B9-DB34-CBF9-9751-19412A64D96A}"/>
          </ac:picMkLst>
        </pc:picChg>
        <pc:picChg chg="add mod">
          <ac:chgData name="Charlotte Qi" userId="6c0514a0-3078-405a-98b7-f72c627d6e89" providerId="ADAL" clId="{7B288C81-4AEB-484D-8871-8332C10E7F2E}" dt="2026-07-06T03:54:01.676" v="581" actId="164"/>
          <ac:picMkLst>
            <pc:docMk/>
            <pc:sldMk cId="3301735823" sldId="16775960"/>
            <ac:picMk id="19" creationId="{BF49A570-E25B-D69E-246A-26A97C1248C2}"/>
          </ac:picMkLst>
        </pc:picChg>
        <pc:picChg chg="add mod">
          <ac:chgData name="Charlotte Qi" userId="6c0514a0-3078-405a-98b7-f72c627d6e89" providerId="ADAL" clId="{7B288C81-4AEB-484D-8871-8332C10E7F2E}" dt="2026-07-06T03:53:59.637" v="579" actId="164"/>
          <ac:picMkLst>
            <pc:docMk/>
            <pc:sldMk cId="3301735823" sldId="16775960"/>
            <ac:picMk id="21" creationId="{9CE9F55A-81F2-9E4C-2B04-F8FD436980F3}"/>
          </ac:picMkLst>
        </pc:picChg>
        <pc:picChg chg="add mod">
          <ac:chgData name="Charlotte Qi" userId="6c0514a0-3078-405a-98b7-f72c627d6e89" providerId="ADAL" clId="{7B288C81-4AEB-484D-8871-8332C10E7F2E}" dt="2026-07-06T03:53:56.456" v="577" actId="164"/>
          <ac:picMkLst>
            <pc:docMk/>
            <pc:sldMk cId="3301735823" sldId="16775960"/>
            <ac:picMk id="23" creationId="{88B4521B-1793-63F9-DD1C-4B8D94031762}"/>
          </ac:picMkLst>
        </pc:picChg>
        <pc:picChg chg="add mod">
          <ac:chgData name="Charlotte Qi" userId="6c0514a0-3078-405a-98b7-f72c627d6e89" providerId="ADAL" clId="{7B288C81-4AEB-484D-8871-8332C10E7F2E}" dt="2026-07-06T03:53:53.152" v="575" actId="164"/>
          <ac:picMkLst>
            <pc:docMk/>
            <pc:sldMk cId="3301735823" sldId="16775960"/>
            <ac:picMk id="25" creationId="{F457E1BB-9A0E-E424-F601-66130EABD9B3}"/>
          </ac:picMkLst>
        </pc:picChg>
      </pc:sldChg>
      <pc:sldChg chg="addSp delSp modSp new del mod">
        <pc:chgData name="Charlotte Qi" userId="6c0514a0-3078-405a-98b7-f72c627d6e89" providerId="ADAL" clId="{7B288C81-4AEB-484D-8871-8332C10E7F2E}" dt="2026-07-06T02:56:31.449" v="496" actId="47"/>
        <pc:sldMkLst>
          <pc:docMk/>
          <pc:sldMk cId="775846186" sldId="16775961"/>
        </pc:sldMkLst>
        <pc:picChg chg="add del mod">
          <ac:chgData name="Charlotte Qi" userId="6c0514a0-3078-405a-98b7-f72c627d6e89" providerId="ADAL" clId="{7B288C81-4AEB-484D-8871-8332C10E7F2E}" dt="2026-07-06T02:52:00.166" v="453" actId="478"/>
          <ac:picMkLst>
            <pc:docMk/>
            <pc:sldMk cId="775846186" sldId="16775961"/>
            <ac:picMk id="3" creationId="{5A40428D-78A1-7388-EC14-AA23B8EB598B}"/>
          </ac:picMkLst>
        </pc:picChg>
        <pc:picChg chg="add mod">
          <ac:chgData name="Charlotte Qi" userId="6c0514a0-3078-405a-98b7-f72c627d6e89" providerId="ADAL" clId="{7B288C81-4AEB-484D-8871-8332C10E7F2E}" dt="2026-07-06T02:46:01.376" v="438" actId="1076"/>
          <ac:picMkLst>
            <pc:docMk/>
            <pc:sldMk cId="775846186" sldId="16775961"/>
            <ac:picMk id="5" creationId="{D72C4C66-78EB-146A-C9DD-179C22B9D58C}"/>
          </ac:picMkLst>
        </pc:picChg>
        <pc:picChg chg="add mod">
          <ac:chgData name="Charlotte Qi" userId="6c0514a0-3078-405a-98b7-f72c627d6e89" providerId="ADAL" clId="{7B288C81-4AEB-484D-8871-8332C10E7F2E}" dt="2026-07-06T02:47:20.276" v="444" actId="14100"/>
          <ac:picMkLst>
            <pc:docMk/>
            <pc:sldMk cId="775846186" sldId="16775961"/>
            <ac:picMk id="7" creationId="{3C57EB4C-3722-1EF4-29F9-091942F3AC71}"/>
          </ac:picMkLst>
        </pc:picChg>
        <pc:picChg chg="add mod">
          <ac:chgData name="Charlotte Qi" userId="6c0514a0-3078-405a-98b7-f72c627d6e89" providerId="ADAL" clId="{7B288C81-4AEB-484D-8871-8332C10E7F2E}" dt="2026-07-06T02:47:26.530" v="447" actId="1076"/>
          <ac:picMkLst>
            <pc:docMk/>
            <pc:sldMk cId="775846186" sldId="16775961"/>
            <ac:picMk id="9" creationId="{4C95ABAB-694D-3889-FB40-6DF37D79EBD5}"/>
          </ac:picMkLst>
        </pc:picChg>
        <pc:picChg chg="add del mod">
          <ac:chgData name="Charlotte Qi" userId="6c0514a0-3078-405a-98b7-f72c627d6e89" providerId="ADAL" clId="{7B288C81-4AEB-484D-8871-8332C10E7F2E}" dt="2026-07-06T02:55:42.211" v="484" actId="21"/>
          <ac:picMkLst>
            <pc:docMk/>
            <pc:sldMk cId="775846186" sldId="16775961"/>
            <ac:picMk id="11" creationId="{B62A1E6C-1E12-2A11-767E-7AB570F32E94}"/>
          </ac:picMkLst>
        </pc:picChg>
        <pc:picChg chg="add mod">
          <ac:chgData name="Charlotte Qi" userId="6c0514a0-3078-405a-98b7-f72c627d6e89" providerId="ADAL" clId="{7B288C81-4AEB-484D-8871-8332C10E7F2E}" dt="2026-07-06T02:50:07.870" v="452" actId="14100"/>
          <ac:picMkLst>
            <pc:docMk/>
            <pc:sldMk cId="775846186" sldId="16775961"/>
            <ac:picMk id="13" creationId="{397ED2BE-6793-C7DF-EA21-28EC08299547}"/>
          </ac:picMkLst>
        </pc:picChg>
        <pc:picChg chg="add mod">
          <ac:chgData name="Charlotte Qi" userId="6c0514a0-3078-405a-98b7-f72c627d6e89" providerId="ADAL" clId="{7B288C81-4AEB-484D-8871-8332C10E7F2E}" dt="2026-07-06T02:52:03.309" v="455" actId="14100"/>
          <ac:picMkLst>
            <pc:docMk/>
            <pc:sldMk cId="775846186" sldId="16775961"/>
            <ac:picMk id="15" creationId="{00E3FC85-5CE6-2172-E2BF-3C356A788BA9}"/>
          </ac:picMkLst>
        </pc:picChg>
      </pc:sldChg>
      <pc:sldChg chg="modSp mod">
        <pc:chgData name="Charlotte Qi" userId="6c0514a0-3078-405a-98b7-f72c627d6e89" providerId="ADAL" clId="{7B288C81-4AEB-484D-8871-8332C10E7F2E}" dt="2026-07-06T17:43:49.140" v="1212" actId="20577"/>
        <pc:sldMkLst>
          <pc:docMk/>
          <pc:sldMk cId="862592378" sldId="16775961"/>
        </pc:sldMkLst>
        <pc:spChg chg="mod">
          <ac:chgData name="Charlotte Qi" userId="6c0514a0-3078-405a-98b7-f72c627d6e89" providerId="ADAL" clId="{7B288C81-4AEB-484D-8871-8332C10E7F2E}" dt="2026-07-06T17:43:49.140" v="1212" actId="20577"/>
          <ac:spMkLst>
            <pc:docMk/>
            <pc:sldMk cId="862592378" sldId="16775961"/>
            <ac:spMk id="4" creationId="{8EE22632-CA9D-05F5-3BEE-23832F8F5437}"/>
          </ac:spMkLst>
        </pc:spChg>
      </pc:sldChg>
      <pc:sldChg chg="addSp delSp modSp new mod">
        <pc:chgData name="Charlotte Qi" userId="6c0514a0-3078-405a-98b7-f72c627d6e89" providerId="ADAL" clId="{7B288C81-4AEB-484D-8871-8332C10E7F2E}" dt="2026-07-06T02:53:26.215" v="468" actId="1076"/>
        <pc:sldMkLst>
          <pc:docMk/>
          <pc:sldMk cId="3320656685" sldId="16775962"/>
        </pc:sldMkLst>
        <pc:spChg chg="add mod">
          <ac:chgData name="Charlotte Qi" userId="6c0514a0-3078-405a-98b7-f72c627d6e89" providerId="ADAL" clId="{7B288C81-4AEB-484D-8871-8332C10E7F2E}" dt="2026-07-06T02:52:27.814" v="457"/>
          <ac:spMkLst>
            <pc:docMk/>
            <pc:sldMk cId="3320656685" sldId="16775962"/>
            <ac:spMk id="2" creationId="{6CA6E523-4334-E3E2-1CC9-4E068B0AB6CC}"/>
          </ac:spMkLst>
        </pc:spChg>
        <pc:spChg chg="add mod">
          <ac:chgData name="Charlotte Qi" userId="6c0514a0-3078-405a-98b7-f72c627d6e89" providerId="ADAL" clId="{7B288C81-4AEB-484D-8871-8332C10E7F2E}" dt="2026-07-06T02:52:33.456" v="458"/>
          <ac:spMkLst>
            <pc:docMk/>
            <pc:sldMk cId="3320656685" sldId="16775962"/>
            <ac:spMk id="3" creationId="{78AAA71F-0A52-9D59-3191-6BAA82CDEB69}"/>
          </ac:spMkLst>
        </pc:spChg>
        <pc:picChg chg="add mod">
          <ac:chgData name="Charlotte Qi" userId="6c0514a0-3078-405a-98b7-f72c627d6e89" providerId="ADAL" clId="{7B288C81-4AEB-484D-8871-8332C10E7F2E}" dt="2026-07-06T02:53:26.215" v="468" actId="1076"/>
          <ac:picMkLst>
            <pc:docMk/>
            <pc:sldMk cId="3320656685" sldId="16775962"/>
            <ac:picMk id="4" creationId="{F312ED25-1E84-6436-4548-A3F0643BBF20}"/>
          </ac:picMkLst>
        </pc:picChg>
        <pc:picChg chg="add del mod">
          <ac:chgData name="Charlotte Qi" userId="6c0514a0-3078-405a-98b7-f72c627d6e89" providerId="ADAL" clId="{7B288C81-4AEB-484D-8871-8332C10E7F2E}" dt="2026-07-06T02:53:17.073" v="467" actId="478"/>
          <ac:picMkLst>
            <pc:docMk/>
            <pc:sldMk cId="3320656685" sldId="16775962"/>
            <ac:picMk id="5" creationId="{381060EB-148A-187E-B84F-1A2C6E4D2420}"/>
          </ac:picMkLst>
        </pc:picChg>
      </pc:sldChg>
      <pc:sldChg chg="addSp modSp new mod">
        <pc:chgData name="Charlotte Qi" userId="6c0514a0-3078-405a-98b7-f72c627d6e89" providerId="ADAL" clId="{7B288C81-4AEB-484D-8871-8332C10E7F2E}" dt="2026-07-06T02:54:22.357" v="477" actId="1076"/>
        <pc:sldMkLst>
          <pc:docMk/>
          <pc:sldMk cId="204589083" sldId="16775963"/>
        </pc:sldMkLst>
        <pc:spChg chg="add mod">
          <ac:chgData name="Charlotte Qi" userId="6c0514a0-3078-405a-98b7-f72c627d6e89" providerId="ADAL" clId="{7B288C81-4AEB-484D-8871-8332C10E7F2E}" dt="2026-07-06T02:53:56.417" v="472"/>
          <ac:spMkLst>
            <pc:docMk/>
            <pc:sldMk cId="204589083" sldId="16775963"/>
            <ac:spMk id="3" creationId="{7A19B2D3-A463-B0C3-F589-0F02DA995A85}"/>
          </ac:spMkLst>
        </pc:spChg>
        <pc:spChg chg="add mod">
          <ac:chgData name="Charlotte Qi" userId="6c0514a0-3078-405a-98b7-f72c627d6e89" providerId="ADAL" clId="{7B288C81-4AEB-484D-8871-8332C10E7F2E}" dt="2026-07-06T02:53:56.417" v="472"/>
          <ac:spMkLst>
            <pc:docMk/>
            <pc:sldMk cId="204589083" sldId="16775963"/>
            <ac:spMk id="4" creationId="{1A037455-BEE3-4ED7-F383-0792529E4318}"/>
          </ac:spMkLst>
        </pc:spChg>
        <pc:picChg chg="add mod">
          <ac:chgData name="Charlotte Qi" userId="6c0514a0-3078-405a-98b7-f72c627d6e89" providerId="ADAL" clId="{7B288C81-4AEB-484D-8871-8332C10E7F2E}" dt="2026-07-06T02:54:22.357" v="477" actId="1076"/>
          <ac:picMkLst>
            <pc:docMk/>
            <pc:sldMk cId="204589083" sldId="16775963"/>
            <ac:picMk id="2" creationId="{A8CE49F0-E388-40EB-A447-A7608FC418E0}"/>
          </ac:picMkLst>
        </pc:picChg>
      </pc:sldChg>
      <pc:sldChg chg="addSp modSp new mod ord">
        <pc:chgData name="Charlotte Qi" userId="6c0514a0-3078-405a-98b7-f72c627d6e89" providerId="ADAL" clId="{7B288C81-4AEB-484D-8871-8332C10E7F2E}" dt="2026-07-06T02:56:19.643" v="495" actId="1076"/>
        <pc:sldMkLst>
          <pc:docMk/>
          <pc:sldMk cId="363063922" sldId="16775964"/>
        </pc:sldMkLst>
        <pc:spChg chg="add mod">
          <ac:chgData name="Charlotte Qi" userId="6c0514a0-3078-405a-98b7-f72c627d6e89" providerId="ADAL" clId="{7B288C81-4AEB-484D-8871-8332C10E7F2E}" dt="2026-07-06T02:56:09.906" v="492"/>
          <ac:spMkLst>
            <pc:docMk/>
            <pc:sldMk cId="363063922" sldId="16775964"/>
            <ac:spMk id="3" creationId="{12B4BDC6-4D55-BE59-9C05-DD3950A91C09}"/>
          </ac:spMkLst>
        </pc:spChg>
        <pc:spChg chg="add mod">
          <ac:chgData name="Charlotte Qi" userId="6c0514a0-3078-405a-98b7-f72c627d6e89" providerId="ADAL" clId="{7B288C81-4AEB-484D-8871-8332C10E7F2E}" dt="2026-07-06T02:56:09.906" v="492"/>
          <ac:spMkLst>
            <pc:docMk/>
            <pc:sldMk cId="363063922" sldId="16775964"/>
            <ac:spMk id="4" creationId="{C61983EA-BF92-AFE5-3A6A-B03A7C3F259B}"/>
          </ac:spMkLst>
        </pc:spChg>
        <pc:picChg chg="add mod">
          <ac:chgData name="Charlotte Qi" userId="6c0514a0-3078-405a-98b7-f72c627d6e89" providerId="ADAL" clId="{7B288C81-4AEB-484D-8871-8332C10E7F2E}" dt="2026-07-06T02:56:19.643" v="495" actId="1076"/>
          <ac:picMkLst>
            <pc:docMk/>
            <pc:sldMk cId="363063922" sldId="16775964"/>
            <ac:picMk id="2" creationId="{C917CAEF-446D-1858-85C8-0545C9F2CAAE}"/>
          </ac:picMkLst>
        </pc:picChg>
      </pc:sldChg>
      <pc:sldChg chg="addSp modSp new">
        <pc:chgData name="Charlotte Qi" userId="6c0514a0-3078-405a-98b7-f72c627d6e89" providerId="ADAL" clId="{7B288C81-4AEB-484D-8871-8332C10E7F2E}" dt="2026-07-06T02:55:58.806" v="489"/>
        <pc:sldMkLst>
          <pc:docMk/>
          <pc:sldMk cId="2577128034" sldId="16775965"/>
        </pc:sldMkLst>
        <pc:spChg chg="add mod">
          <ac:chgData name="Charlotte Qi" userId="6c0514a0-3078-405a-98b7-f72c627d6e89" providerId="ADAL" clId="{7B288C81-4AEB-484D-8871-8332C10E7F2E}" dt="2026-07-06T02:55:58.806" v="489"/>
          <ac:spMkLst>
            <pc:docMk/>
            <pc:sldMk cId="2577128034" sldId="16775965"/>
            <ac:spMk id="2" creationId="{623F8B60-E785-4D11-1990-A5A633D1CA60}"/>
          </ac:spMkLst>
        </pc:spChg>
        <pc:spChg chg="add mod">
          <ac:chgData name="Charlotte Qi" userId="6c0514a0-3078-405a-98b7-f72c627d6e89" providerId="ADAL" clId="{7B288C81-4AEB-484D-8871-8332C10E7F2E}" dt="2026-07-06T02:55:58.806" v="489"/>
          <ac:spMkLst>
            <pc:docMk/>
            <pc:sldMk cId="2577128034" sldId="16775965"/>
            <ac:spMk id="3" creationId="{7EC13040-2AB6-79BE-F416-DD72F58BF77F}"/>
          </ac:spMkLst>
        </pc:spChg>
        <pc:picChg chg="add mod">
          <ac:chgData name="Charlotte Qi" userId="6c0514a0-3078-405a-98b7-f72c627d6e89" providerId="ADAL" clId="{7B288C81-4AEB-484D-8871-8332C10E7F2E}" dt="2026-07-06T02:55:52.362" v="488"/>
          <ac:picMkLst>
            <pc:docMk/>
            <pc:sldMk cId="2577128034" sldId="16775965"/>
            <ac:picMk id="5" creationId="{08CEEB30-3DEB-E08B-98C1-4A6C8E9110E1}"/>
          </ac:picMkLst>
        </pc:picChg>
      </pc:sldChg>
      <pc:sldChg chg="del">
        <pc:chgData name="Charlotte Qi" userId="6c0514a0-3078-405a-98b7-f72c627d6e89" providerId="ADAL" clId="{7B288C81-4AEB-484D-8871-8332C10E7F2E}" dt="2026-07-06T17:43:55.130" v="1213" actId="47"/>
        <pc:sldMkLst>
          <pc:docMk/>
          <pc:sldMk cId="2628689956" sldId="16775966"/>
        </pc:sldMkLst>
      </pc:sldChg>
      <pc:sldChg chg="new del">
        <pc:chgData name="Charlotte Qi" userId="6c0514a0-3078-405a-98b7-f72c627d6e89" providerId="ADAL" clId="{7B288C81-4AEB-484D-8871-8332C10E7F2E}" dt="2026-07-06T07:50:32.726" v="616" actId="680"/>
        <pc:sldMkLst>
          <pc:docMk/>
          <pc:sldMk cId="1269373899" sldId="16775967"/>
        </pc:sldMkLst>
      </pc:sldChg>
      <pc:sldChg chg="addSp delSp modSp add mod ord">
        <pc:chgData name="Charlotte Qi" userId="6c0514a0-3078-405a-98b7-f72c627d6e89" providerId="ADAL" clId="{7B288C81-4AEB-484D-8871-8332C10E7F2E}" dt="2026-07-06T17:32:48.021" v="1159" actId="20577"/>
        <pc:sldMkLst>
          <pc:docMk/>
          <pc:sldMk cId="3911602647" sldId="16775967"/>
        </pc:sldMkLst>
        <pc:spChg chg="add mod">
          <ac:chgData name="Charlotte Qi" userId="6c0514a0-3078-405a-98b7-f72c627d6e89" providerId="ADAL" clId="{7B288C81-4AEB-484D-8871-8332C10E7F2E}" dt="2026-07-06T17:24:08.883" v="1100" actId="20577"/>
          <ac:spMkLst>
            <pc:docMk/>
            <pc:sldMk cId="3911602647" sldId="16775967"/>
            <ac:spMk id="3" creationId="{5C239FDE-F939-7459-76C0-8B3CED52C258}"/>
          </ac:spMkLst>
        </pc:spChg>
        <pc:spChg chg="mod">
          <ac:chgData name="Charlotte Qi" userId="6c0514a0-3078-405a-98b7-f72c627d6e89" providerId="ADAL" clId="{7B288C81-4AEB-484D-8871-8332C10E7F2E}" dt="2026-07-06T07:58:21.698" v="758" actId="20577"/>
          <ac:spMkLst>
            <pc:docMk/>
            <pc:sldMk cId="3911602647" sldId="16775967"/>
            <ac:spMk id="4" creationId="{72B8D0EF-ED04-A6F3-F6B5-9EDCECFD6D14}"/>
          </ac:spMkLst>
        </pc:spChg>
        <pc:spChg chg="add del mod">
          <ac:chgData name="Charlotte Qi" userId="6c0514a0-3078-405a-98b7-f72c627d6e89" providerId="ADAL" clId="{7B288C81-4AEB-484D-8871-8332C10E7F2E}" dt="2026-07-06T07:57:27.936" v="657" actId="478"/>
          <ac:spMkLst>
            <pc:docMk/>
            <pc:sldMk cId="3911602647" sldId="16775967"/>
            <ac:spMk id="5" creationId="{9FF5313A-E3A8-7AC4-7721-1D075972AEF3}"/>
          </ac:spMkLst>
        </pc:spChg>
        <pc:spChg chg="add del mod">
          <ac:chgData name="Charlotte Qi" userId="6c0514a0-3078-405a-98b7-f72c627d6e89" providerId="ADAL" clId="{7B288C81-4AEB-484D-8871-8332C10E7F2E}" dt="2026-07-06T17:24:05.810" v="1098" actId="478"/>
          <ac:spMkLst>
            <pc:docMk/>
            <pc:sldMk cId="3911602647" sldId="16775967"/>
            <ac:spMk id="6" creationId="{5D606660-2433-5A9F-C532-D4725790E021}"/>
          </ac:spMkLst>
        </pc:spChg>
        <pc:spChg chg="add mod">
          <ac:chgData name="Charlotte Qi" userId="6c0514a0-3078-405a-98b7-f72c627d6e89" providerId="ADAL" clId="{7B288C81-4AEB-484D-8871-8332C10E7F2E}" dt="2026-07-06T17:32:22.055" v="1156" actId="14100"/>
          <ac:spMkLst>
            <pc:docMk/>
            <pc:sldMk cId="3911602647" sldId="16775967"/>
            <ac:spMk id="7" creationId="{952C18D3-7C9F-8694-C3B4-8303FEF945EB}"/>
          </ac:spMkLst>
        </pc:spChg>
        <pc:graphicFrameChg chg="add mod modGraphic">
          <ac:chgData name="Charlotte Qi" userId="6c0514a0-3078-405a-98b7-f72c627d6e89" providerId="ADAL" clId="{7B288C81-4AEB-484D-8871-8332C10E7F2E}" dt="2026-07-06T17:32:48.021" v="1159" actId="20577"/>
          <ac:graphicFrameMkLst>
            <pc:docMk/>
            <pc:sldMk cId="3911602647" sldId="16775967"/>
            <ac:graphicFrameMk id="5" creationId="{04AD7948-0997-F9D3-4C77-D3A370E0A1FC}"/>
          </ac:graphicFrameMkLst>
        </pc:graphicFrameChg>
      </pc:sldChg>
    </pc:docChg>
  </pc:docChgLst>
  <pc:docChgLst>
    <pc:chgData name="Yiren Tu" userId="4c95860c-10e7-47f8-a591-2b966cb87e0a" providerId="ADAL" clId="{B5D7CF49-8B13-4839-AA6A-9A5C33871FB7}"/>
    <pc:docChg chg="modSld">
      <pc:chgData name="Yiren Tu" userId="4c95860c-10e7-47f8-a591-2b966cb87e0a" providerId="ADAL" clId="{B5D7CF49-8B13-4839-AA6A-9A5C33871FB7}" dt="2026-07-06T17:55:48.383" v="187" actId="20577"/>
      <pc:docMkLst>
        <pc:docMk/>
      </pc:docMkLst>
      <pc:sldChg chg="modSp mod">
        <pc:chgData name="Yiren Tu" userId="4c95860c-10e7-47f8-a591-2b966cb87e0a" providerId="ADAL" clId="{B5D7CF49-8B13-4839-AA6A-9A5C33871FB7}" dt="2026-07-06T17:55:48.383" v="187" actId="20577"/>
        <pc:sldMkLst>
          <pc:docMk/>
          <pc:sldMk cId="2465856507" sldId="16775893"/>
        </pc:sldMkLst>
        <pc:graphicFrameChg chg="modGraphic">
          <ac:chgData name="Yiren Tu" userId="4c95860c-10e7-47f8-a591-2b966cb87e0a" providerId="ADAL" clId="{B5D7CF49-8B13-4839-AA6A-9A5C33871FB7}" dt="2026-07-06T17:55:48.383" v="187" actId="20577"/>
          <ac:graphicFrameMkLst>
            <pc:docMk/>
            <pc:sldMk cId="2465856507" sldId="16775893"/>
            <ac:graphicFrameMk id="6" creationId="{39516B63-2935-8A63-68D0-2DF052AB6E82}"/>
          </ac:graphicFrameMkLst>
        </pc:graphicFrameChg>
        <pc:graphicFrameChg chg="modGraphic">
          <ac:chgData name="Yiren Tu" userId="4c95860c-10e7-47f8-a591-2b966cb87e0a" providerId="ADAL" clId="{B5D7CF49-8B13-4839-AA6A-9A5C33871FB7}" dt="2026-07-06T17:43:24.710" v="107" actId="20577"/>
          <ac:graphicFrameMkLst>
            <pc:docMk/>
            <pc:sldMk cId="2465856507" sldId="16775893"/>
            <ac:graphicFrameMk id="19" creationId="{F8EA47CF-BECB-5D0F-7A29-32EE43D3D224}"/>
          </ac:graphicFrameMkLst>
        </pc:graphicFrameChg>
      </pc:sldChg>
    </pc:docChg>
  </pc:docChgLst>
  <pc:docChgLst>
    <pc:chgData name="Morpheus Li" userId="704cac02-7f5b-43ba-b93a-7bfd44ec240e" providerId="ADAL" clId="{6C297C76-23C2-4470-A45C-42FEEF802DB1}"/>
    <pc:docChg chg="undo custSel addSld delSld modSld modSection">
      <pc:chgData name="Morpheus Li" userId="704cac02-7f5b-43ba-b93a-7bfd44ec240e" providerId="ADAL" clId="{6C297C76-23C2-4470-A45C-42FEEF802DB1}" dt="2026-07-06T18:06:30.700" v="824" actId="1076"/>
      <pc:docMkLst>
        <pc:docMk/>
      </pc:docMkLst>
      <pc:sldChg chg="modSp mod">
        <pc:chgData name="Morpheus Li" userId="704cac02-7f5b-43ba-b93a-7bfd44ec240e" providerId="ADAL" clId="{6C297C76-23C2-4470-A45C-42FEEF802DB1}" dt="2026-07-06T17:42:27.554" v="743" actId="14100"/>
        <pc:sldMkLst>
          <pc:docMk/>
          <pc:sldMk cId="1198087605" sldId="16772731"/>
        </pc:sldMkLst>
        <pc:spChg chg="mod">
          <ac:chgData name="Morpheus Li" userId="704cac02-7f5b-43ba-b93a-7bfd44ec240e" providerId="ADAL" clId="{6C297C76-23C2-4470-A45C-42FEEF802DB1}" dt="2026-07-06T17:41:17.761" v="717" actId="1076"/>
          <ac:spMkLst>
            <pc:docMk/>
            <pc:sldMk cId="1198087605" sldId="16772731"/>
            <ac:spMk id="4" creationId="{A878A95E-28CA-8C9E-8B2E-125CD8CAE71C}"/>
          </ac:spMkLst>
        </pc:spChg>
        <pc:spChg chg="mod">
          <ac:chgData name="Morpheus Li" userId="704cac02-7f5b-43ba-b93a-7bfd44ec240e" providerId="ADAL" clId="{6C297C76-23C2-4470-A45C-42FEEF802DB1}" dt="2026-07-06T17:41:21.475" v="718" actId="1076"/>
          <ac:spMkLst>
            <pc:docMk/>
            <pc:sldMk cId="1198087605" sldId="16772731"/>
            <ac:spMk id="5" creationId="{6FCA8057-E1A1-6063-B10D-958A1A200134}"/>
          </ac:spMkLst>
        </pc:spChg>
        <pc:spChg chg="mod">
          <ac:chgData name="Morpheus Li" userId="704cac02-7f5b-43ba-b93a-7bfd44ec240e" providerId="ADAL" clId="{6C297C76-23C2-4470-A45C-42FEEF802DB1}" dt="2026-07-06T17:42:05.033" v="733" actId="1038"/>
          <ac:spMkLst>
            <pc:docMk/>
            <pc:sldMk cId="1198087605" sldId="16772731"/>
            <ac:spMk id="7" creationId="{2510F858-F42C-A050-4FC0-086608B4A81F}"/>
          </ac:spMkLst>
        </pc:spChg>
        <pc:spChg chg="mod">
          <ac:chgData name="Morpheus Li" userId="704cac02-7f5b-43ba-b93a-7bfd44ec240e" providerId="ADAL" clId="{6C297C76-23C2-4470-A45C-42FEEF802DB1}" dt="2026-07-06T17:41:29.994" v="726" actId="1037"/>
          <ac:spMkLst>
            <pc:docMk/>
            <pc:sldMk cId="1198087605" sldId="16772731"/>
            <ac:spMk id="9" creationId="{4B29DABB-BAD7-A9F1-0C69-D4AEC01A0DC8}"/>
          </ac:spMkLst>
        </pc:spChg>
        <pc:spChg chg="mod">
          <ac:chgData name="Morpheus Li" userId="704cac02-7f5b-43ba-b93a-7bfd44ec240e" providerId="ADAL" clId="{6C297C76-23C2-4470-A45C-42FEEF802DB1}" dt="2026-07-06T17:41:51.765" v="727" actId="14100"/>
          <ac:spMkLst>
            <pc:docMk/>
            <pc:sldMk cId="1198087605" sldId="16772731"/>
            <ac:spMk id="10" creationId="{10A41654-D570-18CD-5C41-B9C781027611}"/>
          </ac:spMkLst>
        </pc:spChg>
        <pc:spChg chg="mod">
          <ac:chgData name="Morpheus Li" userId="704cac02-7f5b-43ba-b93a-7bfd44ec240e" providerId="ADAL" clId="{6C297C76-23C2-4470-A45C-42FEEF802DB1}" dt="2026-07-06T17:42:27.554" v="743" actId="14100"/>
          <ac:spMkLst>
            <pc:docMk/>
            <pc:sldMk cId="1198087605" sldId="16772731"/>
            <ac:spMk id="11" creationId="{99369571-5E28-B3B3-2C94-52845D81855A}"/>
          </ac:spMkLst>
        </pc:spChg>
        <pc:spChg chg="mod">
          <ac:chgData name="Morpheus Li" userId="704cac02-7f5b-43ba-b93a-7bfd44ec240e" providerId="ADAL" clId="{6C297C76-23C2-4470-A45C-42FEEF802DB1}" dt="2026-07-06T17:42:09.251" v="739" actId="1037"/>
          <ac:spMkLst>
            <pc:docMk/>
            <pc:sldMk cId="1198087605" sldId="16772731"/>
            <ac:spMk id="15" creationId="{A5EC1331-5714-1617-29E1-D88411BD8DD6}"/>
          </ac:spMkLst>
        </pc:spChg>
        <pc:graphicFrameChg chg="mod">
          <ac:chgData name="Morpheus Li" userId="704cac02-7f5b-43ba-b93a-7bfd44ec240e" providerId="ADAL" clId="{6C297C76-23C2-4470-A45C-42FEEF802DB1}" dt="2026-07-06T17:41:17.761" v="717" actId="1076"/>
          <ac:graphicFrameMkLst>
            <pc:docMk/>
            <pc:sldMk cId="1198087605" sldId="16772731"/>
            <ac:graphicFrameMk id="12" creationId="{1863FECE-8386-67BE-2359-125BFD2ACA2B}"/>
          </ac:graphicFrameMkLst>
        </pc:graphicFrameChg>
        <pc:graphicFrameChg chg="mod">
          <ac:chgData name="Morpheus Li" userId="704cac02-7f5b-43ba-b93a-7bfd44ec240e" providerId="ADAL" clId="{6C297C76-23C2-4470-A45C-42FEEF802DB1}" dt="2026-07-06T17:41:21.475" v="718" actId="1076"/>
          <ac:graphicFrameMkLst>
            <pc:docMk/>
            <pc:sldMk cId="1198087605" sldId="16772731"/>
            <ac:graphicFrameMk id="13" creationId="{4B43D429-3761-07CD-DA93-A2342E670F3B}"/>
          </ac:graphicFrameMkLst>
        </pc:graphicFrameChg>
        <pc:graphicFrameChg chg="mod">
          <ac:chgData name="Morpheus Li" userId="704cac02-7f5b-43ba-b93a-7bfd44ec240e" providerId="ADAL" clId="{6C297C76-23C2-4470-A45C-42FEEF802DB1}" dt="2026-07-06T17:42:05.033" v="733" actId="1038"/>
          <ac:graphicFrameMkLst>
            <pc:docMk/>
            <pc:sldMk cId="1198087605" sldId="16772731"/>
            <ac:graphicFrameMk id="14" creationId="{2F4321EF-99A4-F3E3-77BF-B1D99E03A5B3}"/>
          </ac:graphicFrameMkLst>
        </pc:graphicFrameChg>
        <pc:graphicFrameChg chg="mod">
          <ac:chgData name="Morpheus Li" userId="704cac02-7f5b-43ba-b93a-7bfd44ec240e" providerId="ADAL" clId="{6C297C76-23C2-4470-A45C-42FEEF802DB1}" dt="2026-07-06T17:42:09.251" v="739" actId="1037"/>
          <ac:graphicFrameMkLst>
            <pc:docMk/>
            <pc:sldMk cId="1198087605" sldId="16772731"/>
            <ac:graphicFrameMk id="16" creationId="{43F24638-ABE7-9D45-A56B-B6476BE9D8D2}"/>
          </ac:graphicFrameMkLst>
        </pc:graphicFrameChg>
        <pc:graphicFrameChg chg="mod">
          <ac:chgData name="Morpheus Li" userId="704cac02-7f5b-43ba-b93a-7bfd44ec240e" providerId="ADAL" clId="{6C297C76-23C2-4470-A45C-42FEEF802DB1}" dt="2026-07-06T17:41:29.994" v="726" actId="1037"/>
          <ac:graphicFrameMkLst>
            <pc:docMk/>
            <pc:sldMk cId="1198087605" sldId="16772731"/>
            <ac:graphicFrameMk id="17" creationId="{4DE33FD5-DDB8-AB4C-44B9-7BE0EB0F5050}"/>
          </ac:graphicFrameMkLst>
        </pc:graphicFrameChg>
        <pc:graphicFrameChg chg="mod">
          <ac:chgData name="Morpheus Li" userId="704cac02-7f5b-43ba-b93a-7bfd44ec240e" providerId="ADAL" clId="{6C297C76-23C2-4470-A45C-42FEEF802DB1}" dt="2026-07-06T17:40:52.063" v="711" actId="14100"/>
          <ac:graphicFrameMkLst>
            <pc:docMk/>
            <pc:sldMk cId="1198087605" sldId="16772731"/>
            <ac:graphicFrameMk id="20" creationId="{00000000-0008-0000-0200-000002000000}"/>
          </ac:graphicFrameMkLst>
        </pc:graphicFrameChg>
      </pc:sldChg>
      <pc:sldChg chg="addSp modSp mod">
        <pc:chgData name="Morpheus Li" userId="704cac02-7f5b-43ba-b93a-7bfd44ec240e" providerId="ADAL" clId="{6C297C76-23C2-4470-A45C-42FEEF802DB1}" dt="2026-07-06T17:38:37.083" v="700" actId="12"/>
        <pc:sldMkLst>
          <pc:docMk/>
          <pc:sldMk cId="3820276441" sldId="16772742"/>
        </pc:sldMkLst>
        <pc:spChg chg="mod">
          <ac:chgData name="Morpheus Li" userId="704cac02-7f5b-43ba-b93a-7bfd44ec240e" providerId="ADAL" clId="{6C297C76-23C2-4470-A45C-42FEEF802DB1}" dt="2026-07-06T17:37:45.002" v="688" actId="2085"/>
          <ac:spMkLst>
            <pc:docMk/>
            <pc:sldMk cId="3820276441" sldId="16772742"/>
            <ac:spMk id="7" creationId="{95B041F6-7E74-82BF-B2CF-8EFE6C2EBF8A}"/>
          </ac:spMkLst>
        </pc:spChg>
        <pc:spChg chg="mod">
          <ac:chgData name="Morpheus Li" userId="704cac02-7f5b-43ba-b93a-7bfd44ec240e" providerId="ADAL" clId="{6C297C76-23C2-4470-A45C-42FEEF802DB1}" dt="2026-07-06T17:38:37.083" v="700" actId="12"/>
          <ac:spMkLst>
            <pc:docMk/>
            <pc:sldMk cId="3820276441" sldId="16772742"/>
            <ac:spMk id="19" creationId="{37E4F07B-F927-0358-7C7A-2498516AC988}"/>
          </ac:spMkLst>
        </pc:spChg>
        <pc:spChg chg="mod">
          <ac:chgData name="Morpheus Li" userId="704cac02-7f5b-43ba-b93a-7bfd44ec240e" providerId="ADAL" clId="{6C297C76-23C2-4470-A45C-42FEEF802DB1}" dt="2026-07-06T17:37:48.611" v="689" actId="1036"/>
          <ac:spMkLst>
            <pc:docMk/>
            <pc:sldMk cId="3820276441" sldId="16772742"/>
            <ac:spMk id="20" creationId="{CC519AB9-14B4-EE3D-2038-9188B8E93507}"/>
          </ac:spMkLst>
        </pc:spChg>
        <pc:spChg chg="mod">
          <ac:chgData name="Morpheus Li" userId="704cac02-7f5b-43ba-b93a-7bfd44ec240e" providerId="ADAL" clId="{6C297C76-23C2-4470-A45C-42FEEF802DB1}" dt="2026-07-06T17:38:11.146" v="699" actId="1076"/>
          <ac:spMkLst>
            <pc:docMk/>
            <pc:sldMk cId="3820276441" sldId="16772742"/>
            <ac:spMk id="21" creationId="{FF74FF5C-60E5-77C3-D27B-F5154A0ADFC5}"/>
          </ac:spMkLst>
        </pc:spChg>
        <pc:spChg chg="mod">
          <ac:chgData name="Morpheus Li" userId="704cac02-7f5b-43ba-b93a-7bfd44ec240e" providerId="ADAL" clId="{6C297C76-23C2-4470-A45C-42FEEF802DB1}" dt="2026-07-06T17:37:51.764" v="691" actId="1076"/>
          <ac:spMkLst>
            <pc:docMk/>
            <pc:sldMk cId="3820276441" sldId="16772742"/>
            <ac:spMk id="24" creationId="{60BFF85F-032B-737E-8B6C-2C13E7B1E55E}"/>
          </ac:spMkLst>
        </pc:spChg>
        <pc:grpChg chg="add mod">
          <ac:chgData name="Morpheus Li" userId="704cac02-7f5b-43ba-b93a-7bfd44ec240e" providerId="ADAL" clId="{6C297C76-23C2-4470-A45C-42FEEF802DB1}" dt="2026-07-06T17:38:07.127" v="697" actId="14100"/>
          <ac:grpSpMkLst>
            <pc:docMk/>
            <pc:sldMk cId="3820276441" sldId="16772742"/>
            <ac:grpSpMk id="4" creationId="{01C5BB71-CB9E-2159-F2A0-A9D5CD0B118F}"/>
          </ac:grpSpMkLst>
        </pc:grpChg>
      </pc:sldChg>
      <pc:sldChg chg="modSp mod">
        <pc:chgData name="Morpheus Li" userId="704cac02-7f5b-43ba-b93a-7bfd44ec240e" providerId="ADAL" clId="{6C297C76-23C2-4470-A45C-42FEEF802DB1}" dt="2026-07-05T16:20:55.645" v="9" actId="14734"/>
        <pc:sldMkLst>
          <pc:docMk/>
          <pc:sldMk cId="2795197060" sldId="16772746"/>
        </pc:sldMkLst>
        <pc:graphicFrameChg chg="modGraphic">
          <ac:chgData name="Morpheus Li" userId="704cac02-7f5b-43ba-b93a-7bfd44ec240e" providerId="ADAL" clId="{6C297C76-23C2-4470-A45C-42FEEF802DB1}" dt="2026-07-05T16:20:55.645" v="9" actId="14734"/>
          <ac:graphicFrameMkLst>
            <pc:docMk/>
            <pc:sldMk cId="2795197060" sldId="16772746"/>
            <ac:graphicFrameMk id="16" creationId="{4F6E2FAF-3BCE-5D30-542F-FF747FB20FEB}"/>
          </ac:graphicFrameMkLst>
        </pc:graphicFrameChg>
      </pc:sldChg>
      <pc:sldChg chg="modSp mod">
        <pc:chgData name="Morpheus Li" userId="704cac02-7f5b-43ba-b93a-7bfd44ec240e" providerId="ADAL" clId="{6C297C76-23C2-4470-A45C-42FEEF802DB1}" dt="2026-07-06T17:50:45.591" v="800" actId="20577"/>
        <pc:sldMkLst>
          <pc:docMk/>
          <pc:sldMk cId="1364072797" sldId="16772752"/>
        </pc:sldMkLst>
        <pc:spChg chg="mod">
          <ac:chgData name="Morpheus Li" userId="704cac02-7f5b-43ba-b93a-7bfd44ec240e" providerId="ADAL" clId="{6C297C76-23C2-4470-A45C-42FEEF802DB1}" dt="2026-07-06T17:50:45.591" v="800" actId="20577"/>
          <ac:spMkLst>
            <pc:docMk/>
            <pc:sldMk cId="1364072797" sldId="16772752"/>
            <ac:spMk id="5" creationId="{FB413857-58EA-7C6C-3418-DDC2E8CD98F0}"/>
          </ac:spMkLst>
        </pc:spChg>
      </pc:sldChg>
      <pc:sldChg chg="modSp mod">
        <pc:chgData name="Morpheus Li" userId="704cac02-7f5b-43ba-b93a-7bfd44ec240e" providerId="ADAL" clId="{6C297C76-23C2-4470-A45C-42FEEF802DB1}" dt="2026-07-06T17:57:11.998" v="810" actId="14100"/>
        <pc:sldMkLst>
          <pc:docMk/>
          <pc:sldMk cId="2871612670" sldId="16775887"/>
        </pc:sldMkLst>
        <pc:picChg chg="mod">
          <ac:chgData name="Morpheus Li" userId="704cac02-7f5b-43ba-b93a-7bfd44ec240e" providerId="ADAL" clId="{6C297C76-23C2-4470-A45C-42FEEF802DB1}" dt="2026-07-06T17:57:11.998" v="810" actId="14100"/>
          <ac:picMkLst>
            <pc:docMk/>
            <pc:sldMk cId="2871612670" sldId="16775887"/>
            <ac:picMk id="15" creationId="{EE5AB5BF-60EE-C98D-40E6-C0B2FFEE59BB}"/>
          </ac:picMkLst>
        </pc:picChg>
      </pc:sldChg>
      <pc:sldChg chg="modSp mod">
        <pc:chgData name="Morpheus Li" userId="704cac02-7f5b-43ba-b93a-7bfd44ec240e" providerId="ADAL" clId="{6C297C76-23C2-4470-A45C-42FEEF802DB1}" dt="2026-07-06T17:57:16.684" v="811" actId="14100"/>
        <pc:sldMkLst>
          <pc:docMk/>
          <pc:sldMk cId="3506871047" sldId="16775888"/>
        </pc:sldMkLst>
        <pc:picChg chg="mod">
          <ac:chgData name="Morpheus Li" userId="704cac02-7f5b-43ba-b93a-7bfd44ec240e" providerId="ADAL" clId="{6C297C76-23C2-4470-A45C-42FEEF802DB1}" dt="2026-07-06T17:57:16.684" v="811" actId="14100"/>
          <ac:picMkLst>
            <pc:docMk/>
            <pc:sldMk cId="3506871047" sldId="16775888"/>
            <ac:picMk id="4" creationId="{876F1B7D-1E3E-A5EA-D991-583CB3A7B78B}"/>
          </ac:picMkLst>
        </pc:picChg>
      </pc:sldChg>
      <pc:sldChg chg="delSp modSp mod">
        <pc:chgData name="Morpheus Li" userId="704cac02-7f5b-43ba-b93a-7bfd44ec240e" providerId="ADAL" clId="{6C297C76-23C2-4470-A45C-42FEEF802DB1}" dt="2026-07-06T17:39:54.937" v="709" actId="1076"/>
        <pc:sldMkLst>
          <pc:docMk/>
          <pc:sldMk cId="3455982014" sldId="16775896"/>
        </pc:sldMkLst>
        <pc:spChg chg="del">
          <ac:chgData name="Morpheus Li" userId="704cac02-7f5b-43ba-b93a-7bfd44ec240e" providerId="ADAL" clId="{6C297C76-23C2-4470-A45C-42FEEF802DB1}" dt="2026-07-06T17:39:10.092" v="701" actId="478"/>
          <ac:spMkLst>
            <pc:docMk/>
            <pc:sldMk cId="3455982014" sldId="16775896"/>
            <ac:spMk id="9" creationId="{67412308-169D-66FF-FE0E-570CCF208DDF}"/>
          </ac:spMkLst>
        </pc:spChg>
        <pc:spChg chg="mod">
          <ac:chgData name="Morpheus Li" userId="704cac02-7f5b-43ba-b93a-7bfd44ec240e" providerId="ADAL" clId="{6C297C76-23C2-4470-A45C-42FEEF802DB1}" dt="2026-07-06T17:39:54.937" v="709" actId="1076"/>
          <ac:spMkLst>
            <pc:docMk/>
            <pc:sldMk cId="3455982014" sldId="16775896"/>
            <ac:spMk id="31" creationId="{F6D090D4-BD79-DA52-B6FE-700B2CEE3C3B}"/>
          </ac:spMkLst>
        </pc:spChg>
      </pc:sldChg>
      <pc:sldChg chg="modSp mod">
        <pc:chgData name="Morpheus Li" userId="704cac02-7f5b-43ba-b93a-7bfd44ec240e" providerId="ADAL" clId="{6C297C76-23C2-4470-A45C-42FEEF802DB1}" dt="2026-07-06T17:57:31.239" v="815" actId="14100"/>
        <pc:sldMkLst>
          <pc:docMk/>
          <pc:sldMk cId="1026743286" sldId="16775908"/>
        </pc:sldMkLst>
        <pc:graphicFrameChg chg="mod modGraphic">
          <ac:chgData name="Morpheus Li" userId="704cac02-7f5b-43ba-b93a-7bfd44ec240e" providerId="ADAL" clId="{6C297C76-23C2-4470-A45C-42FEEF802DB1}" dt="2026-07-06T17:57:24.232" v="813" actId="14100"/>
          <ac:graphicFrameMkLst>
            <pc:docMk/>
            <pc:sldMk cId="1026743286" sldId="16775908"/>
            <ac:graphicFrameMk id="13" creationId="{A599C7DE-2CE8-84C8-2FE2-EBB74B925AA6}"/>
          </ac:graphicFrameMkLst>
        </pc:graphicFrameChg>
        <pc:picChg chg="mod">
          <ac:chgData name="Morpheus Li" userId="704cac02-7f5b-43ba-b93a-7bfd44ec240e" providerId="ADAL" clId="{6C297C76-23C2-4470-A45C-42FEEF802DB1}" dt="2026-07-06T17:57:31.239" v="815" actId="14100"/>
          <ac:picMkLst>
            <pc:docMk/>
            <pc:sldMk cId="1026743286" sldId="16775908"/>
            <ac:picMk id="3" creationId="{138A3C30-AA25-128A-E2B1-E0833DED9962}"/>
          </ac:picMkLst>
        </pc:picChg>
      </pc:sldChg>
      <pc:sldChg chg="addSp modSp mod">
        <pc:chgData name="Morpheus Li" userId="704cac02-7f5b-43ba-b93a-7bfd44ec240e" providerId="ADAL" clId="{6C297C76-23C2-4470-A45C-42FEEF802DB1}" dt="2026-07-06T17:35:42.523" v="671" actId="14100"/>
        <pc:sldMkLst>
          <pc:docMk/>
          <pc:sldMk cId="2369705721" sldId="16775911"/>
        </pc:sldMkLst>
        <pc:spChg chg="mod">
          <ac:chgData name="Morpheus Li" userId="704cac02-7f5b-43ba-b93a-7bfd44ec240e" providerId="ADAL" clId="{6C297C76-23C2-4470-A45C-42FEEF802DB1}" dt="2026-07-06T17:34:48.790" v="662" actId="1076"/>
          <ac:spMkLst>
            <pc:docMk/>
            <pc:sldMk cId="2369705721" sldId="16775911"/>
            <ac:spMk id="11" creationId="{00FDEA13-5269-36BB-C8B5-A43474C83EF1}"/>
          </ac:spMkLst>
        </pc:spChg>
        <pc:spChg chg="mod">
          <ac:chgData name="Morpheus Li" userId="704cac02-7f5b-43ba-b93a-7bfd44ec240e" providerId="ADAL" clId="{6C297C76-23C2-4470-A45C-42FEEF802DB1}" dt="2026-07-06T17:35:00.846" v="665"/>
          <ac:spMkLst>
            <pc:docMk/>
            <pc:sldMk cId="2369705721" sldId="16775911"/>
            <ac:spMk id="14" creationId="{70513FE5-9084-CF4E-9DBD-0A3E70EC573F}"/>
          </ac:spMkLst>
        </pc:spChg>
        <pc:spChg chg="mod">
          <ac:chgData name="Morpheus Li" userId="704cac02-7f5b-43ba-b93a-7bfd44ec240e" providerId="ADAL" clId="{6C297C76-23C2-4470-A45C-42FEEF802DB1}" dt="2026-07-06T17:35:36.583" v="668" actId="164"/>
          <ac:spMkLst>
            <pc:docMk/>
            <pc:sldMk cId="2369705721" sldId="16775911"/>
            <ac:spMk id="15" creationId="{0025E9F7-15F4-3BCA-4F07-6FBA3367C390}"/>
          </ac:spMkLst>
        </pc:spChg>
        <pc:spChg chg="mod">
          <ac:chgData name="Morpheus Li" userId="704cac02-7f5b-43ba-b93a-7bfd44ec240e" providerId="ADAL" clId="{6C297C76-23C2-4470-A45C-42FEEF802DB1}" dt="2026-07-06T17:35:36.583" v="668" actId="164"/>
          <ac:spMkLst>
            <pc:docMk/>
            <pc:sldMk cId="2369705721" sldId="16775911"/>
            <ac:spMk id="16" creationId="{499B0408-5C0A-522A-D603-2E99FB4D7C1E}"/>
          </ac:spMkLst>
        </pc:spChg>
        <pc:spChg chg="mod">
          <ac:chgData name="Morpheus Li" userId="704cac02-7f5b-43ba-b93a-7bfd44ec240e" providerId="ADAL" clId="{6C297C76-23C2-4470-A45C-42FEEF802DB1}" dt="2026-07-06T17:35:36.583" v="668" actId="164"/>
          <ac:spMkLst>
            <pc:docMk/>
            <pc:sldMk cId="2369705721" sldId="16775911"/>
            <ac:spMk id="17" creationId="{5D8256AD-6932-A49A-0BB0-151B04EAFF8D}"/>
          </ac:spMkLst>
        </pc:spChg>
        <pc:spChg chg="mod">
          <ac:chgData name="Morpheus Li" userId="704cac02-7f5b-43ba-b93a-7bfd44ec240e" providerId="ADAL" clId="{6C297C76-23C2-4470-A45C-42FEEF802DB1}" dt="2026-07-06T17:34:45.049" v="659" actId="1076"/>
          <ac:spMkLst>
            <pc:docMk/>
            <pc:sldMk cId="2369705721" sldId="16775911"/>
            <ac:spMk id="18" creationId="{D38E969B-803D-19EC-A101-293F2CE8FE1F}"/>
          </ac:spMkLst>
        </pc:spChg>
        <pc:spChg chg="mod">
          <ac:chgData name="Morpheus Li" userId="704cac02-7f5b-43ba-b93a-7bfd44ec240e" providerId="ADAL" clId="{6C297C76-23C2-4470-A45C-42FEEF802DB1}" dt="2026-07-06T17:35:06.168" v="667" actId="20577"/>
          <ac:spMkLst>
            <pc:docMk/>
            <pc:sldMk cId="2369705721" sldId="16775911"/>
            <ac:spMk id="20" creationId="{D07D7DCD-BE02-8489-0EBE-88FEBA0F2768}"/>
          </ac:spMkLst>
        </pc:spChg>
        <pc:grpChg chg="add mod">
          <ac:chgData name="Morpheus Li" userId="704cac02-7f5b-43ba-b93a-7bfd44ec240e" providerId="ADAL" clId="{6C297C76-23C2-4470-A45C-42FEEF802DB1}" dt="2026-07-06T17:35:42.523" v="671" actId="14100"/>
          <ac:grpSpMkLst>
            <pc:docMk/>
            <pc:sldMk cId="2369705721" sldId="16775911"/>
            <ac:grpSpMk id="6" creationId="{645A0091-BE26-6DA1-6225-3E14435DFC99}"/>
          </ac:grpSpMkLst>
        </pc:grpChg>
        <pc:picChg chg="mod">
          <ac:chgData name="Morpheus Li" userId="704cac02-7f5b-43ba-b93a-7bfd44ec240e" providerId="ADAL" clId="{6C297C76-23C2-4470-A45C-42FEEF802DB1}" dt="2026-07-06T17:35:36.583" v="668" actId="164"/>
          <ac:picMkLst>
            <pc:docMk/>
            <pc:sldMk cId="2369705721" sldId="16775911"/>
            <ac:picMk id="3" creationId="{AF8B1077-3AA5-C866-03DB-71E24C996AF7}"/>
          </ac:picMkLst>
        </pc:picChg>
        <pc:picChg chg="mod">
          <ac:chgData name="Morpheus Li" userId="704cac02-7f5b-43ba-b93a-7bfd44ec240e" providerId="ADAL" clId="{6C297C76-23C2-4470-A45C-42FEEF802DB1}" dt="2026-07-06T17:35:36.583" v="668" actId="164"/>
          <ac:picMkLst>
            <pc:docMk/>
            <pc:sldMk cId="2369705721" sldId="16775911"/>
            <ac:picMk id="8" creationId="{D9C6608F-2EB6-3886-515E-9A925B6203DB}"/>
          </ac:picMkLst>
        </pc:picChg>
        <pc:picChg chg="mod">
          <ac:chgData name="Morpheus Li" userId="704cac02-7f5b-43ba-b93a-7bfd44ec240e" providerId="ADAL" clId="{6C297C76-23C2-4470-A45C-42FEEF802DB1}" dt="2026-07-06T17:35:36.583" v="668" actId="164"/>
          <ac:picMkLst>
            <pc:docMk/>
            <pc:sldMk cId="2369705721" sldId="16775911"/>
            <ac:picMk id="13" creationId="{1AA693A7-9E27-8C0E-B6C3-3D243B43721E}"/>
          </ac:picMkLst>
        </pc:picChg>
      </pc:sldChg>
      <pc:sldChg chg="addSp modSp mod">
        <pc:chgData name="Morpheus Li" userId="704cac02-7f5b-43ba-b93a-7bfd44ec240e" providerId="ADAL" clId="{6C297C76-23C2-4470-A45C-42FEEF802DB1}" dt="2026-07-06T17:45:50.444" v="779" actId="1076"/>
        <pc:sldMkLst>
          <pc:docMk/>
          <pc:sldMk cId="1816583681" sldId="16775913"/>
        </pc:sldMkLst>
        <pc:spChg chg="mod">
          <ac:chgData name="Morpheus Li" userId="704cac02-7f5b-43ba-b93a-7bfd44ec240e" providerId="ADAL" clId="{6C297C76-23C2-4470-A45C-42FEEF802DB1}" dt="2026-07-06T17:45:12.099" v="768" actId="164"/>
          <ac:spMkLst>
            <pc:docMk/>
            <pc:sldMk cId="1816583681" sldId="16775913"/>
            <ac:spMk id="5" creationId="{D4A279BF-10BD-E8F8-4DF4-18853BDEA87C}"/>
          </ac:spMkLst>
        </pc:spChg>
        <pc:spChg chg="mod">
          <ac:chgData name="Morpheus Li" userId="704cac02-7f5b-43ba-b93a-7bfd44ec240e" providerId="ADAL" clId="{6C297C76-23C2-4470-A45C-42FEEF802DB1}" dt="2026-07-06T17:45:12.099" v="768" actId="164"/>
          <ac:spMkLst>
            <pc:docMk/>
            <pc:sldMk cId="1816583681" sldId="16775913"/>
            <ac:spMk id="7" creationId="{38D9D88B-A012-AB17-6FD2-3CB30BC84CEA}"/>
          </ac:spMkLst>
        </pc:spChg>
        <pc:spChg chg="mod">
          <ac:chgData name="Morpheus Li" userId="704cac02-7f5b-43ba-b93a-7bfd44ec240e" providerId="ADAL" clId="{6C297C76-23C2-4470-A45C-42FEEF802DB1}" dt="2026-07-06T17:45:12.099" v="768" actId="164"/>
          <ac:spMkLst>
            <pc:docMk/>
            <pc:sldMk cId="1816583681" sldId="16775913"/>
            <ac:spMk id="9" creationId="{0156FAA0-9BE3-B529-9255-63417D3A5010}"/>
          </ac:spMkLst>
        </pc:spChg>
        <pc:spChg chg="mod">
          <ac:chgData name="Morpheus Li" userId="704cac02-7f5b-43ba-b93a-7bfd44ec240e" providerId="ADAL" clId="{6C297C76-23C2-4470-A45C-42FEEF802DB1}" dt="2026-07-06T17:45:12.099" v="768" actId="164"/>
          <ac:spMkLst>
            <pc:docMk/>
            <pc:sldMk cId="1816583681" sldId="16775913"/>
            <ac:spMk id="10" creationId="{87BA0CB5-9790-9708-DFAF-A6ABF101C4ED}"/>
          </ac:spMkLst>
        </pc:spChg>
        <pc:spChg chg="mod">
          <ac:chgData name="Morpheus Li" userId="704cac02-7f5b-43ba-b93a-7bfd44ec240e" providerId="ADAL" clId="{6C297C76-23C2-4470-A45C-42FEEF802DB1}" dt="2026-07-06T17:45:12.099" v="768" actId="164"/>
          <ac:spMkLst>
            <pc:docMk/>
            <pc:sldMk cId="1816583681" sldId="16775913"/>
            <ac:spMk id="11" creationId="{C911D991-1033-C450-ECDD-F7549A9EA389}"/>
          </ac:spMkLst>
        </pc:spChg>
        <pc:grpChg chg="add mod">
          <ac:chgData name="Morpheus Li" userId="704cac02-7f5b-43ba-b93a-7bfd44ec240e" providerId="ADAL" clId="{6C297C76-23C2-4470-A45C-42FEEF802DB1}" dt="2026-07-06T17:45:50.444" v="779" actId="1076"/>
          <ac:grpSpMkLst>
            <pc:docMk/>
            <pc:sldMk cId="1816583681" sldId="16775913"/>
            <ac:grpSpMk id="3" creationId="{FD37BC5C-0D59-6EF6-7AE7-690A1F20C477}"/>
          </ac:grpSpMkLst>
        </pc:grpChg>
      </pc:sldChg>
      <pc:sldChg chg="addSp delSp modSp mod">
        <pc:chgData name="Morpheus Li" userId="704cac02-7f5b-43ba-b93a-7bfd44ec240e" providerId="ADAL" clId="{6C297C76-23C2-4470-A45C-42FEEF802DB1}" dt="2026-07-06T17:47:59.500" v="786" actId="14100"/>
        <pc:sldMkLst>
          <pc:docMk/>
          <pc:sldMk cId="3045859872" sldId="16775916"/>
        </pc:sldMkLst>
        <pc:spChg chg="add del mod">
          <ac:chgData name="Morpheus Li" userId="704cac02-7f5b-43ba-b93a-7bfd44ec240e" providerId="ADAL" clId="{6C297C76-23C2-4470-A45C-42FEEF802DB1}" dt="2026-07-06T17:47:54.658" v="785" actId="14100"/>
          <ac:spMkLst>
            <pc:docMk/>
            <pc:sldMk cId="3045859872" sldId="16775916"/>
            <ac:spMk id="5" creationId="{D0896E1B-FF8D-7226-625D-8FCA53BFCE9D}"/>
          </ac:spMkLst>
        </pc:spChg>
        <pc:graphicFrameChg chg="mod">
          <ac:chgData name="Morpheus Li" userId="704cac02-7f5b-43ba-b93a-7bfd44ec240e" providerId="ADAL" clId="{6C297C76-23C2-4470-A45C-42FEEF802DB1}" dt="2026-07-06T17:47:40.141" v="782" actId="14100"/>
          <ac:graphicFrameMkLst>
            <pc:docMk/>
            <pc:sldMk cId="3045859872" sldId="16775916"/>
            <ac:graphicFrameMk id="3" creationId="{124E6C08-F2AC-84EE-31D5-FE5479F6A158}"/>
          </ac:graphicFrameMkLst>
        </pc:graphicFrameChg>
        <pc:picChg chg="mod">
          <ac:chgData name="Morpheus Li" userId="704cac02-7f5b-43ba-b93a-7bfd44ec240e" providerId="ADAL" clId="{6C297C76-23C2-4470-A45C-42FEEF802DB1}" dt="2026-07-06T17:47:59.500" v="786" actId="14100"/>
          <ac:picMkLst>
            <pc:docMk/>
            <pc:sldMk cId="3045859872" sldId="16775916"/>
            <ac:picMk id="4" creationId="{E2E5F04E-FD8E-91E7-F746-96F86A201991}"/>
          </ac:picMkLst>
        </pc:picChg>
      </pc:sldChg>
      <pc:sldChg chg="delSp modSp mod">
        <pc:chgData name="Morpheus Li" userId="704cac02-7f5b-43ba-b93a-7bfd44ec240e" providerId="ADAL" clId="{6C297C76-23C2-4470-A45C-42FEEF802DB1}" dt="2026-07-06T17:52:35.450" v="808" actId="1076"/>
        <pc:sldMkLst>
          <pc:docMk/>
          <pc:sldMk cId="0" sldId="16775932"/>
        </pc:sldMkLst>
        <pc:spChg chg="mod">
          <ac:chgData name="Morpheus Li" userId="704cac02-7f5b-43ba-b93a-7bfd44ec240e" providerId="ADAL" clId="{6C297C76-23C2-4470-A45C-42FEEF802DB1}" dt="2026-07-06T17:52:35.450" v="808" actId="1076"/>
          <ac:spMkLst>
            <pc:docMk/>
            <pc:sldMk cId="0" sldId="16775932"/>
            <ac:spMk id="3" creationId="{00000000-0000-0000-0000-000000000000}"/>
          </ac:spMkLst>
        </pc:spChg>
        <pc:spChg chg="del">
          <ac:chgData name="Morpheus Li" userId="704cac02-7f5b-43ba-b93a-7bfd44ec240e" providerId="ADAL" clId="{6C297C76-23C2-4470-A45C-42FEEF802DB1}" dt="2026-07-06T17:52:16.543" v="802" actId="478"/>
          <ac:spMkLst>
            <pc:docMk/>
            <pc:sldMk cId="0" sldId="16775932"/>
            <ac:spMk id="5" creationId="{00000000-0000-0000-0000-000000000000}"/>
          </ac:spMkLst>
        </pc:spChg>
        <pc:graphicFrameChg chg="mod">
          <ac:chgData name="Morpheus Li" userId="704cac02-7f5b-43ba-b93a-7bfd44ec240e" providerId="ADAL" clId="{6C297C76-23C2-4470-A45C-42FEEF802DB1}" dt="2026-07-06T17:52:30.791" v="807" actId="14100"/>
          <ac:graphicFrameMkLst>
            <pc:docMk/>
            <pc:sldMk cId="0" sldId="16775932"/>
            <ac:graphicFrameMk id="2" creationId="{00000000-0000-0000-0000-000000000000}"/>
          </ac:graphicFrameMkLst>
        </pc:graphicFrameChg>
      </pc:sldChg>
      <pc:sldChg chg="modSp mod">
        <pc:chgData name="Morpheus Li" userId="704cac02-7f5b-43ba-b93a-7bfd44ec240e" providerId="ADAL" clId="{6C297C76-23C2-4470-A45C-42FEEF802DB1}" dt="2026-07-06T17:49:31.883" v="796" actId="14100"/>
        <pc:sldMkLst>
          <pc:docMk/>
          <pc:sldMk cId="1472119613" sldId="16775937"/>
        </pc:sldMkLst>
        <pc:spChg chg="mod">
          <ac:chgData name="Morpheus Li" userId="704cac02-7f5b-43ba-b93a-7bfd44ec240e" providerId="ADAL" clId="{6C297C76-23C2-4470-A45C-42FEEF802DB1}" dt="2026-07-06T17:48:57.174" v="792" actId="14100"/>
          <ac:spMkLst>
            <pc:docMk/>
            <pc:sldMk cId="1472119613" sldId="16775937"/>
            <ac:spMk id="10" creationId="{DD370ACE-D3FA-8B7F-49E3-5D428D98CFB2}"/>
          </ac:spMkLst>
        </pc:spChg>
        <pc:spChg chg="mod">
          <ac:chgData name="Morpheus Li" userId="704cac02-7f5b-43ba-b93a-7bfd44ec240e" providerId="ADAL" clId="{6C297C76-23C2-4470-A45C-42FEEF802DB1}" dt="2026-07-06T17:48:48.244" v="791" actId="1076"/>
          <ac:spMkLst>
            <pc:docMk/>
            <pc:sldMk cId="1472119613" sldId="16775937"/>
            <ac:spMk id="13" creationId="{CA964205-002D-DBF5-8A81-4BBE84BBEA89}"/>
          </ac:spMkLst>
        </pc:spChg>
        <pc:graphicFrameChg chg="mod">
          <ac:chgData name="Morpheus Li" userId="704cac02-7f5b-43ba-b93a-7bfd44ec240e" providerId="ADAL" clId="{6C297C76-23C2-4470-A45C-42FEEF802DB1}" dt="2026-07-06T17:49:31.883" v="796" actId="14100"/>
          <ac:graphicFrameMkLst>
            <pc:docMk/>
            <pc:sldMk cId="1472119613" sldId="16775937"/>
            <ac:graphicFrameMk id="6" creationId="{C9207ADD-7C0A-DBA2-AB04-92428F605517}"/>
          </ac:graphicFrameMkLst>
        </pc:graphicFrameChg>
        <pc:graphicFrameChg chg="mod">
          <ac:chgData name="Morpheus Li" userId="704cac02-7f5b-43ba-b93a-7bfd44ec240e" providerId="ADAL" clId="{6C297C76-23C2-4470-A45C-42FEEF802DB1}" dt="2026-07-06T17:49:18.035" v="793" actId="14100"/>
          <ac:graphicFrameMkLst>
            <pc:docMk/>
            <pc:sldMk cId="1472119613" sldId="16775937"/>
            <ac:graphicFrameMk id="9" creationId="{06919E26-E9E6-7089-2455-6A5A63F61614}"/>
          </ac:graphicFrameMkLst>
        </pc:graphicFrameChg>
      </pc:sldChg>
      <pc:sldChg chg="modSp mod">
        <pc:chgData name="Morpheus Li" userId="704cac02-7f5b-43ba-b93a-7bfd44ec240e" providerId="ADAL" clId="{6C297C76-23C2-4470-A45C-42FEEF802DB1}" dt="2026-07-06T17:51:42.677" v="801" actId="207"/>
        <pc:sldMkLst>
          <pc:docMk/>
          <pc:sldMk cId="1199124970" sldId="16775955"/>
        </pc:sldMkLst>
        <pc:spChg chg="mod">
          <ac:chgData name="Morpheus Li" userId="704cac02-7f5b-43ba-b93a-7bfd44ec240e" providerId="ADAL" clId="{6C297C76-23C2-4470-A45C-42FEEF802DB1}" dt="2026-07-06T17:51:42.677" v="801" actId="207"/>
          <ac:spMkLst>
            <pc:docMk/>
            <pc:sldMk cId="1199124970" sldId="16775955"/>
            <ac:spMk id="9" creationId="{8046F9E2-F0AF-8633-30B8-FB1E2D51F969}"/>
          </ac:spMkLst>
        </pc:spChg>
      </pc:sldChg>
      <pc:sldChg chg="modSp mod">
        <pc:chgData name="Morpheus Li" userId="704cac02-7f5b-43ba-b93a-7bfd44ec240e" providerId="ADAL" clId="{6C297C76-23C2-4470-A45C-42FEEF802DB1}" dt="2026-07-06T17:52:47.615" v="809" actId="14100"/>
        <pc:sldMkLst>
          <pc:docMk/>
          <pc:sldMk cId="3213320309" sldId="16775957"/>
        </pc:sldMkLst>
        <pc:picChg chg="mod">
          <ac:chgData name="Morpheus Li" userId="704cac02-7f5b-43ba-b93a-7bfd44ec240e" providerId="ADAL" clId="{6C297C76-23C2-4470-A45C-42FEEF802DB1}" dt="2026-07-06T17:52:47.615" v="809" actId="14100"/>
          <ac:picMkLst>
            <pc:docMk/>
            <pc:sldMk cId="3213320309" sldId="16775957"/>
            <ac:picMk id="15" creationId="{32115A37-727E-F399-B3E4-F1828380CBC9}"/>
          </ac:picMkLst>
        </pc:picChg>
      </pc:sldChg>
      <pc:sldChg chg="addSp delSp modSp add del mod">
        <pc:chgData name="Morpheus Li" userId="704cac02-7f5b-43ba-b93a-7bfd44ec240e" providerId="ADAL" clId="{6C297C76-23C2-4470-A45C-42FEEF802DB1}" dt="2026-07-06T17:29:38.316" v="655" actId="2696"/>
        <pc:sldMkLst>
          <pc:docMk/>
          <pc:sldMk cId="1147704002" sldId="16775959"/>
        </pc:sldMkLst>
        <pc:spChg chg="mod">
          <ac:chgData name="Morpheus Li" userId="704cac02-7f5b-43ba-b93a-7bfd44ec240e" providerId="ADAL" clId="{6C297C76-23C2-4470-A45C-42FEEF802DB1}" dt="2026-07-05T17:16:43.494" v="477" actId="1076"/>
          <ac:spMkLst>
            <pc:docMk/>
            <pc:sldMk cId="1147704002" sldId="16775959"/>
            <ac:spMk id="3" creationId="{B72A65A9-D619-0FFC-D3E6-6909771BAACB}"/>
          </ac:spMkLst>
        </pc:spChg>
        <pc:spChg chg="mod">
          <ac:chgData name="Morpheus Li" userId="704cac02-7f5b-43ba-b93a-7bfd44ec240e" providerId="ADAL" clId="{6C297C76-23C2-4470-A45C-42FEEF802DB1}" dt="2026-07-05T16:47:09.891" v="29"/>
          <ac:spMkLst>
            <pc:docMk/>
            <pc:sldMk cId="1147704002" sldId="16775959"/>
            <ac:spMk id="4" creationId="{043A9F1D-2045-8603-FF8E-D27BEA28A3B9}"/>
          </ac:spMkLst>
        </pc:spChg>
        <pc:spChg chg="del">
          <ac:chgData name="Morpheus Li" userId="704cac02-7f5b-43ba-b93a-7bfd44ec240e" providerId="ADAL" clId="{6C297C76-23C2-4470-A45C-42FEEF802DB1}" dt="2026-07-05T17:00:28.674" v="252" actId="478"/>
          <ac:spMkLst>
            <pc:docMk/>
            <pc:sldMk cId="1147704002" sldId="16775959"/>
            <ac:spMk id="8" creationId="{E4D686E5-C004-926B-93ED-4E2BB58AD713}"/>
          </ac:spMkLst>
        </pc:spChg>
        <pc:spChg chg="add mod">
          <ac:chgData name="Morpheus Li" userId="704cac02-7f5b-43ba-b93a-7bfd44ec240e" providerId="ADAL" clId="{6C297C76-23C2-4470-A45C-42FEEF802DB1}" dt="2026-07-05T17:16:50.756" v="481" actId="1036"/>
          <ac:spMkLst>
            <pc:docMk/>
            <pc:sldMk cId="1147704002" sldId="16775959"/>
            <ac:spMk id="11" creationId="{B6FB96A6-BA05-E012-AC88-3B28D0648D2D}"/>
          </ac:spMkLst>
        </pc:spChg>
        <pc:spChg chg="add mod">
          <ac:chgData name="Morpheus Li" userId="704cac02-7f5b-43ba-b93a-7bfd44ec240e" providerId="ADAL" clId="{6C297C76-23C2-4470-A45C-42FEEF802DB1}" dt="2026-07-05T17:16:50.756" v="481" actId="1036"/>
          <ac:spMkLst>
            <pc:docMk/>
            <pc:sldMk cId="1147704002" sldId="16775959"/>
            <ac:spMk id="13" creationId="{BB6216B5-6A17-7060-1027-45A25E1AC71B}"/>
          </ac:spMkLst>
        </pc:spChg>
        <pc:spChg chg="add mod">
          <ac:chgData name="Morpheus Li" userId="704cac02-7f5b-43ba-b93a-7bfd44ec240e" providerId="ADAL" clId="{6C297C76-23C2-4470-A45C-42FEEF802DB1}" dt="2026-07-05T16:57:21.374" v="216" actId="571"/>
          <ac:spMkLst>
            <pc:docMk/>
            <pc:sldMk cId="1147704002" sldId="16775959"/>
            <ac:spMk id="14" creationId="{4E387E49-80EE-4073-94D7-BCEDD4EF8C75}"/>
          </ac:spMkLst>
        </pc:spChg>
        <pc:spChg chg="add mod">
          <ac:chgData name="Morpheus Li" userId="704cac02-7f5b-43ba-b93a-7bfd44ec240e" providerId="ADAL" clId="{6C297C76-23C2-4470-A45C-42FEEF802DB1}" dt="2026-07-05T17:16:50.756" v="481" actId="1036"/>
          <ac:spMkLst>
            <pc:docMk/>
            <pc:sldMk cId="1147704002" sldId="16775959"/>
            <ac:spMk id="16" creationId="{A9E72F11-4ED9-0171-E894-46C4D56BB3F8}"/>
          </ac:spMkLst>
        </pc:spChg>
        <pc:spChg chg="add mod">
          <ac:chgData name="Morpheus Li" userId="704cac02-7f5b-43ba-b93a-7bfd44ec240e" providerId="ADAL" clId="{6C297C76-23C2-4470-A45C-42FEEF802DB1}" dt="2026-07-05T17:18:52.526" v="495" actId="14100"/>
          <ac:spMkLst>
            <pc:docMk/>
            <pc:sldMk cId="1147704002" sldId="16775959"/>
            <ac:spMk id="17" creationId="{583496F3-2BDC-F49C-5AD3-E6DF63C36F40}"/>
          </ac:spMkLst>
        </pc:spChg>
        <pc:spChg chg="add mod">
          <ac:chgData name="Morpheus Li" userId="704cac02-7f5b-43ba-b93a-7bfd44ec240e" providerId="ADAL" clId="{6C297C76-23C2-4470-A45C-42FEEF802DB1}" dt="2026-07-05T17:16:57.907" v="485"/>
          <ac:spMkLst>
            <pc:docMk/>
            <pc:sldMk cId="1147704002" sldId="16775959"/>
            <ac:spMk id="18" creationId="{573AD013-DA5E-4F87-B6D0-C3C085285DEE}"/>
          </ac:spMkLst>
        </pc:spChg>
        <pc:spChg chg="add mod">
          <ac:chgData name="Morpheus Li" userId="704cac02-7f5b-43ba-b93a-7bfd44ec240e" providerId="ADAL" clId="{6C297C76-23C2-4470-A45C-42FEEF802DB1}" dt="2026-07-05T17:18:52.526" v="495" actId="14100"/>
          <ac:spMkLst>
            <pc:docMk/>
            <pc:sldMk cId="1147704002" sldId="16775959"/>
            <ac:spMk id="19" creationId="{B082405C-B76A-F98A-A495-7DB5AE7546F8}"/>
          </ac:spMkLst>
        </pc:spChg>
        <pc:spChg chg="add mod">
          <ac:chgData name="Morpheus Li" userId="704cac02-7f5b-43ba-b93a-7bfd44ec240e" providerId="ADAL" clId="{6C297C76-23C2-4470-A45C-42FEEF802DB1}" dt="2026-07-05T17:18:52.526" v="495" actId="14100"/>
          <ac:spMkLst>
            <pc:docMk/>
            <pc:sldMk cId="1147704002" sldId="16775959"/>
            <ac:spMk id="20" creationId="{B8EC5D47-D9C7-A528-2414-DC14E6C64E38}"/>
          </ac:spMkLst>
        </pc:spChg>
        <pc:spChg chg="add mod">
          <ac:chgData name="Morpheus Li" userId="704cac02-7f5b-43ba-b93a-7bfd44ec240e" providerId="ADAL" clId="{6C297C76-23C2-4470-A45C-42FEEF802DB1}" dt="2026-07-05T18:07:47.918" v="653" actId="207"/>
          <ac:spMkLst>
            <pc:docMk/>
            <pc:sldMk cId="1147704002" sldId="16775959"/>
            <ac:spMk id="21" creationId="{37508384-6ADB-1C64-A4C6-3DF147801E70}"/>
          </ac:spMkLst>
        </pc:spChg>
        <pc:spChg chg="add mod">
          <ac:chgData name="Morpheus Li" userId="704cac02-7f5b-43ba-b93a-7bfd44ec240e" providerId="ADAL" clId="{6C297C76-23C2-4470-A45C-42FEEF802DB1}" dt="2026-07-05T18:05:37.087" v="610" actId="207"/>
          <ac:spMkLst>
            <pc:docMk/>
            <pc:sldMk cId="1147704002" sldId="16775959"/>
            <ac:spMk id="23" creationId="{9B7E1861-1A5A-6336-8676-5C5F919F6284}"/>
          </ac:spMkLst>
        </pc:spChg>
        <pc:spChg chg="add mod">
          <ac:chgData name="Morpheus Li" userId="704cac02-7f5b-43ba-b93a-7bfd44ec240e" providerId="ADAL" clId="{6C297C76-23C2-4470-A45C-42FEEF802DB1}" dt="2026-07-05T18:07:17.548" v="651" actId="403"/>
          <ac:spMkLst>
            <pc:docMk/>
            <pc:sldMk cId="1147704002" sldId="16775959"/>
            <ac:spMk id="24" creationId="{A65EE28D-CB34-720A-36BC-B9C5DA3F0FB3}"/>
          </ac:spMkLst>
        </pc:spChg>
        <pc:grpChg chg="del">
          <ac:chgData name="Morpheus Li" userId="704cac02-7f5b-43ba-b93a-7bfd44ec240e" providerId="ADAL" clId="{6C297C76-23C2-4470-A45C-42FEEF802DB1}" dt="2026-07-05T16:00:33.254" v="7" actId="478"/>
          <ac:grpSpMkLst>
            <pc:docMk/>
            <pc:sldMk cId="1147704002" sldId="16775959"/>
            <ac:grpSpMk id="6" creationId="{394C0B94-DA24-555F-7BFA-E2CDA8B7E3BC}"/>
          </ac:grpSpMkLst>
        </pc:grpChg>
        <pc:graphicFrameChg chg="add mod modGraphic">
          <ac:chgData name="Morpheus Li" userId="704cac02-7f5b-43ba-b93a-7bfd44ec240e" providerId="ADAL" clId="{6C297C76-23C2-4470-A45C-42FEEF802DB1}" dt="2026-07-05T17:16:50.756" v="481" actId="1036"/>
          <ac:graphicFrameMkLst>
            <pc:docMk/>
            <pc:sldMk cId="1147704002" sldId="16775959"/>
            <ac:graphicFrameMk id="7" creationId="{CBE9560D-7B7A-4F23-1920-FCBBA0892767}"/>
          </ac:graphicFrameMkLst>
        </pc:graphicFrameChg>
        <pc:graphicFrameChg chg="add mod">
          <ac:chgData name="Morpheus Li" userId="704cac02-7f5b-43ba-b93a-7bfd44ec240e" providerId="ADAL" clId="{6C297C76-23C2-4470-A45C-42FEEF802DB1}" dt="2026-07-05T18:04:51.806" v="570" actId="14100"/>
          <ac:graphicFrameMkLst>
            <pc:docMk/>
            <pc:sldMk cId="1147704002" sldId="16775959"/>
            <ac:graphicFrameMk id="22" creationId="{41CE99C9-8819-4E58-9719-08BC53844456}"/>
          </ac:graphicFrameMkLst>
        </pc:graphicFrameChg>
        <pc:picChg chg="del">
          <ac:chgData name="Morpheus Li" userId="704cac02-7f5b-43ba-b93a-7bfd44ec240e" providerId="ADAL" clId="{6C297C76-23C2-4470-A45C-42FEEF802DB1}" dt="2026-07-05T16:00:28.355" v="4" actId="478"/>
          <ac:picMkLst>
            <pc:docMk/>
            <pc:sldMk cId="1147704002" sldId="16775959"/>
            <ac:picMk id="15" creationId="{83708AC6-7EF0-4682-47D9-AE1AAB773F4B}"/>
          </ac:picMkLst>
        </pc:picChg>
        <pc:cxnChg chg="mod">
          <ac:chgData name="Morpheus Li" userId="704cac02-7f5b-43ba-b93a-7bfd44ec240e" providerId="ADAL" clId="{6C297C76-23C2-4470-A45C-42FEEF802DB1}" dt="2026-07-05T16:00:33.254" v="7" actId="478"/>
          <ac:cxnSpMkLst>
            <pc:docMk/>
            <pc:sldMk cId="1147704002" sldId="16775959"/>
            <ac:cxnSpMk id="12" creationId="{CA0F8473-F723-47A3-684E-83C91350B10C}"/>
          </ac:cxnSpMkLst>
        </pc:cxnChg>
      </pc:sldChg>
      <pc:sldChg chg="addSp modSp mod">
        <pc:chgData name="Morpheus Li" userId="704cac02-7f5b-43ba-b93a-7bfd44ec240e" providerId="ADAL" clId="{6C297C76-23C2-4470-A45C-42FEEF802DB1}" dt="2026-07-06T17:44:37.551" v="764" actId="20577"/>
        <pc:sldMkLst>
          <pc:docMk/>
          <pc:sldMk cId="862592378" sldId="16775961"/>
        </pc:sldMkLst>
        <pc:spChg chg="add mod">
          <ac:chgData name="Morpheus Li" userId="704cac02-7f5b-43ba-b93a-7bfd44ec240e" providerId="ADAL" clId="{6C297C76-23C2-4470-A45C-42FEEF802DB1}" dt="2026-07-06T17:44:37.551" v="764" actId="20577"/>
          <ac:spMkLst>
            <pc:docMk/>
            <pc:sldMk cId="862592378" sldId="16775961"/>
            <ac:spMk id="3" creationId="{D88F7869-4866-F960-B4FF-A531DBEAA34B}"/>
          </ac:spMkLst>
        </pc:spChg>
        <pc:spChg chg="mod">
          <ac:chgData name="Morpheus Li" userId="704cac02-7f5b-43ba-b93a-7bfd44ec240e" providerId="ADAL" clId="{6C297C76-23C2-4470-A45C-42FEEF802DB1}" dt="2026-07-06T17:44:35.981" v="762" actId="20577"/>
          <ac:spMkLst>
            <pc:docMk/>
            <pc:sldMk cId="862592378" sldId="16775961"/>
            <ac:spMk id="4" creationId="{8EE22632-CA9D-05F5-3BEE-23832F8F5437}"/>
          </ac:spMkLst>
        </pc:spChg>
        <pc:spChg chg="add mod">
          <ac:chgData name="Morpheus Li" userId="704cac02-7f5b-43ba-b93a-7bfd44ec240e" providerId="ADAL" clId="{6C297C76-23C2-4470-A45C-42FEEF802DB1}" dt="2026-07-06T17:44:03.871" v="752" actId="571"/>
          <ac:spMkLst>
            <pc:docMk/>
            <pc:sldMk cId="862592378" sldId="16775961"/>
            <ac:spMk id="5" creationId="{684DEB68-6432-2C95-07D4-DDBCC25774AB}"/>
          </ac:spMkLst>
        </pc:spChg>
      </pc:sldChg>
      <pc:sldChg chg="addSp modSp add mod">
        <pc:chgData name="Morpheus Li" userId="704cac02-7f5b-43ba-b93a-7bfd44ec240e" providerId="ADAL" clId="{6C297C76-23C2-4470-A45C-42FEEF802DB1}" dt="2026-07-06T18:06:30.700" v="824" actId="1076"/>
        <pc:sldMkLst>
          <pc:docMk/>
          <pc:sldMk cId="1920425917" sldId="16775968"/>
        </pc:sldMkLst>
        <pc:spChg chg="add mod">
          <ac:chgData name="Morpheus Li" userId="704cac02-7f5b-43ba-b93a-7bfd44ec240e" providerId="ADAL" clId="{6C297C76-23C2-4470-A45C-42FEEF802DB1}" dt="2026-07-06T18:06:30.700" v="824" actId="1076"/>
          <ac:spMkLst>
            <pc:docMk/>
            <pc:sldMk cId="1920425917" sldId="16775968"/>
            <ac:spMk id="5" creationId="{8FC9DCF7-7090-2558-D39D-163230133D40}"/>
          </ac:spMkLst>
        </pc:spChg>
        <pc:spChg chg="mod">
          <ac:chgData name="Morpheus Li" userId="704cac02-7f5b-43ba-b93a-7bfd44ec240e" providerId="ADAL" clId="{6C297C76-23C2-4470-A45C-42FEEF802DB1}" dt="2026-07-06T18:05:53.382" v="816" actId="14100"/>
          <ac:spMkLst>
            <pc:docMk/>
            <pc:sldMk cId="1920425917" sldId="16775968"/>
            <ac:spMk id="17" creationId="{583496F3-2BDC-F49C-5AD3-E6DF63C36F40}"/>
          </ac:spMkLst>
        </pc:spChg>
        <pc:spChg chg="mod">
          <ac:chgData name="Morpheus Li" userId="704cac02-7f5b-43ba-b93a-7bfd44ec240e" providerId="ADAL" clId="{6C297C76-23C2-4470-A45C-42FEEF802DB1}" dt="2026-07-06T18:05:53.382" v="816" actId="14100"/>
          <ac:spMkLst>
            <pc:docMk/>
            <pc:sldMk cId="1920425917" sldId="16775968"/>
            <ac:spMk id="19" creationId="{B082405C-B76A-F98A-A495-7DB5AE7546F8}"/>
          </ac:spMkLst>
        </pc:spChg>
        <pc:spChg chg="mod">
          <ac:chgData name="Morpheus Li" userId="704cac02-7f5b-43ba-b93a-7bfd44ec240e" providerId="ADAL" clId="{6C297C76-23C2-4470-A45C-42FEEF802DB1}" dt="2026-07-06T18:05:53.382" v="816" actId="14100"/>
          <ac:spMkLst>
            <pc:docMk/>
            <pc:sldMk cId="1920425917" sldId="16775968"/>
            <ac:spMk id="20" creationId="{B8EC5D47-D9C7-A528-2414-DC14E6C64E38}"/>
          </ac:spMkLst>
        </pc:spChg>
        <pc:spChg chg="mod">
          <ac:chgData name="Morpheus Li" userId="704cac02-7f5b-43ba-b93a-7bfd44ec240e" providerId="ADAL" clId="{6C297C76-23C2-4470-A45C-42FEEF802DB1}" dt="2026-07-06T18:06:16.850" v="822" actId="14100"/>
          <ac:spMkLst>
            <pc:docMk/>
            <pc:sldMk cId="1920425917" sldId="16775968"/>
            <ac:spMk id="21" creationId="{37508384-6ADB-1C64-A4C6-3DF147801E70}"/>
          </ac:spMkLst>
        </pc:spChg>
      </pc:sldChg>
    </pc:docChg>
  </pc:docChgLst>
  <pc:docChgLst>
    <pc:chgData name="Chengzhu Liang" userId="S::chengzhu.liang1@envision-energy.com::f1a18c62-0202-4ae0-a562-2a216fc35402" providerId="AD" clId="Web-{1A9C3B30-584D-ACC8-4F9E-31FA5179304F}"/>
    <pc:docChg chg="modSld">
      <pc:chgData name="Chengzhu Liang" userId="S::chengzhu.liang1@envision-energy.com::f1a18c62-0202-4ae0-a562-2a216fc35402" providerId="AD" clId="Web-{1A9C3B30-584D-ACC8-4F9E-31FA5179304F}" dt="2026-07-05T02:37:14.923" v="121" actId="20577"/>
      <pc:docMkLst>
        <pc:docMk/>
      </pc:docMkLst>
      <pc:sldChg chg="addSp delSp modSp">
        <pc:chgData name="Chengzhu Liang" userId="S::chengzhu.liang1@envision-energy.com::f1a18c62-0202-4ae0-a562-2a216fc35402" providerId="AD" clId="Web-{1A9C3B30-584D-ACC8-4F9E-31FA5179304F}" dt="2026-07-05T02:37:14.923" v="121" actId="20577"/>
        <pc:sldMkLst>
          <pc:docMk/>
          <pc:sldMk cId="1317392603" sldId="16775936"/>
        </pc:sldMkLst>
        <pc:spChg chg="add del mod">
          <ac:chgData name="Chengzhu Liang" userId="S::chengzhu.liang1@envision-energy.com::f1a18c62-0202-4ae0-a562-2a216fc35402" providerId="AD" clId="Web-{1A9C3B30-584D-ACC8-4F9E-31FA5179304F}" dt="2026-07-05T02:35:04.965" v="77"/>
          <ac:spMkLst>
            <pc:docMk/>
            <pc:sldMk cId="1317392603" sldId="16775936"/>
            <ac:spMk id="3" creationId="{C1B9F2E2-65D7-E360-B0C5-85A379282F3F}"/>
          </ac:spMkLst>
        </pc:spChg>
        <pc:spChg chg="mod">
          <ac:chgData name="Chengzhu Liang" userId="S::chengzhu.liang1@envision-energy.com::f1a18c62-0202-4ae0-a562-2a216fc35402" providerId="AD" clId="Web-{1A9C3B30-584D-ACC8-4F9E-31FA5179304F}" dt="2026-07-05T02:32:15.959" v="22" actId="14100"/>
          <ac:spMkLst>
            <pc:docMk/>
            <pc:sldMk cId="1317392603" sldId="16775936"/>
            <ac:spMk id="10" creationId="{26575584-A4E0-2AA0-7065-09DA4098C073}"/>
          </ac:spMkLst>
        </pc:spChg>
        <pc:spChg chg="mod">
          <ac:chgData name="Chengzhu Liang" userId="S::chengzhu.liang1@envision-energy.com::f1a18c62-0202-4ae0-a562-2a216fc35402" providerId="AD" clId="Web-{1A9C3B30-584D-ACC8-4F9E-31FA5179304F}" dt="2026-07-05T02:37:14.923" v="121" actId="20577"/>
          <ac:spMkLst>
            <pc:docMk/>
            <pc:sldMk cId="1317392603" sldId="16775936"/>
            <ac:spMk id="11" creationId="{D5438066-35BE-78A3-B9B2-27B36E534BDB}"/>
          </ac:spMkLst>
        </pc:spChg>
        <pc:picChg chg="mod">
          <ac:chgData name="Chengzhu Liang" userId="S::chengzhu.liang1@envision-energy.com::f1a18c62-0202-4ae0-a562-2a216fc35402" providerId="AD" clId="Web-{1A9C3B30-584D-ACC8-4F9E-31FA5179304F}" dt="2026-07-05T02:35:54.295" v="81" actId="14100"/>
          <ac:picMkLst>
            <pc:docMk/>
            <pc:sldMk cId="1317392603" sldId="16775936"/>
            <ac:picMk id="6" creationId="{BB01E444-9510-9662-A795-44819CF1BA17}"/>
          </ac:picMkLst>
        </pc:picChg>
        <pc:picChg chg="mod">
          <ac:chgData name="Chengzhu Liang" userId="S::chengzhu.liang1@envision-energy.com::f1a18c62-0202-4ae0-a562-2a216fc35402" providerId="AD" clId="Web-{1A9C3B30-584D-ACC8-4F9E-31FA5179304F}" dt="2026-07-05T02:35:53.467" v="80" actId="1076"/>
          <ac:picMkLst>
            <pc:docMk/>
            <pc:sldMk cId="1317392603" sldId="16775936"/>
            <ac:picMk id="9" creationId="{E749DF49-7BDE-825B-674F-043F898D0E89}"/>
          </ac:picMkLst>
        </pc:picChg>
      </pc:sldChg>
    </pc:docChg>
  </pc:docChgLst>
  <pc:docChgLst>
    <pc:chgData name="Charlotte Qi" userId="6c0514a0-3078-405a-98b7-f72c627d6e89" providerId="ADAL" clId="{0BB68F42-EEC5-4481-8335-560F5D39F4C3}"/>
    <pc:docChg chg="undo custSel addSld modSld">
      <pc:chgData name="Charlotte Qi" userId="6c0514a0-3078-405a-98b7-f72c627d6e89" providerId="ADAL" clId="{0BB68F42-EEC5-4481-8335-560F5D39F4C3}" dt="2026-05-26T02:41:16.699" v="4" actId="20577"/>
      <pc:docMkLst>
        <pc:docMk/>
      </pc:docMkLst>
      <pc:sldChg chg="modSp mod">
        <pc:chgData name="Charlotte Qi" userId="6c0514a0-3078-405a-98b7-f72c627d6e89" providerId="ADAL" clId="{0BB68F42-EEC5-4481-8335-560F5D39F4C3}" dt="2026-05-26T02:41:16.699" v="4" actId="20577"/>
        <pc:sldMkLst>
          <pc:docMk/>
          <pc:sldMk cId="3820276441" sldId="16772742"/>
        </pc:sldMkLst>
      </pc:sldChg>
      <pc:sldChg chg="add">
        <pc:chgData name="Charlotte Qi" userId="6c0514a0-3078-405a-98b7-f72c627d6e89" providerId="ADAL" clId="{0BB68F42-EEC5-4481-8335-560F5D39F4C3}" dt="2026-04-28T10:19:02.283" v="0"/>
        <pc:sldMkLst>
          <pc:docMk/>
          <pc:sldMk cId="1026743286" sldId="16775908"/>
        </pc:sldMkLst>
      </pc:sldChg>
      <pc:sldChg chg="add">
        <pc:chgData name="Charlotte Qi" userId="6c0514a0-3078-405a-98b7-f72c627d6e89" providerId="ADAL" clId="{0BB68F42-EEC5-4481-8335-560F5D39F4C3}" dt="2026-04-28T10:19:02.283" v="0"/>
        <pc:sldMkLst>
          <pc:docMk/>
          <pc:sldMk cId="102939010" sldId="16775909"/>
        </pc:sldMkLst>
      </pc:sldChg>
    </pc:docChg>
  </pc:docChgLst>
  <pc:docChgLst>
    <pc:chgData name="Jingyu Wu" userId="26bf2225-573f-4f57-ad4e-efe602dee1c6" providerId="ADAL" clId="{C39B4205-DD3C-494A-A8DC-8063BE7D5FC7}"/>
    <pc:docChg chg="undo custSel modSld">
      <pc:chgData name="Jingyu Wu" userId="26bf2225-573f-4f57-ad4e-efe602dee1c6" providerId="ADAL" clId="{C39B4205-DD3C-494A-A8DC-8063BE7D5FC7}" dt="2026-07-06T17:57:56.621" v="41" actId="207"/>
      <pc:docMkLst>
        <pc:docMk/>
      </pc:docMkLst>
      <pc:sldChg chg="modSp mod">
        <pc:chgData name="Jingyu Wu" userId="26bf2225-573f-4f57-ad4e-efe602dee1c6" providerId="ADAL" clId="{C39B4205-DD3C-494A-A8DC-8063BE7D5FC7}" dt="2026-07-06T17:57:15.450" v="36" actId="1076"/>
        <pc:sldMkLst>
          <pc:docMk/>
          <pc:sldMk cId="887482355" sldId="16772735"/>
        </pc:sldMkLst>
        <pc:spChg chg="mod">
          <ac:chgData name="Jingyu Wu" userId="26bf2225-573f-4f57-ad4e-efe602dee1c6" providerId="ADAL" clId="{C39B4205-DD3C-494A-A8DC-8063BE7D5FC7}" dt="2026-07-06T17:53:46.194" v="22" actId="14100"/>
          <ac:spMkLst>
            <pc:docMk/>
            <pc:sldMk cId="887482355" sldId="16772735"/>
            <ac:spMk id="4" creationId="{D0DCF155-3F42-C4B9-F785-97310E917D23}"/>
          </ac:spMkLst>
        </pc:spChg>
        <pc:spChg chg="mod">
          <ac:chgData name="Jingyu Wu" userId="26bf2225-573f-4f57-ad4e-efe602dee1c6" providerId="ADAL" clId="{C39B4205-DD3C-494A-A8DC-8063BE7D5FC7}" dt="2026-07-06T17:57:07.279" v="34" actId="1076"/>
          <ac:spMkLst>
            <pc:docMk/>
            <pc:sldMk cId="887482355" sldId="16772735"/>
            <ac:spMk id="5" creationId="{E6D5C9DE-20A6-F54C-D489-436F1309EE16}"/>
          </ac:spMkLst>
        </pc:spChg>
        <pc:spChg chg="mod">
          <ac:chgData name="Jingyu Wu" userId="26bf2225-573f-4f57-ad4e-efe602dee1c6" providerId="ADAL" clId="{C39B4205-DD3C-494A-A8DC-8063BE7D5FC7}" dt="2026-07-06T17:57:15.450" v="36" actId="1076"/>
          <ac:spMkLst>
            <pc:docMk/>
            <pc:sldMk cId="887482355" sldId="16772735"/>
            <ac:spMk id="6" creationId="{B8258810-4408-4D7E-D9C5-D3F840041FE0}"/>
          </ac:spMkLst>
        </pc:spChg>
        <pc:spChg chg="mod">
          <ac:chgData name="Jingyu Wu" userId="26bf2225-573f-4f57-ad4e-efe602dee1c6" providerId="ADAL" clId="{C39B4205-DD3C-494A-A8DC-8063BE7D5FC7}" dt="2026-07-06T17:56:58.701" v="33" actId="1076"/>
          <ac:spMkLst>
            <pc:docMk/>
            <pc:sldMk cId="887482355" sldId="16772735"/>
            <ac:spMk id="9" creationId="{0996DC35-56DB-21DE-8B2C-73C6A9BFE1EB}"/>
          </ac:spMkLst>
        </pc:spChg>
        <pc:spChg chg="mod">
          <ac:chgData name="Jingyu Wu" userId="26bf2225-573f-4f57-ad4e-efe602dee1c6" providerId="ADAL" clId="{C39B4205-DD3C-494A-A8DC-8063BE7D5FC7}" dt="2026-07-06T17:56:18.529" v="27" actId="1076"/>
          <ac:spMkLst>
            <pc:docMk/>
            <pc:sldMk cId="887482355" sldId="16772735"/>
            <ac:spMk id="10" creationId="{80E00411-303D-668E-ED64-BE3085741580}"/>
          </ac:spMkLst>
        </pc:spChg>
        <pc:spChg chg="mod">
          <ac:chgData name="Jingyu Wu" userId="26bf2225-573f-4f57-ad4e-efe602dee1c6" providerId="ADAL" clId="{C39B4205-DD3C-494A-A8DC-8063BE7D5FC7}" dt="2026-07-06T17:56:29.421" v="29" actId="1076"/>
          <ac:spMkLst>
            <pc:docMk/>
            <pc:sldMk cId="887482355" sldId="16772735"/>
            <ac:spMk id="12" creationId="{C886BC84-EA3D-15AA-C902-75DD184FF049}"/>
          </ac:spMkLst>
        </pc:spChg>
      </pc:sldChg>
      <pc:sldChg chg="modSp mod">
        <pc:chgData name="Jingyu Wu" userId="26bf2225-573f-4f57-ad4e-efe602dee1c6" providerId="ADAL" clId="{C39B4205-DD3C-494A-A8DC-8063BE7D5FC7}" dt="2026-07-06T17:39:07.962" v="0" actId="207"/>
        <pc:sldMkLst>
          <pc:docMk/>
          <pc:sldMk cId="3820276441" sldId="16772742"/>
        </pc:sldMkLst>
        <pc:spChg chg="mod">
          <ac:chgData name="Jingyu Wu" userId="26bf2225-573f-4f57-ad4e-efe602dee1c6" providerId="ADAL" clId="{C39B4205-DD3C-494A-A8DC-8063BE7D5FC7}" dt="2026-07-06T17:39:07.962" v="0" actId="207"/>
          <ac:spMkLst>
            <pc:docMk/>
            <pc:sldMk cId="3820276441" sldId="16772742"/>
            <ac:spMk id="24" creationId="{60BFF85F-032B-737E-8B6C-2C13E7B1E55E}"/>
          </ac:spMkLst>
        </pc:spChg>
      </pc:sldChg>
      <pc:sldChg chg="modSp mod">
        <pc:chgData name="Jingyu Wu" userId="26bf2225-573f-4f57-ad4e-efe602dee1c6" providerId="ADAL" clId="{C39B4205-DD3C-494A-A8DC-8063BE7D5FC7}" dt="2026-07-06T17:57:56.621" v="41" actId="207"/>
        <pc:sldMkLst>
          <pc:docMk/>
          <pc:sldMk cId="648762014" sldId="16775886"/>
        </pc:sldMkLst>
        <pc:spChg chg="mod">
          <ac:chgData name="Jingyu Wu" userId="26bf2225-573f-4f57-ad4e-efe602dee1c6" providerId="ADAL" clId="{C39B4205-DD3C-494A-A8DC-8063BE7D5FC7}" dt="2026-07-06T17:57:56.621" v="41" actId="207"/>
          <ac:spMkLst>
            <pc:docMk/>
            <pc:sldMk cId="648762014" sldId="16775886"/>
            <ac:spMk id="4" creationId="{B324CFA1-5864-4E22-3F0D-C0876E43378E}"/>
          </ac:spMkLst>
        </pc:spChg>
      </pc:sldChg>
      <pc:sldChg chg="modSp mod">
        <pc:chgData name="Jingyu Wu" userId="26bf2225-573f-4f57-ad4e-efe602dee1c6" providerId="ADAL" clId="{C39B4205-DD3C-494A-A8DC-8063BE7D5FC7}" dt="2026-07-06T17:57:36.819" v="40" actId="113"/>
        <pc:sldMkLst>
          <pc:docMk/>
          <pc:sldMk cId="3316393843" sldId="16775895"/>
        </pc:sldMkLst>
        <pc:spChg chg="mod">
          <ac:chgData name="Jingyu Wu" userId="26bf2225-573f-4f57-ad4e-efe602dee1c6" providerId="ADAL" clId="{C39B4205-DD3C-494A-A8DC-8063BE7D5FC7}" dt="2026-07-06T17:57:36.819" v="40" actId="113"/>
          <ac:spMkLst>
            <pc:docMk/>
            <pc:sldMk cId="3316393843" sldId="16775895"/>
            <ac:spMk id="9" creationId="{99DAF00E-1AAA-564B-B292-07BADA722552}"/>
          </ac:spMkLst>
        </pc:spChg>
      </pc:sldChg>
      <pc:sldChg chg="modSp mod">
        <pc:chgData name="Jingyu Wu" userId="26bf2225-573f-4f57-ad4e-efe602dee1c6" providerId="ADAL" clId="{C39B4205-DD3C-494A-A8DC-8063BE7D5FC7}" dt="2026-07-06T17:52:20.358" v="9" actId="113"/>
        <pc:sldMkLst>
          <pc:docMk/>
          <pc:sldMk cId="1199124970" sldId="16775955"/>
        </pc:sldMkLst>
        <pc:spChg chg="mod">
          <ac:chgData name="Jingyu Wu" userId="26bf2225-573f-4f57-ad4e-efe602dee1c6" providerId="ADAL" clId="{C39B4205-DD3C-494A-A8DC-8063BE7D5FC7}" dt="2026-07-06T17:52:20.358" v="9" actId="113"/>
          <ac:spMkLst>
            <pc:docMk/>
            <pc:sldMk cId="1199124970" sldId="16775955"/>
            <ac:spMk id="9" creationId="{8046F9E2-F0AF-8633-30B8-FB1E2D51F969}"/>
          </ac:spMkLst>
        </pc:spChg>
      </pc:sldChg>
      <pc:sldChg chg="modSp mod">
        <pc:chgData name="Jingyu Wu" userId="26bf2225-573f-4f57-ad4e-efe602dee1c6" providerId="ADAL" clId="{C39B4205-DD3C-494A-A8DC-8063BE7D5FC7}" dt="2026-07-06T17:52:43.151" v="13" actId="113"/>
        <pc:sldMkLst>
          <pc:docMk/>
          <pc:sldMk cId="2707338148" sldId="16775956"/>
        </pc:sldMkLst>
        <pc:spChg chg="mod">
          <ac:chgData name="Jingyu Wu" userId="26bf2225-573f-4f57-ad4e-efe602dee1c6" providerId="ADAL" clId="{C39B4205-DD3C-494A-A8DC-8063BE7D5FC7}" dt="2026-07-06T17:52:43.151" v="13" actId="113"/>
          <ac:spMkLst>
            <pc:docMk/>
            <pc:sldMk cId="2707338148" sldId="16775956"/>
            <ac:spMk id="4" creationId="{28A8C44F-1EDA-9E65-8D3C-60BFEFA222D6}"/>
          </ac:spMkLst>
        </pc:spChg>
      </pc:sldChg>
      <pc:sldChg chg="modSp mod">
        <pc:chgData name="Jingyu Wu" userId="26bf2225-573f-4f57-ad4e-efe602dee1c6" providerId="ADAL" clId="{C39B4205-DD3C-494A-A8DC-8063BE7D5FC7}" dt="2026-07-06T17:52:58.039" v="16" actId="113"/>
        <pc:sldMkLst>
          <pc:docMk/>
          <pc:sldMk cId="3213320309" sldId="16775957"/>
        </pc:sldMkLst>
        <pc:spChg chg="mod">
          <ac:chgData name="Jingyu Wu" userId="26bf2225-573f-4f57-ad4e-efe602dee1c6" providerId="ADAL" clId="{C39B4205-DD3C-494A-A8DC-8063BE7D5FC7}" dt="2026-07-06T17:52:58.039" v="16" actId="113"/>
          <ac:spMkLst>
            <pc:docMk/>
            <pc:sldMk cId="3213320309" sldId="16775957"/>
            <ac:spMk id="3" creationId="{6D80057C-8C3B-89B1-19D2-FDB0C8A48DCB}"/>
          </ac:spMkLst>
        </pc:spChg>
      </pc:sldChg>
      <pc:sldChg chg="modSp mod">
        <pc:chgData name="Jingyu Wu" userId="26bf2225-573f-4f57-ad4e-efe602dee1c6" providerId="ADAL" clId="{C39B4205-DD3C-494A-A8DC-8063BE7D5FC7}" dt="2026-07-06T17:53:10.315" v="19" actId="113"/>
        <pc:sldMkLst>
          <pc:docMk/>
          <pc:sldMk cId="75169596" sldId="16775958"/>
        </pc:sldMkLst>
        <pc:spChg chg="mod">
          <ac:chgData name="Jingyu Wu" userId="26bf2225-573f-4f57-ad4e-efe602dee1c6" providerId="ADAL" clId="{C39B4205-DD3C-494A-A8DC-8063BE7D5FC7}" dt="2026-07-06T17:53:10.315" v="19" actId="113"/>
          <ac:spMkLst>
            <pc:docMk/>
            <pc:sldMk cId="75169596" sldId="16775958"/>
            <ac:spMk id="3" creationId="{A80FB903-5317-3CD7-1185-B4F2C14AAA5E}"/>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yang.you1\Documents\&#24037;&#20316;&#25991;&#20214;\09-&#20132;&#26131;&#23454;&#25805;\&#20132;&#26131;&#30003;&#25253;\&#24052;&#30431;\&#31574;&#30053;&#26085;4.9\4.9&#20986;&#28165;&#32467;&#26524;\2-5&#27597;\4.9&#20986;&#28165;&#32467;&#26524;2-5.csv"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18201\Desktop\&#33945;&#35199;&#29420;&#31435;&#20648;&#33021;&#20132;&#26131;&#20998;&#26512;\outputs\jingyi_chaganhada_cases\jingyi_chaganhada_typical_case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oleObject" Target="&#24037;&#20316;&#31807;4" TargetMode="External"/></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oleObject" Target="&#24037;&#20316;&#31807;4" TargetMode="Externa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18201\Documents\WXWork\1688854801653253\Cache\File\2026-04\&#24052;&#30431;&#21450;&#30456;&#20284;&#22330;&#31449;1-3&#26376;&#26376;&#25910;&#30410;&#23545;&#27604;&#34920;.xlsx"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zh-CN"/>
              <a:t>出清结果</a:t>
            </a:r>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zh-CN"/>
        </a:p>
      </c:txPr>
    </c:title>
    <c:autoTitleDeleted val="0"/>
    <c:plotArea>
      <c:layout/>
      <c:lineChart>
        <c:grouping val="standard"/>
        <c:varyColors val="0"/>
        <c:ser>
          <c:idx val="0"/>
          <c:order val="0"/>
          <c:spPr>
            <a:ln w="34925" cap="rnd">
              <a:solidFill>
                <a:schemeClr val="accent5"/>
              </a:solidFill>
              <a:round/>
            </a:ln>
            <a:effectLst>
              <a:outerShdw blurRad="57150" dist="19050" dir="5400000" algn="ctr" rotWithShape="0">
                <a:srgbClr val="000000">
                  <a:alpha val="63000"/>
                </a:srgbClr>
              </a:outerShdw>
            </a:effectLst>
          </c:spPr>
          <c:marker>
            <c:symbol val="none"/>
          </c:marker>
          <c:cat>
            <c:numRef>
              <c:f>'4.9出清结果2-5'!$A$2:$A$97</c:f>
              <c:numCache>
                <c:formatCode>h:mm</c:formatCode>
                <c:ptCount val="96"/>
                <c:pt idx="0">
                  <c:v>1.0416666666666666E-2</c:v>
                </c:pt>
                <c:pt idx="1">
                  <c:v>2.0833333333333332E-2</c:v>
                </c:pt>
                <c:pt idx="2">
                  <c:v>3.125E-2</c:v>
                </c:pt>
                <c:pt idx="3">
                  <c:v>4.1666666666666664E-2</c:v>
                </c:pt>
                <c:pt idx="4">
                  <c:v>5.2083333333333336E-2</c:v>
                </c:pt>
                <c:pt idx="5">
                  <c:v>6.25E-2</c:v>
                </c:pt>
                <c:pt idx="6">
                  <c:v>7.2916666666666671E-2</c:v>
                </c:pt>
                <c:pt idx="7">
                  <c:v>8.3333333333333329E-2</c:v>
                </c:pt>
                <c:pt idx="8">
                  <c:v>9.375E-2</c:v>
                </c:pt>
                <c:pt idx="9">
                  <c:v>0.10416666666666667</c:v>
                </c:pt>
                <c:pt idx="10">
                  <c:v>0.11458333333333333</c:v>
                </c:pt>
                <c:pt idx="11">
                  <c:v>0.125</c:v>
                </c:pt>
                <c:pt idx="12">
                  <c:v>0.13541666666666666</c:v>
                </c:pt>
                <c:pt idx="13">
                  <c:v>0.14583333333333334</c:v>
                </c:pt>
                <c:pt idx="14">
                  <c:v>0.15625</c:v>
                </c:pt>
                <c:pt idx="15">
                  <c:v>0.16666666666666666</c:v>
                </c:pt>
                <c:pt idx="16">
                  <c:v>0.17708333333333334</c:v>
                </c:pt>
                <c:pt idx="17">
                  <c:v>0.1875</c:v>
                </c:pt>
                <c:pt idx="18">
                  <c:v>0.19791666666666666</c:v>
                </c:pt>
                <c:pt idx="19">
                  <c:v>0.20833333333333334</c:v>
                </c:pt>
                <c:pt idx="20">
                  <c:v>0.21875</c:v>
                </c:pt>
                <c:pt idx="21">
                  <c:v>0.22916666666666666</c:v>
                </c:pt>
                <c:pt idx="22">
                  <c:v>0.23958333333333334</c:v>
                </c:pt>
                <c:pt idx="23">
                  <c:v>0.25</c:v>
                </c:pt>
                <c:pt idx="24">
                  <c:v>0.26041666666666669</c:v>
                </c:pt>
                <c:pt idx="25">
                  <c:v>0.27083333333333331</c:v>
                </c:pt>
                <c:pt idx="26">
                  <c:v>0.28125</c:v>
                </c:pt>
                <c:pt idx="27">
                  <c:v>0.29166666666666669</c:v>
                </c:pt>
                <c:pt idx="28">
                  <c:v>0.30208333333333331</c:v>
                </c:pt>
                <c:pt idx="29">
                  <c:v>0.3125</c:v>
                </c:pt>
                <c:pt idx="30">
                  <c:v>0.32291666666666669</c:v>
                </c:pt>
                <c:pt idx="31">
                  <c:v>0.33333333333333331</c:v>
                </c:pt>
                <c:pt idx="32">
                  <c:v>0.34375</c:v>
                </c:pt>
                <c:pt idx="33">
                  <c:v>0.35416666666666669</c:v>
                </c:pt>
                <c:pt idx="34">
                  <c:v>0.36458333333333331</c:v>
                </c:pt>
                <c:pt idx="35">
                  <c:v>0.375</c:v>
                </c:pt>
                <c:pt idx="36">
                  <c:v>0.38541666666666669</c:v>
                </c:pt>
                <c:pt idx="37">
                  <c:v>0.39583333333333331</c:v>
                </c:pt>
                <c:pt idx="38">
                  <c:v>0.40625</c:v>
                </c:pt>
                <c:pt idx="39">
                  <c:v>0.41666666666666669</c:v>
                </c:pt>
                <c:pt idx="40">
                  <c:v>0.42708333333333331</c:v>
                </c:pt>
                <c:pt idx="41">
                  <c:v>0.4375</c:v>
                </c:pt>
                <c:pt idx="42">
                  <c:v>0.44791666666666669</c:v>
                </c:pt>
                <c:pt idx="43">
                  <c:v>0.45833333333333331</c:v>
                </c:pt>
                <c:pt idx="44">
                  <c:v>0.46875</c:v>
                </c:pt>
                <c:pt idx="45">
                  <c:v>0.47916666666666669</c:v>
                </c:pt>
                <c:pt idx="46">
                  <c:v>0.48958333333333331</c:v>
                </c:pt>
                <c:pt idx="47">
                  <c:v>0.5</c:v>
                </c:pt>
                <c:pt idx="48">
                  <c:v>0.51041666666666663</c:v>
                </c:pt>
                <c:pt idx="49">
                  <c:v>0.52083333333333337</c:v>
                </c:pt>
                <c:pt idx="50">
                  <c:v>0.53125</c:v>
                </c:pt>
                <c:pt idx="51">
                  <c:v>0.54166666666666663</c:v>
                </c:pt>
                <c:pt idx="52">
                  <c:v>0.55208333333333337</c:v>
                </c:pt>
                <c:pt idx="53">
                  <c:v>0.5625</c:v>
                </c:pt>
                <c:pt idx="54">
                  <c:v>0.57291666666666663</c:v>
                </c:pt>
                <c:pt idx="55">
                  <c:v>0.58333333333333337</c:v>
                </c:pt>
                <c:pt idx="56">
                  <c:v>0.59375</c:v>
                </c:pt>
                <c:pt idx="57">
                  <c:v>0.60416666666666663</c:v>
                </c:pt>
                <c:pt idx="58">
                  <c:v>0.61458333333333337</c:v>
                </c:pt>
                <c:pt idx="59">
                  <c:v>0.625</c:v>
                </c:pt>
                <c:pt idx="60">
                  <c:v>0.63541666666666663</c:v>
                </c:pt>
                <c:pt idx="61">
                  <c:v>0.64583333333333337</c:v>
                </c:pt>
                <c:pt idx="62">
                  <c:v>0.65625</c:v>
                </c:pt>
                <c:pt idx="63">
                  <c:v>0.66666666666666663</c:v>
                </c:pt>
                <c:pt idx="64">
                  <c:v>0.67708333333333337</c:v>
                </c:pt>
                <c:pt idx="65">
                  <c:v>0.6875</c:v>
                </c:pt>
                <c:pt idx="66">
                  <c:v>0.69791666666666663</c:v>
                </c:pt>
                <c:pt idx="67">
                  <c:v>0.70833333333333337</c:v>
                </c:pt>
                <c:pt idx="68">
                  <c:v>0.71875</c:v>
                </c:pt>
                <c:pt idx="69">
                  <c:v>0.72916666666666663</c:v>
                </c:pt>
                <c:pt idx="70">
                  <c:v>0.73958333333333337</c:v>
                </c:pt>
                <c:pt idx="71">
                  <c:v>0.75</c:v>
                </c:pt>
                <c:pt idx="72">
                  <c:v>0.76041666666666663</c:v>
                </c:pt>
                <c:pt idx="73">
                  <c:v>0.77083333333333337</c:v>
                </c:pt>
                <c:pt idx="74">
                  <c:v>0.78125</c:v>
                </c:pt>
                <c:pt idx="75">
                  <c:v>0.79166666666666663</c:v>
                </c:pt>
                <c:pt idx="76">
                  <c:v>0.80208333333333337</c:v>
                </c:pt>
                <c:pt idx="77">
                  <c:v>0.8125</c:v>
                </c:pt>
                <c:pt idx="78">
                  <c:v>0.82291666666666663</c:v>
                </c:pt>
                <c:pt idx="79">
                  <c:v>0.83333333333333337</c:v>
                </c:pt>
                <c:pt idx="80">
                  <c:v>0.84375</c:v>
                </c:pt>
                <c:pt idx="81">
                  <c:v>0.85416666666666663</c:v>
                </c:pt>
                <c:pt idx="82">
                  <c:v>0.86458333333333337</c:v>
                </c:pt>
                <c:pt idx="83">
                  <c:v>0.875</c:v>
                </c:pt>
                <c:pt idx="84">
                  <c:v>0.88541666666666663</c:v>
                </c:pt>
                <c:pt idx="85">
                  <c:v>0.89583333333333337</c:v>
                </c:pt>
                <c:pt idx="86">
                  <c:v>0.90625</c:v>
                </c:pt>
                <c:pt idx="87">
                  <c:v>0.91666666666666663</c:v>
                </c:pt>
                <c:pt idx="88">
                  <c:v>0.92708333333333337</c:v>
                </c:pt>
                <c:pt idx="89">
                  <c:v>0.9375</c:v>
                </c:pt>
                <c:pt idx="90">
                  <c:v>0.94791666666666663</c:v>
                </c:pt>
                <c:pt idx="91">
                  <c:v>0.95833333333333337</c:v>
                </c:pt>
                <c:pt idx="92">
                  <c:v>0.96875</c:v>
                </c:pt>
                <c:pt idx="93">
                  <c:v>0.97916666666666663</c:v>
                </c:pt>
                <c:pt idx="94">
                  <c:v>0.98958333333333337</c:v>
                </c:pt>
                <c:pt idx="95">
                  <c:v>0</c:v>
                </c:pt>
              </c:numCache>
            </c:numRef>
          </c:cat>
          <c:val>
            <c:numRef>
              <c:f>'4.9出清结果2-5'!$C$2:$C$97</c:f>
              <c:numCache>
                <c:formatCode>General</c:formatCode>
                <c:ptCount val="96"/>
                <c:pt idx="0">
                  <c:v>-48</c:v>
                </c:pt>
                <c:pt idx="1">
                  <c:v>-120</c:v>
                </c:pt>
                <c:pt idx="2">
                  <c:v>-140.65714285714284</c:v>
                </c:pt>
                <c:pt idx="3">
                  <c:v>-136.62857142857143</c:v>
                </c:pt>
                <c:pt idx="4">
                  <c:v>-86.802857142857135</c:v>
                </c:pt>
                <c:pt idx="5">
                  <c:v>-19.714285714285712</c:v>
                </c:pt>
                <c:pt idx="6">
                  <c:v>52.285714285714285</c:v>
                </c:pt>
                <c:pt idx="7">
                  <c:v>123.42857142857143</c:v>
                </c:pt>
                <c:pt idx="8">
                  <c:v>144</c:v>
                </c:pt>
                <c:pt idx="9">
                  <c:v>125.14285714285714</c:v>
                </c:pt>
                <c:pt idx="10">
                  <c:v>53.142857142857139</c:v>
                </c:pt>
                <c:pt idx="11">
                  <c:v>-11.64</c:v>
                </c:pt>
                <c:pt idx="12">
                  <c:v>-85.714285714285708</c:v>
                </c:pt>
                <c:pt idx="13">
                  <c:v>-133.71428571428572</c:v>
                </c:pt>
                <c:pt idx="14">
                  <c:v>-133.71428571428572</c:v>
                </c:pt>
                <c:pt idx="15">
                  <c:v>-133.71428571428572</c:v>
                </c:pt>
                <c:pt idx="16">
                  <c:v>-67.714285714285708</c:v>
                </c:pt>
                <c:pt idx="17">
                  <c:v>4.2857142857142856</c:v>
                </c:pt>
                <c:pt idx="18">
                  <c:v>76.285714285714278</c:v>
                </c:pt>
                <c:pt idx="19">
                  <c:v>124.28571428571429</c:v>
                </c:pt>
                <c:pt idx="20">
                  <c:v>124.28571428571429</c:v>
                </c:pt>
                <c:pt idx="21">
                  <c:v>115.71428571428572</c:v>
                </c:pt>
                <c:pt idx="22">
                  <c:v>43.714285714285715</c:v>
                </c:pt>
                <c:pt idx="23">
                  <c:v>-20.648571428571429</c:v>
                </c:pt>
                <c:pt idx="24">
                  <c:v>-25.714285714285715</c:v>
                </c:pt>
                <c:pt idx="25">
                  <c:v>-18.857142857142858</c:v>
                </c:pt>
                <c:pt idx="26">
                  <c:v>-25.714285714285715</c:v>
                </c:pt>
                <c:pt idx="27">
                  <c:v>-25.714285714285715</c:v>
                </c:pt>
                <c:pt idx="28">
                  <c:v>10.285714285714286</c:v>
                </c:pt>
                <c:pt idx="29">
                  <c:v>20.571428571428573</c:v>
                </c:pt>
                <c:pt idx="30">
                  <c:v>20.571428571428573</c:v>
                </c:pt>
                <c:pt idx="31">
                  <c:v>20.571428571428573</c:v>
                </c:pt>
                <c:pt idx="32">
                  <c:v>20.571428571428573</c:v>
                </c:pt>
                <c:pt idx="33">
                  <c:v>20.571428571428573</c:v>
                </c:pt>
                <c:pt idx="34">
                  <c:v>14.571428571428571</c:v>
                </c:pt>
                <c:pt idx="35">
                  <c:v>13.5</c:v>
                </c:pt>
                <c:pt idx="36">
                  <c:v>-56.74285714285714</c:v>
                </c:pt>
                <c:pt idx="37">
                  <c:v>-70.285714285714292</c:v>
                </c:pt>
                <c:pt idx="38">
                  <c:v>-70.285714285714292</c:v>
                </c:pt>
                <c:pt idx="39">
                  <c:v>-70.285714285714292</c:v>
                </c:pt>
                <c:pt idx="40">
                  <c:v>-70.285714285714292</c:v>
                </c:pt>
                <c:pt idx="41">
                  <c:v>-70.285714285714292</c:v>
                </c:pt>
                <c:pt idx="42">
                  <c:v>-70.285714285714292</c:v>
                </c:pt>
                <c:pt idx="43">
                  <c:v>-70.285714285714292</c:v>
                </c:pt>
                <c:pt idx="44">
                  <c:v>-70.285714285714292</c:v>
                </c:pt>
                <c:pt idx="45">
                  <c:v>-70.285714285714292</c:v>
                </c:pt>
                <c:pt idx="46">
                  <c:v>-70.285714285714292</c:v>
                </c:pt>
                <c:pt idx="47">
                  <c:v>-70.285714285714292</c:v>
                </c:pt>
                <c:pt idx="48">
                  <c:v>-70.285714285714292</c:v>
                </c:pt>
                <c:pt idx="49">
                  <c:v>-70.285714285714292</c:v>
                </c:pt>
                <c:pt idx="50">
                  <c:v>-70.285714285714292</c:v>
                </c:pt>
                <c:pt idx="51">
                  <c:v>-70.285714285714292</c:v>
                </c:pt>
                <c:pt idx="52">
                  <c:v>-70.285714285714292</c:v>
                </c:pt>
                <c:pt idx="53">
                  <c:v>-70.285714285714292</c:v>
                </c:pt>
                <c:pt idx="54">
                  <c:v>-70.285714285714292</c:v>
                </c:pt>
                <c:pt idx="55">
                  <c:v>-70.285714285714292</c:v>
                </c:pt>
                <c:pt idx="56">
                  <c:v>-70.285714285714292</c:v>
                </c:pt>
                <c:pt idx="57">
                  <c:v>-70.285714285714292</c:v>
                </c:pt>
                <c:pt idx="58">
                  <c:v>-70.285714285714292</c:v>
                </c:pt>
                <c:pt idx="59">
                  <c:v>-70.285714285714292</c:v>
                </c:pt>
                <c:pt idx="60">
                  <c:v>-70.285714285714292</c:v>
                </c:pt>
                <c:pt idx="61">
                  <c:v>-70.285714285714292</c:v>
                </c:pt>
                <c:pt idx="62">
                  <c:v>-70.285714285714292</c:v>
                </c:pt>
                <c:pt idx="63">
                  <c:v>-70.285714285714292</c:v>
                </c:pt>
                <c:pt idx="64">
                  <c:v>-70.285714285714292</c:v>
                </c:pt>
                <c:pt idx="65">
                  <c:v>-70.285714285714292</c:v>
                </c:pt>
                <c:pt idx="66">
                  <c:v>-70.285714285714292</c:v>
                </c:pt>
                <c:pt idx="67">
                  <c:v>-70.285714285714292</c:v>
                </c:pt>
                <c:pt idx="68">
                  <c:v>-20.59714285714286</c:v>
                </c:pt>
                <c:pt idx="69">
                  <c:v>-3.9942857142857142</c:v>
                </c:pt>
                <c:pt idx="70">
                  <c:v>0</c:v>
                </c:pt>
                <c:pt idx="71">
                  <c:v>0</c:v>
                </c:pt>
                <c:pt idx="72">
                  <c:v>10.285714285714286</c:v>
                </c:pt>
                <c:pt idx="73">
                  <c:v>10.285714285714286</c:v>
                </c:pt>
                <c:pt idx="74">
                  <c:v>59.948571428571427</c:v>
                </c:pt>
                <c:pt idx="75">
                  <c:v>108.85714285714286</c:v>
                </c:pt>
                <c:pt idx="76">
                  <c:v>100.28571428571429</c:v>
                </c:pt>
                <c:pt idx="77">
                  <c:v>70.285714285714292</c:v>
                </c:pt>
                <c:pt idx="78">
                  <c:v>70.285714285714292</c:v>
                </c:pt>
                <c:pt idx="79">
                  <c:v>70.285714285714292</c:v>
                </c:pt>
                <c:pt idx="80">
                  <c:v>70.285714285714292</c:v>
                </c:pt>
                <c:pt idx="81">
                  <c:v>70.285714285714292</c:v>
                </c:pt>
                <c:pt idx="82">
                  <c:v>70.285714285714292</c:v>
                </c:pt>
                <c:pt idx="83">
                  <c:v>70.285714285714292</c:v>
                </c:pt>
                <c:pt idx="84">
                  <c:v>70.285714285714292</c:v>
                </c:pt>
                <c:pt idx="85">
                  <c:v>70.285714285714292</c:v>
                </c:pt>
                <c:pt idx="86">
                  <c:v>82.285714285714292</c:v>
                </c:pt>
                <c:pt idx="87">
                  <c:v>130.28571428571428</c:v>
                </c:pt>
                <c:pt idx="88">
                  <c:v>130.28571428571428</c:v>
                </c:pt>
                <c:pt idx="89">
                  <c:v>130.28571428571428</c:v>
                </c:pt>
                <c:pt idx="90">
                  <c:v>130.28571428571428</c:v>
                </c:pt>
                <c:pt idx="91">
                  <c:v>130.28571428571428</c:v>
                </c:pt>
                <c:pt idx="92">
                  <c:v>130.28571428571428</c:v>
                </c:pt>
                <c:pt idx="93">
                  <c:v>130.28571428571428</c:v>
                </c:pt>
                <c:pt idx="94">
                  <c:v>82.285714285714292</c:v>
                </c:pt>
                <c:pt idx="95">
                  <c:v>14.571428571428571</c:v>
                </c:pt>
              </c:numCache>
            </c:numRef>
          </c:val>
          <c:smooth val="0"/>
          <c:extLst>
            <c:ext xmlns:c16="http://schemas.microsoft.com/office/drawing/2014/chart" uri="{C3380CC4-5D6E-409C-BE32-E72D297353CC}">
              <c16:uniqueId val="{00000000-DF55-4BE9-89EB-5C797255CA5B}"/>
            </c:ext>
          </c:extLst>
        </c:ser>
        <c:dLbls>
          <c:showLegendKey val="0"/>
          <c:showVal val="0"/>
          <c:showCatName val="0"/>
          <c:showSerName val="0"/>
          <c:showPercent val="0"/>
          <c:showBubbleSize val="0"/>
        </c:dLbls>
        <c:smooth val="0"/>
        <c:axId val="1987644544"/>
        <c:axId val="1987625824"/>
      </c:lineChart>
      <c:catAx>
        <c:axId val="1987644544"/>
        <c:scaling>
          <c:orientation val="minMax"/>
        </c:scaling>
        <c:delete val="0"/>
        <c:axPos val="b"/>
        <c:numFmt formatCode="h:mm" sourceLinked="1"/>
        <c:majorTickMark val="none"/>
        <c:minorTickMark val="none"/>
        <c:tickLblPos val="nextTo"/>
        <c:spPr>
          <a:noFill/>
          <a:ln w="9525" cap="flat" cmpd="sng" algn="ctr">
            <a:solidFill>
              <a:schemeClr val="lt1">
                <a:lumMod val="95000"/>
                <a:alpha val="10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zh-CN"/>
          </a:p>
        </c:txPr>
        <c:crossAx val="1987625824"/>
        <c:crosses val="autoZero"/>
        <c:auto val="1"/>
        <c:lblAlgn val="ctr"/>
        <c:lblOffset val="100"/>
        <c:noMultiLvlLbl val="0"/>
      </c:catAx>
      <c:valAx>
        <c:axId val="1987625824"/>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zh-CN"/>
          </a:p>
        </c:txPr>
        <c:crossAx val="19876445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1400" b="1" i="0" u="none" strike="noStrike" kern="1200" baseline="0">
                <a:solidFill>
                  <a:schemeClr val="tx1">
                    <a:lumMod val="75000"/>
                    <a:lumOff val="25000"/>
                  </a:schemeClr>
                </a:solidFill>
                <a:latin typeface="+mn-lt"/>
                <a:ea typeface="+mn-ea"/>
                <a:cs typeface="+mn-cs"/>
              </a:defRPr>
            </a:pPr>
            <a:r>
              <a:rPr lang="en-US" altLang="zh-CN"/>
              <a:t>3</a:t>
            </a:r>
            <a:r>
              <a:rPr lang="zh-CN" altLang="en-US"/>
              <a:t>月</a:t>
            </a:r>
            <a:r>
              <a:rPr lang="en-US" altLang="zh-CN"/>
              <a:t>11</a:t>
            </a:r>
            <a:r>
              <a:rPr lang="zh-CN" altLang="en-US"/>
              <a:t>日巴盟储能充放与电价</a:t>
            </a:r>
          </a:p>
        </c:rich>
      </c:tx>
      <c:overlay val="0"/>
      <c:spPr>
        <a:noFill/>
        <a:ln>
          <a:noFill/>
        </a:ln>
        <a:effectLst/>
      </c:spPr>
      <c:txPr>
        <a:bodyPr rot="0" spcFirstLastPara="0" vertOverflow="ellipsis" vert="horz" wrap="square" anchor="ctr" anchorCtr="1"/>
        <a:lstStyle/>
        <a:p>
          <a:pPr defTabSz="914400">
            <a:defRPr lang="zh-CN" sz="1400" b="1" i="0" u="none" strike="noStrike" kern="1200" baseline="0">
              <a:solidFill>
                <a:schemeClr val="tx1">
                  <a:lumMod val="75000"/>
                  <a:lumOff val="25000"/>
                </a:schemeClr>
              </a:solidFill>
              <a:latin typeface="+mn-lt"/>
              <a:ea typeface="+mn-ea"/>
              <a:cs typeface="+mn-cs"/>
            </a:defRPr>
          </a:pPr>
          <a:endParaRPr lang="en-US" altLang="zh-CN"/>
        </a:p>
      </c:txPr>
    </c:title>
    <c:autoTitleDeleted val="0"/>
    <c:plotArea>
      <c:layout/>
      <c:barChart>
        <c:barDir val="col"/>
        <c:grouping val="clustered"/>
        <c:varyColors val="0"/>
        <c:ser>
          <c:idx val="0"/>
          <c:order val="0"/>
          <c:spPr>
            <a:solidFill>
              <a:schemeClr val="accent1"/>
            </a:solidFill>
            <a:ln>
              <a:noFill/>
            </a:ln>
            <a:effectLst/>
          </c:spPr>
          <c:invertIfNegative val="0"/>
          <c:val>
            <c:numRef>
              <c:f>[jingyi_chaganhada_typical_cases.xlsx]Sheet1!$B$1:$B$96</c:f>
              <c:numCache>
                <c:formatCode>General</c:formatCode>
                <c:ptCount val="96"/>
                <c:pt idx="0">
                  <c:v>0</c:v>
                </c:pt>
                <c:pt idx="1">
                  <c:v>1000</c:v>
                </c:pt>
                <c:pt idx="2">
                  <c:v>1000</c:v>
                </c:pt>
                <c:pt idx="3">
                  <c:v>1000</c:v>
                </c:pt>
                <c:pt idx="4">
                  <c:v>1000</c:v>
                </c:pt>
                <c:pt idx="5">
                  <c:v>1000</c:v>
                </c:pt>
                <c:pt idx="6">
                  <c:v>1000</c:v>
                </c:pt>
                <c:pt idx="7">
                  <c:v>1000</c:v>
                </c:pt>
                <c:pt idx="8">
                  <c:v>1000</c:v>
                </c:pt>
                <c:pt idx="9">
                  <c:v>770</c:v>
                </c:pt>
                <c:pt idx="10">
                  <c:v>308</c:v>
                </c:pt>
                <c:pt idx="11">
                  <c:v>-154</c:v>
                </c:pt>
                <c:pt idx="12">
                  <c:v>-616</c:v>
                </c:pt>
                <c:pt idx="13">
                  <c:v>-1000</c:v>
                </c:pt>
                <c:pt idx="14">
                  <c:v>-1000</c:v>
                </c:pt>
                <c:pt idx="15">
                  <c:v>-1000</c:v>
                </c:pt>
                <c:pt idx="16">
                  <c:v>-1000</c:v>
                </c:pt>
                <c:pt idx="17">
                  <c:v>-1000</c:v>
                </c:pt>
                <c:pt idx="18">
                  <c:v>-1000</c:v>
                </c:pt>
                <c:pt idx="19">
                  <c:v>-1000</c:v>
                </c:pt>
                <c:pt idx="20">
                  <c:v>-1000</c:v>
                </c:pt>
                <c:pt idx="21">
                  <c:v>-1000</c:v>
                </c:pt>
                <c:pt idx="22">
                  <c:v>-770</c:v>
                </c:pt>
                <c:pt idx="23">
                  <c:v>-308</c:v>
                </c:pt>
                <c:pt idx="24">
                  <c:v>154</c:v>
                </c:pt>
                <c:pt idx="25">
                  <c:v>616</c:v>
                </c:pt>
                <c:pt idx="26">
                  <c:v>1000</c:v>
                </c:pt>
                <c:pt idx="27">
                  <c:v>1000</c:v>
                </c:pt>
                <c:pt idx="28">
                  <c:v>1000</c:v>
                </c:pt>
                <c:pt idx="29">
                  <c:v>1000</c:v>
                </c:pt>
                <c:pt idx="30">
                  <c:v>1000</c:v>
                </c:pt>
                <c:pt idx="31">
                  <c:v>1000</c:v>
                </c:pt>
                <c:pt idx="32">
                  <c:v>1000</c:v>
                </c:pt>
                <c:pt idx="33">
                  <c:v>1000</c:v>
                </c:pt>
                <c:pt idx="34">
                  <c:v>616</c:v>
                </c:pt>
                <c:pt idx="35">
                  <c:v>154</c:v>
                </c:pt>
                <c:pt idx="36">
                  <c:v>0</c:v>
                </c:pt>
                <c:pt idx="37">
                  <c:v>0</c:v>
                </c:pt>
                <c:pt idx="38">
                  <c:v>0</c:v>
                </c:pt>
                <c:pt idx="39">
                  <c:v>0</c:v>
                </c:pt>
                <c:pt idx="40">
                  <c:v>0</c:v>
                </c:pt>
                <c:pt idx="41">
                  <c:v>0</c:v>
                </c:pt>
                <c:pt idx="42">
                  <c:v>0</c:v>
                </c:pt>
                <c:pt idx="43">
                  <c:v>0</c:v>
                </c:pt>
                <c:pt idx="44">
                  <c:v>0</c:v>
                </c:pt>
                <c:pt idx="45">
                  <c:v>0</c:v>
                </c:pt>
                <c:pt idx="46">
                  <c:v>0</c:v>
                </c:pt>
                <c:pt idx="47">
                  <c:v>-462</c:v>
                </c:pt>
                <c:pt idx="48">
                  <c:v>-924</c:v>
                </c:pt>
                <c:pt idx="49">
                  <c:v>-1000</c:v>
                </c:pt>
                <c:pt idx="50">
                  <c:v>-1000</c:v>
                </c:pt>
                <c:pt idx="51">
                  <c:v>-1000</c:v>
                </c:pt>
                <c:pt idx="52">
                  <c:v>-1000</c:v>
                </c:pt>
                <c:pt idx="53">
                  <c:v>-1000</c:v>
                </c:pt>
                <c:pt idx="54">
                  <c:v>-1000</c:v>
                </c:pt>
                <c:pt idx="55">
                  <c:v>-1000</c:v>
                </c:pt>
                <c:pt idx="56">
                  <c:v>-1000</c:v>
                </c:pt>
                <c:pt idx="57">
                  <c:v>-1000</c:v>
                </c:pt>
                <c:pt idx="58">
                  <c:v>-1000</c:v>
                </c:pt>
                <c:pt idx="59">
                  <c:v>-924</c:v>
                </c:pt>
                <c:pt idx="60">
                  <c:v>-462</c:v>
                </c:pt>
                <c:pt idx="61">
                  <c:v>0</c:v>
                </c:pt>
                <c:pt idx="62">
                  <c:v>0</c:v>
                </c:pt>
                <c:pt idx="63">
                  <c:v>0</c:v>
                </c:pt>
                <c:pt idx="64">
                  <c:v>0</c:v>
                </c:pt>
                <c:pt idx="65">
                  <c:v>0</c:v>
                </c:pt>
                <c:pt idx="66">
                  <c:v>0</c:v>
                </c:pt>
                <c:pt idx="67">
                  <c:v>0</c:v>
                </c:pt>
                <c:pt idx="68">
                  <c:v>0</c:v>
                </c:pt>
                <c:pt idx="69">
                  <c:v>0</c:v>
                </c:pt>
                <c:pt idx="70">
                  <c:v>0</c:v>
                </c:pt>
                <c:pt idx="71">
                  <c:v>15.47</c:v>
                </c:pt>
                <c:pt idx="72">
                  <c:v>131.018</c:v>
                </c:pt>
                <c:pt idx="73">
                  <c:v>399.62400000000002</c:v>
                </c:pt>
                <c:pt idx="74">
                  <c:v>503.40199999999999</c:v>
                </c:pt>
                <c:pt idx="75">
                  <c:v>541.88599999999997</c:v>
                </c:pt>
                <c:pt idx="76">
                  <c:v>543.99599999999998</c:v>
                </c:pt>
                <c:pt idx="77">
                  <c:v>529.61199999999997</c:v>
                </c:pt>
                <c:pt idx="78">
                  <c:v>498.56</c:v>
                </c:pt>
                <c:pt idx="79">
                  <c:v>421.71600000000001</c:v>
                </c:pt>
                <c:pt idx="80">
                  <c:v>333.90600000000001</c:v>
                </c:pt>
                <c:pt idx="81">
                  <c:v>348.90800000000002</c:v>
                </c:pt>
                <c:pt idx="82">
                  <c:v>286.608</c:v>
                </c:pt>
                <c:pt idx="83">
                  <c:v>228.744</c:v>
                </c:pt>
                <c:pt idx="84">
                  <c:v>191.55600000000001</c:v>
                </c:pt>
                <c:pt idx="85">
                  <c:v>99.396000000000001</c:v>
                </c:pt>
                <c:pt idx="86">
                  <c:v>33.963999999999999</c:v>
                </c:pt>
                <c:pt idx="87">
                  <c:v>0</c:v>
                </c:pt>
                <c:pt idx="88">
                  <c:v>0</c:v>
                </c:pt>
                <c:pt idx="89">
                  <c:v>0</c:v>
                </c:pt>
                <c:pt idx="90">
                  <c:v>0</c:v>
                </c:pt>
                <c:pt idx="91">
                  <c:v>0</c:v>
                </c:pt>
                <c:pt idx="92">
                  <c:v>0</c:v>
                </c:pt>
                <c:pt idx="93">
                  <c:v>0</c:v>
                </c:pt>
                <c:pt idx="94">
                  <c:v>0</c:v>
                </c:pt>
                <c:pt idx="95">
                  <c:v>0</c:v>
                </c:pt>
              </c:numCache>
            </c:numRef>
          </c:val>
          <c:extLst>
            <c:ext xmlns:c16="http://schemas.microsoft.com/office/drawing/2014/chart" uri="{C3380CC4-5D6E-409C-BE32-E72D297353CC}">
              <c16:uniqueId val="{00000000-6B11-4A45-83AE-B4B9A3A4AA87}"/>
            </c:ext>
          </c:extLst>
        </c:ser>
        <c:dLbls>
          <c:showLegendKey val="0"/>
          <c:showVal val="0"/>
          <c:showCatName val="0"/>
          <c:showSerName val="0"/>
          <c:showPercent val="0"/>
          <c:showBubbleSize val="0"/>
        </c:dLbls>
        <c:gapWidth val="219"/>
        <c:overlap val="-27"/>
        <c:axId val="351551793"/>
        <c:axId val="431174965"/>
      </c:barChart>
      <c:lineChart>
        <c:grouping val="standard"/>
        <c:varyColors val="0"/>
        <c:ser>
          <c:idx val="1"/>
          <c:order val="1"/>
          <c:spPr>
            <a:ln w="28575" cap="rnd">
              <a:solidFill>
                <a:schemeClr val="accent2"/>
              </a:solidFill>
              <a:round/>
            </a:ln>
            <a:effectLst/>
          </c:spPr>
          <c:marker>
            <c:symbol val="none"/>
          </c:marker>
          <c:val>
            <c:numRef>
              <c:f>[jingyi_chaganhada_typical_cases.xlsx]Sheet1!$C$1:$C$96</c:f>
              <c:numCache>
                <c:formatCode>General</c:formatCode>
                <c:ptCount val="96"/>
                <c:pt idx="0">
                  <c:v>24</c:v>
                </c:pt>
                <c:pt idx="1">
                  <c:v>954</c:v>
                </c:pt>
                <c:pt idx="2">
                  <c:v>462</c:v>
                </c:pt>
                <c:pt idx="3">
                  <c:v>337</c:v>
                </c:pt>
                <c:pt idx="4">
                  <c:v>280</c:v>
                </c:pt>
                <c:pt idx="5">
                  <c:v>351.57900000000001</c:v>
                </c:pt>
                <c:pt idx="6">
                  <c:v>302.58800000000002</c:v>
                </c:pt>
                <c:pt idx="7">
                  <c:v>300</c:v>
                </c:pt>
                <c:pt idx="8">
                  <c:v>351.57900000000001</c:v>
                </c:pt>
                <c:pt idx="9">
                  <c:v>601</c:v>
                </c:pt>
                <c:pt idx="10">
                  <c:v>632</c:v>
                </c:pt>
                <c:pt idx="11">
                  <c:v>1550.85</c:v>
                </c:pt>
                <c:pt idx="12">
                  <c:v>650</c:v>
                </c:pt>
                <c:pt idx="13">
                  <c:v>950</c:v>
                </c:pt>
                <c:pt idx="14">
                  <c:v>1500</c:v>
                </c:pt>
                <c:pt idx="15">
                  <c:v>650</c:v>
                </c:pt>
                <c:pt idx="16">
                  <c:v>600</c:v>
                </c:pt>
                <c:pt idx="17">
                  <c:v>650</c:v>
                </c:pt>
                <c:pt idx="18">
                  <c:v>500</c:v>
                </c:pt>
                <c:pt idx="19">
                  <c:v>300</c:v>
                </c:pt>
                <c:pt idx="20">
                  <c:v>500</c:v>
                </c:pt>
                <c:pt idx="21">
                  <c:v>330</c:v>
                </c:pt>
                <c:pt idx="22">
                  <c:v>562</c:v>
                </c:pt>
                <c:pt idx="23">
                  <c:v>290.52600000000001</c:v>
                </c:pt>
                <c:pt idx="24">
                  <c:v>197.93199999999999</c:v>
                </c:pt>
                <c:pt idx="25">
                  <c:v>320</c:v>
                </c:pt>
                <c:pt idx="26">
                  <c:v>310</c:v>
                </c:pt>
                <c:pt idx="27">
                  <c:v>242</c:v>
                </c:pt>
                <c:pt idx="28">
                  <c:v>280</c:v>
                </c:pt>
                <c:pt idx="29">
                  <c:v>280</c:v>
                </c:pt>
                <c:pt idx="30">
                  <c:v>-50</c:v>
                </c:pt>
                <c:pt idx="31">
                  <c:v>-50</c:v>
                </c:pt>
                <c:pt idx="32">
                  <c:v>-50</c:v>
                </c:pt>
                <c:pt idx="33">
                  <c:v>-50</c:v>
                </c:pt>
                <c:pt idx="34">
                  <c:v>-50</c:v>
                </c:pt>
                <c:pt idx="35">
                  <c:v>-50</c:v>
                </c:pt>
                <c:pt idx="36">
                  <c:v>-50</c:v>
                </c:pt>
                <c:pt idx="37">
                  <c:v>-50</c:v>
                </c:pt>
                <c:pt idx="38">
                  <c:v>-50</c:v>
                </c:pt>
                <c:pt idx="39">
                  <c:v>-50</c:v>
                </c:pt>
                <c:pt idx="40">
                  <c:v>-50</c:v>
                </c:pt>
                <c:pt idx="41">
                  <c:v>-49.926000000000002</c:v>
                </c:pt>
                <c:pt idx="42">
                  <c:v>-48.628</c:v>
                </c:pt>
                <c:pt idx="43">
                  <c:v>-50</c:v>
                </c:pt>
                <c:pt idx="44">
                  <c:v>-50</c:v>
                </c:pt>
                <c:pt idx="45">
                  <c:v>-50</c:v>
                </c:pt>
                <c:pt idx="46">
                  <c:v>-50</c:v>
                </c:pt>
                <c:pt idx="47">
                  <c:v>-49.863999999999997</c:v>
                </c:pt>
                <c:pt idx="48">
                  <c:v>-49.951999999999998</c:v>
                </c:pt>
                <c:pt idx="49">
                  <c:v>-50</c:v>
                </c:pt>
                <c:pt idx="50">
                  <c:v>-50</c:v>
                </c:pt>
                <c:pt idx="51">
                  <c:v>-50</c:v>
                </c:pt>
                <c:pt idx="52">
                  <c:v>-49.997999999999998</c:v>
                </c:pt>
                <c:pt idx="53">
                  <c:v>-50</c:v>
                </c:pt>
                <c:pt idx="54">
                  <c:v>-50</c:v>
                </c:pt>
                <c:pt idx="55">
                  <c:v>-50</c:v>
                </c:pt>
                <c:pt idx="56">
                  <c:v>-50</c:v>
                </c:pt>
                <c:pt idx="57">
                  <c:v>-49.982999999999997</c:v>
                </c:pt>
                <c:pt idx="58">
                  <c:v>-49.963999999999999</c:v>
                </c:pt>
                <c:pt idx="59">
                  <c:v>-50</c:v>
                </c:pt>
                <c:pt idx="60">
                  <c:v>-50</c:v>
                </c:pt>
                <c:pt idx="61">
                  <c:v>-50</c:v>
                </c:pt>
                <c:pt idx="62">
                  <c:v>-50</c:v>
                </c:pt>
                <c:pt idx="63">
                  <c:v>-50</c:v>
                </c:pt>
                <c:pt idx="64">
                  <c:v>-50</c:v>
                </c:pt>
                <c:pt idx="65">
                  <c:v>-42</c:v>
                </c:pt>
                <c:pt idx="66">
                  <c:v>-40</c:v>
                </c:pt>
                <c:pt idx="67">
                  <c:v>-50</c:v>
                </c:pt>
                <c:pt idx="68">
                  <c:v>-50</c:v>
                </c:pt>
                <c:pt idx="69">
                  <c:v>-50</c:v>
                </c:pt>
                <c:pt idx="70">
                  <c:v>-50</c:v>
                </c:pt>
                <c:pt idx="71">
                  <c:v>270</c:v>
                </c:pt>
                <c:pt idx="72">
                  <c:v>150</c:v>
                </c:pt>
                <c:pt idx="73">
                  <c:v>-50</c:v>
                </c:pt>
                <c:pt idx="74">
                  <c:v>180</c:v>
                </c:pt>
                <c:pt idx="75">
                  <c:v>170</c:v>
                </c:pt>
                <c:pt idx="76">
                  <c:v>150</c:v>
                </c:pt>
                <c:pt idx="77">
                  <c:v>150</c:v>
                </c:pt>
                <c:pt idx="78">
                  <c:v>150</c:v>
                </c:pt>
                <c:pt idx="79">
                  <c:v>180</c:v>
                </c:pt>
                <c:pt idx="80">
                  <c:v>230</c:v>
                </c:pt>
                <c:pt idx="81">
                  <c:v>200</c:v>
                </c:pt>
                <c:pt idx="82">
                  <c:v>230</c:v>
                </c:pt>
                <c:pt idx="83">
                  <c:v>200</c:v>
                </c:pt>
                <c:pt idx="84">
                  <c:v>150</c:v>
                </c:pt>
                <c:pt idx="85">
                  <c:v>150</c:v>
                </c:pt>
                <c:pt idx="86">
                  <c:v>190</c:v>
                </c:pt>
                <c:pt idx="87">
                  <c:v>230</c:v>
                </c:pt>
                <c:pt idx="88">
                  <c:v>199</c:v>
                </c:pt>
                <c:pt idx="89">
                  <c:v>100</c:v>
                </c:pt>
                <c:pt idx="90">
                  <c:v>21</c:v>
                </c:pt>
                <c:pt idx="91">
                  <c:v>17</c:v>
                </c:pt>
                <c:pt idx="92">
                  <c:v>0</c:v>
                </c:pt>
                <c:pt idx="93">
                  <c:v>0</c:v>
                </c:pt>
                <c:pt idx="94">
                  <c:v>-50</c:v>
                </c:pt>
                <c:pt idx="95">
                  <c:v>24</c:v>
                </c:pt>
              </c:numCache>
            </c:numRef>
          </c:val>
          <c:smooth val="0"/>
          <c:extLst>
            <c:ext xmlns:c16="http://schemas.microsoft.com/office/drawing/2014/chart" uri="{C3380CC4-5D6E-409C-BE32-E72D297353CC}">
              <c16:uniqueId val="{00000001-6B11-4A45-83AE-B4B9A3A4AA87}"/>
            </c:ext>
          </c:extLst>
        </c:ser>
        <c:dLbls>
          <c:showLegendKey val="0"/>
          <c:showVal val="0"/>
          <c:showCatName val="0"/>
          <c:showSerName val="0"/>
          <c:showPercent val="0"/>
          <c:showBubbleSize val="0"/>
        </c:dLbls>
        <c:marker val="1"/>
        <c:smooth val="0"/>
        <c:axId val="78008740"/>
        <c:axId val="275406734"/>
      </c:lineChart>
      <c:catAx>
        <c:axId val="78008740"/>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275406734"/>
        <c:crosses val="autoZero"/>
        <c:auto val="1"/>
        <c:lblAlgn val="ctr"/>
        <c:lblOffset val="100"/>
        <c:noMultiLvlLbl val="0"/>
      </c:catAx>
      <c:valAx>
        <c:axId val="275406734"/>
        <c:scaling>
          <c:orientation val="minMax"/>
        </c:scaling>
        <c:delete val="0"/>
        <c:axPos val="l"/>
        <c:majorGridlines>
          <c:spPr>
            <a:ln w="9525" cap="flat" cmpd="sng" algn="ctr">
              <a:solidFill>
                <a:schemeClr val="lt1">
                  <a:lumMod val="90200"/>
                </a:schemeClr>
              </a:solidFill>
              <a:round/>
            </a:ln>
            <a:effectLst/>
          </c:spPr>
        </c:majorGridlines>
        <c:title>
          <c:tx>
            <c:rich>
              <a:bodyPr rot="-5400000" spcFirstLastPara="0" vertOverflow="ellipsis" vert="horz" wrap="square" anchor="ctr" anchorCtr="1"/>
              <a:lstStyle/>
              <a:p>
                <a:pPr defTabSz="914400">
                  <a:defRPr lang="zh-CN" sz="1000" b="0" i="0" u="none" strike="noStrike" kern="1200" baseline="0">
                    <a:solidFill>
                      <a:schemeClr val="tx1">
                        <a:lumMod val="65000"/>
                        <a:lumOff val="35000"/>
                      </a:schemeClr>
                    </a:solidFill>
                    <a:latin typeface="+mn-lt"/>
                    <a:ea typeface="+mn-ea"/>
                    <a:cs typeface="+mn-cs"/>
                  </a:defRPr>
                </a:pPr>
                <a:r>
                  <a:rPr lang="zh-CN" altLang="en-US"/>
                  <a:t>电价（元</a:t>
                </a:r>
                <a:r>
                  <a:rPr lang="en-US" altLang="zh-CN"/>
                  <a:t>/MWh</a:t>
                </a:r>
                <a:r>
                  <a:rPr lang="en-US" altLang="en-US"/>
                  <a:t>）</a:t>
                </a:r>
                <a:endParaRPr lang="en-US" altLang="zh-CN"/>
              </a:p>
            </c:rich>
          </c:tx>
          <c:overlay val="0"/>
          <c:spPr>
            <a:noFill/>
            <a:ln>
              <a:noFill/>
            </a:ln>
            <a:effectLst/>
          </c:spPr>
          <c:txPr>
            <a:bodyPr rot="-5400000" spcFirstLastPara="0" vertOverflow="ellipsis" vert="horz" wrap="square" anchor="ctr" anchorCtr="1"/>
            <a:lstStyle/>
            <a:p>
              <a:pPr defTabSz="914400">
                <a:defRPr lang="zh-CN" sz="1000" b="0" i="0" u="none" strike="noStrike" kern="1200" baseline="0">
                  <a:solidFill>
                    <a:schemeClr val="tx1">
                      <a:lumMod val="65000"/>
                      <a:lumOff val="35000"/>
                    </a:schemeClr>
                  </a:solidFill>
                  <a:latin typeface="+mn-lt"/>
                  <a:ea typeface="+mn-ea"/>
                  <a:cs typeface="+mn-cs"/>
                </a:defRPr>
              </a:pPr>
              <a:endParaRPr lang="en-US" altLang="zh-CN"/>
            </a:p>
          </c:txPr>
        </c:title>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78008740"/>
        <c:crosses val="autoZero"/>
        <c:crossBetween val="between"/>
      </c:valAx>
      <c:catAx>
        <c:axId val="351551793"/>
        <c:scaling>
          <c:orientation val="minMax"/>
        </c:scaling>
        <c:delete val="1"/>
        <c:axPos val="b"/>
        <c:majorTickMark val="out"/>
        <c:minorTickMark val="none"/>
        <c:tickLblPos val="nextTo"/>
        <c:crossAx val="431174965"/>
        <c:crosses val="autoZero"/>
        <c:auto val="1"/>
        <c:lblAlgn val="ctr"/>
        <c:lblOffset val="100"/>
        <c:noMultiLvlLbl val="0"/>
      </c:catAx>
      <c:valAx>
        <c:axId val="431174965"/>
        <c:scaling>
          <c:orientation val="minMax"/>
        </c:scaling>
        <c:delete val="0"/>
        <c:axPos val="r"/>
        <c:title>
          <c:tx>
            <c:rich>
              <a:bodyPr rot="-5400000" spcFirstLastPara="0" vertOverflow="ellipsis" vert="horz" wrap="square" anchor="ctr" anchorCtr="1"/>
              <a:lstStyle/>
              <a:p>
                <a:pPr defTabSz="914400">
                  <a:defRPr lang="zh-CN" sz="1000" b="0" i="0" u="none" strike="noStrike" kern="1200" baseline="0">
                    <a:solidFill>
                      <a:schemeClr val="tx1">
                        <a:lumMod val="65000"/>
                        <a:lumOff val="35000"/>
                      </a:schemeClr>
                    </a:solidFill>
                    <a:latin typeface="+mn-lt"/>
                    <a:ea typeface="+mn-ea"/>
                    <a:cs typeface="+mn-cs"/>
                  </a:defRPr>
                </a:pPr>
                <a:r>
                  <a:rPr lang="zh-CN" altLang="en-US"/>
                  <a:t>出力（</a:t>
                </a:r>
                <a:r>
                  <a:rPr lang="en-US" altLang="zh-CN"/>
                  <a:t>MW</a:t>
                </a:r>
                <a:r>
                  <a:rPr lang="en-US" altLang="en-US"/>
                  <a:t>）</a:t>
                </a:r>
                <a:endParaRPr lang="en-US" altLang="zh-CN"/>
              </a:p>
            </c:rich>
          </c:tx>
          <c:overlay val="0"/>
          <c:spPr>
            <a:noFill/>
            <a:ln>
              <a:noFill/>
            </a:ln>
            <a:effectLst/>
          </c:spPr>
          <c:txPr>
            <a:bodyPr rot="-5400000" spcFirstLastPara="0" vertOverflow="ellipsis" vert="horz" wrap="square" anchor="ctr" anchorCtr="1"/>
            <a:lstStyle/>
            <a:p>
              <a:pPr defTabSz="914400">
                <a:defRPr lang="zh-CN" sz="1000" b="0" i="0" u="none" strike="noStrike" kern="1200" baseline="0">
                  <a:solidFill>
                    <a:schemeClr val="tx1">
                      <a:lumMod val="65000"/>
                      <a:lumOff val="35000"/>
                    </a:schemeClr>
                  </a:solidFill>
                  <a:latin typeface="+mn-lt"/>
                  <a:ea typeface="+mn-ea"/>
                  <a:cs typeface="+mn-cs"/>
                </a:defRPr>
              </a:pPr>
              <a:endParaRPr lang="en-US" altLang="zh-CN"/>
            </a:p>
          </c:txPr>
        </c:title>
        <c:numFmt formatCode="General" sourceLinked="1"/>
        <c:majorTickMark val="out"/>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351551793"/>
        <c:crosses val="max"/>
        <c:crossBetween val="between"/>
      </c:valAx>
      <c:spPr>
        <a:noFill/>
        <a:ln>
          <a:noFill/>
        </a:ln>
        <a:effectLst/>
      </c:spPr>
    </c:plotArea>
    <c:legend>
      <c:legendPos val="b"/>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c:ext uri="{0b15fc19-7d7d-44ad-8c2d-2c3a37ce22c3}">
        <chartProps xmlns="https://web.wps.cn/et/2018/main" chartId="{cd876d50-f5bd-467f-99d9-59dd38d36879}"/>
      </c:ext>
    </c:extLst>
  </c:chart>
  <c:spPr>
    <a:solidFill>
      <a:schemeClr val="bg1"/>
    </a:solidFill>
    <a:ln w="9525" cap="flat" cmpd="sng" algn="ctr">
      <a:solidFill>
        <a:schemeClr val="tx1">
          <a:lumMod val="15000"/>
          <a:lumOff val="85000"/>
        </a:schemeClr>
      </a:solidFill>
      <a:round/>
    </a:ln>
    <a:effectLst/>
  </c:spPr>
  <c:txPr>
    <a:bodyPr/>
    <a:lstStyle/>
    <a:p>
      <a:pPr>
        <a:defRPr lang="zh-CN"/>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0" vertOverflow="ellipsis" vert="horz" wrap="square" anchor="ctr" anchorCtr="1"/>
          <a:lstStyle/>
          <a:p>
            <a:pPr defTabSz="914400">
              <a:defRPr lang="zh-CN" sz="1400" b="1" i="0" u="none" strike="noStrike" kern="1200" baseline="0">
                <a:solidFill>
                  <a:sysClr val="windowText" lastClr="000000">
                    <a:lumMod val="75000"/>
                    <a:lumOff val="25000"/>
                  </a:sysClr>
                </a:solidFill>
                <a:latin typeface="Calibri" panose="020F0502020204030204" charset="0"/>
                <a:ea typeface="宋体" panose="02010600030101010101" pitchFamily="2" charset="-122"/>
                <a:cs typeface="+mn-ea"/>
              </a:defRPr>
            </a:pPr>
            <a:r>
              <a:rPr lang="en-US" altLang="zh-CN"/>
              <a:t>3</a:t>
            </a:r>
            <a:r>
              <a:rPr lang="zh-CN" altLang="en-US"/>
              <a:t>月</a:t>
            </a:r>
            <a:r>
              <a:rPr lang="en-US" altLang="zh-CN"/>
              <a:t>27</a:t>
            </a:r>
            <a:r>
              <a:rPr lang="zh-CN" altLang="en-US"/>
              <a:t>日蒙西电价与竞价空间</a:t>
            </a:r>
          </a:p>
        </c:rich>
      </c:tx>
      <c:overlay val="0"/>
      <c:spPr>
        <a:noFill/>
        <a:ln>
          <a:noFill/>
        </a:ln>
        <a:effectLst/>
      </c:spPr>
      <c:txPr>
        <a:bodyPr rot="0" spcFirstLastPara="0" vertOverflow="ellipsis" vert="horz" wrap="square" anchor="ctr" anchorCtr="1"/>
        <a:lstStyle/>
        <a:p>
          <a:pPr defTabSz="914400">
            <a:defRPr lang="zh-CN" sz="1400" b="1" i="0" u="none" strike="noStrike" kern="1200" baseline="0">
              <a:solidFill>
                <a:sysClr val="windowText" lastClr="000000">
                  <a:lumMod val="75000"/>
                  <a:lumOff val="25000"/>
                </a:sysClr>
              </a:solidFill>
              <a:latin typeface="Calibri" panose="020F0502020204030204" charset="0"/>
              <a:ea typeface="宋体" panose="02010600030101010101" pitchFamily="2" charset="-122"/>
              <a:cs typeface="+mn-ea"/>
            </a:defRPr>
          </a:pPr>
          <a:endParaRPr lang="en-US" altLang="zh-CN"/>
        </a:p>
      </c:txPr>
    </c:title>
    <c:autoTitleDeleted val="0"/>
    <c:plotArea>
      <c:layout/>
      <c:barChart>
        <c:barDir val="col"/>
        <c:grouping val="clustered"/>
        <c:varyColors val="0"/>
        <c:ser>
          <c:idx val="0"/>
          <c:order val="0"/>
          <c:tx>
            <c:strRef>
              <c:f>[工作簿4]Sheet1!$B$1</c:f>
              <c:strCache>
                <c:ptCount val="1"/>
                <c:pt idx="0">
                  <c:v>bid_space_actual</c:v>
                </c:pt>
              </c:strCache>
            </c:strRef>
          </c:tx>
          <c:spPr>
            <a:solidFill>
              <a:srgbClr val="4874CB"/>
            </a:solidFill>
            <a:ln>
              <a:noFill/>
            </a:ln>
            <a:effectLst/>
          </c:spPr>
          <c:invertIfNegative val="0"/>
          <c:cat>
            <c:strRef>
              <c:f>[工作簿4]Sheet1!$A$2:$A$96</c:f>
              <c:strCache>
                <c:ptCount val="95"/>
                <c:pt idx="0">
                  <c:v>00:15</c:v>
                </c:pt>
                <c:pt idx="1">
                  <c:v>00:30</c:v>
                </c:pt>
                <c:pt idx="2">
                  <c:v>00:45</c:v>
                </c:pt>
                <c:pt idx="3">
                  <c:v>01:00</c:v>
                </c:pt>
                <c:pt idx="4">
                  <c:v>01:15</c:v>
                </c:pt>
                <c:pt idx="5">
                  <c:v>01:30</c:v>
                </c:pt>
                <c:pt idx="6">
                  <c:v>01:45</c:v>
                </c:pt>
                <c:pt idx="7">
                  <c:v>02:00</c:v>
                </c:pt>
                <c:pt idx="8">
                  <c:v>02:15</c:v>
                </c:pt>
                <c:pt idx="9">
                  <c:v>02:30</c:v>
                </c:pt>
                <c:pt idx="10">
                  <c:v>02:45</c:v>
                </c:pt>
                <c:pt idx="11">
                  <c:v>03:00</c:v>
                </c:pt>
                <c:pt idx="12">
                  <c:v>03:15</c:v>
                </c:pt>
                <c:pt idx="13">
                  <c:v>03:30</c:v>
                </c:pt>
                <c:pt idx="14">
                  <c:v>03:45</c:v>
                </c:pt>
                <c:pt idx="15">
                  <c:v>04:00</c:v>
                </c:pt>
                <c:pt idx="16">
                  <c:v>04:15</c:v>
                </c:pt>
                <c:pt idx="17">
                  <c:v>04:30</c:v>
                </c:pt>
                <c:pt idx="18">
                  <c:v>04:45</c:v>
                </c:pt>
                <c:pt idx="19">
                  <c:v>05:00</c:v>
                </c:pt>
                <c:pt idx="20">
                  <c:v>05:15</c:v>
                </c:pt>
                <c:pt idx="21">
                  <c:v>05:30</c:v>
                </c:pt>
                <c:pt idx="22">
                  <c:v>05:45</c:v>
                </c:pt>
                <c:pt idx="23">
                  <c:v>06:00</c:v>
                </c:pt>
                <c:pt idx="24">
                  <c:v>06:15</c:v>
                </c:pt>
                <c:pt idx="25">
                  <c:v>06:30</c:v>
                </c:pt>
                <c:pt idx="26">
                  <c:v>06:45</c:v>
                </c:pt>
                <c:pt idx="27">
                  <c:v>07:00</c:v>
                </c:pt>
                <c:pt idx="28">
                  <c:v>07:15</c:v>
                </c:pt>
                <c:pt idx="29">
                  <c:v>07:30</c:v>
                </c:pt>
                <c:pt idx="30">
                  <c:v>07:45</c:v>
                </c:pt>
                <c:pt idx="31">
                  <c:v>08:00</c:v>
                </c:pt>
                <c:pt idx="32">
                  <c:v>08:15</c:v>
                </c:pt>
                <c:pt idx="33">
                  <c:v>08:30</c:v>
                </c:pt>
                <c:pt idx="34">
                  <c:v>08:45</c:v>
                </c:pt>
                <c:pt idx="35">
                  <c:v>09:00</c:v>
                </c:pt>
                <c:pt idx="36">
                  <c:v>09:15</c:v>
                </c:pt>
                <c:pt idx="37">
                  <c:v>09:30</c:v>
                </c:pt>
                <c:pt idx="38">
                  <c:v>09:45</c:v>
                </c:pt>
                <c:pt idx="39">
                  <c:v>10:00</c:v>
                </c:pt>
                <c:pt idx="40">
                  <c:v>10:15</c:v>
                </c:pt>
                <c:pt idx="41">
                  <c:v>10:30</c:v>
                </c:pt>
                <c:pt idx="42">
                  <c:v>10:45</c:v>
                </c:pt>
                <c:pt idx="43">
                  <c:v>11:00</c:v>
                </c:pt>
                <c:pt idx="44">
                  <c:v>11:15</c:v>
                </c:pt>
                <c:pt idx="45">
                  <c:v>11:30</c:v>
                </c:pt>
                <c:pt idx="46">
                  <c:v>11:45</c:v>
                </c:pt>
                <c:pt idx="47">
                  <c:v>12:00</c:v>
                </c:pt>
                <c:pt idx="48">
                  <c:v>12:15</c:v>
                </c:pt>
                <c:pt idx="49">
                  <c:v>12:30</c:v>
                </c:pt>
                <c:pt idx="50">
                  <c:v>12:45</c:v>
                </c:pt>
                <c:pt idx="51">
                  <c:v>13:00</c:v>
                </c:pt>
                <c:pt idx="52">
                  <c:v>13:15</c:v>
                </c:pt>
                <c:pt idx="53">
                  <c:v>13:30</c:v>
                </c:pt>
                <c:pt idx="54">
                  <c:v>13:45</c:v>
                </c:pt>
                <c:pt idx="55">
                  <c:v>14:00</c:v>
                </c:pt>
                <c:pt idx="56">
                  <c:v>14:15</c:v>
                </c:pt>
                <c:pt idx="57">
                  <c:v>14:30</c:v>
                </c:pt>
                <c:pt idx="58">
                  <c:v>14:45</c:v>
                </c:pt>
                <c:pt idx="59">
                  <c:v>15:00</c:v>
                </c:pt>
                <c:pt idx="60">
                  <c:v>15:15</c:v>
                </c:pt>
                <c:pt idx="61">
                  <c:v>15:30</c:v>
                </c:pt>
                <c:pt idx="62">
                  <c:v>15:45</c:v>
                </c:pt>
                <c:pt idx="63">
                  <c:v>16:00</c:v>
                </c:pt>
                <c:pt idx="64">
                  <c:v>16:15</c:v>
                </c:pt>
                <c:pt idx="65">
                  <c:v>16:30</c:v>
                </c:pt>
                <c:pt idx="66">
                  <c:v>16:45</c:v>
                </c:pt>
                <c:pt idx="67">
                  <c:v>17:00</c:v>
                </c:pt>
                <c:pt idx="68">
                  <c:v>17:15</c:v>
                </c:pt>
                <c:pt idx="69">
                  <c:v>17:30</c:v>
                </c:pt>
                <c:pt idx="70">
                  <c:v>17:45</c:v>
                </c:pt>
                <c:pt idx="71">
                  <c:v>18:00</c:v>
                </c:pt>
                <c:pt idx="72">
                  <c:v>18:15</c:v>
                </c:pt>
                <c:pt idx="73">
                  <c:v>18:30</c:v>
                </c:pt>
                <c:pt idx="74">
                  <c:v>18:45</c:v>
                </c:pt>
                <c:pt idx="75">
                  <c:v>19:00</c:v>
                </c:pt>
                <c:pt idx="76">
                  <c:v>19:15</c:v>
                </c:pt>
                <c:pt idx="77">
                  <c:v>19:30</c:v>
                </c:pt>
                <c:pt idx="78">
                  <c:v>19:45</c:v>
                </c:pt>
                <c:pt idx="79">
                  <c:v>20:00</c:v>
                </c:pt>
                <c:pt idx="80">
                  <c:v>20:15</c:v>
                </c:pt>
                <c:pt idx="81">
                  <c:v>20:30</c:v>
                </c:pt>
                <c:pt idx="82">
                  <c:v>20:45</c:v>
                </c:pt>
                <c:pt idx="83">
                  <c:v>21:00</c:v>
                </c:pt>
                <c:pt idx="84">
                  <c:v>21:15</c:v>
                </c:pt>
                <c:pt idx="85">
                  <c:v>21:30</c:v>
                </c:pt>
                <c:pt idx="86">
                  <c:v>21:45</c:v>
                </c:pt>
                <c:pt idx="87">
                  <c:v>22:00</c:v>
                </c:pt>
                <c:pt idx="88">
                  <c:v>22:15</c:v>
                </c:pt>
                <c:pt idx="89">
                  <c:v>22:30</c:v>
                </c:pt>
                <c:pt idx="90">
                  <c:v>22:45</c:v>
                </c:pt>
                <c:pt idx="91">
                  <c:v>23:00</c:v>
                </c:pt>
                <c:pt idx="92">
                  <c:v>23:15</c:v>
                </c:pt>
                <c:pt idx="93">
                  <c:v>23:30</c:v>
                </c:pt>
                <c:pt idx="94">
                  <c:v>23:45</c:v>
                </c:pt>
              </c:strCache>
            </c:strRef>
          </c:cat>
          <c:val>
            <c:numRef>
              <c:f>[工作簿4]Sheet1!$B$2:$B$96</c:f>
              <c:numCache>
                <c:formatCode>General</c:formatCode>
                <c:ptCount val="95"/>
                <c:pt idx="0">
                  <c:v>28692</c:v>
                </c:pt>
                <c:pt idx="1">
                  <c:v>28322</c:v>
                </c:pt>
                <c:pt idx="2">
                  <c:v>27528</c:v>
                </c:pt>
                <c:pt idx="3">
                  <c:v>27022</c:v>
                </c:pt>
                <c:pt idx="4">
                  <c:v>26586</c:v>
                </c:pt>
                <c:pt idx="5">
                  <c:v>26384</c:v>
                </c:pt>
                <c:pt idx="6">
                  <c:v>25552</c:v>
                </c:pt>
                <c:pt idx="7">
                  <c:v>25518</c:v>
                </c:pt>
                <c:pt idx="8">
                  <c:v>25350</c:v>
                </c:pt>
                <c:pt idx="9">
                  <c:v>25744</c:v>
                </c:pt>
                <c:pt idx="10">
                  <c:v>25743</c:v>
                </c:pt>
                <c:pt idx="11">
                  <c:v>25556</c:v>
                </c:pt>
                <c:pt idx="12">
                  <c:v>25752</c:v>
                </c:pt>
                <c:pt idx="13">
                  <c:v>25629</c:v>
                </c:pt>
                <c:pt idx="14">
                  <c:v>25634</c:v>
                </c:pt>
                <c:pt idx="15">
                  <c:v>25576</c:v>
                </c:pt>
                <c:pt idx="16">
                  <c:v>26308</c:v>
                </c:pt>
                <c:pt idx="17">
                  <c:v>26160</c:v>
                </c:pt>
                <c:pt idx="18">
                  <c:v>26320</c:v>
                </c:pt>
                <c:pt idx="19">
                  <c:v>26078</c:v>
                </c:pt>
                <c:pt idx="20">
                  <c:v>26736</c:v>
                </c:pt>
                <c:pt idx="21">
                  <c:v>26347</c:v>
                </c:pt>
                <c:pt idx="22">
                  <c:v>26630</c:v>
                </c:pt>
                <c:pt idx="23">
                  <c:v>26252</c:v>
                </c:pt>
                <c:pt idx="24">
                  <c:v>26508</c:v>
                </c:pt>
                <c:pt idx="25">
                  <c:v>27499</c:v>
                </c:pt>
                <c:pt idx="26">
                  <c:v>26861</c:v>
                </c:pt>
                <c:pt idx="27">
                  <c:v>26711</c:v>
                </c:pt>
                <c:pt idx="28">
                  <c:v>25925</c:v>
                </c:pt>
                <c:pt idx="29">
                  <c:v>25736</c:v>
                </c:pt>
                <c:pt idx="30">
                  <c:v>25414</c:v>
                </c:pt>
                <c:pt idx="31">
                  <c:v>25149</c:v>
                </c:pt>
                <c:pt idx="32">
                  <c:v>24557</c:v>
                </c:pt>
                <c:pt idx="33">
                  <c:v>24469</c:v>
                </c:pt>
                <c:pt idx="34">
                  <c:v>24021</c:v>
                </c:pt>
                <c:pt idx="35">
                  <c:v>24526</c:v>
                </c:pt>
                <c:pt idx="36">
                  <c:v>23922</c:v>
                </c:pt>
                <c:pt idx="37">
                  <c:v>23651</c:v>
                </c:pt>
                <c:pt idx="38">
                  <c:v>23049</c:v>
                </c:pt>
                <c:pt idx="39">
                  <c:v>22354</c:v>
                </c:pt>
                <c:pt idx="40">
                  <c:v>21888</c:v>
                </c:pt>
                <c:pt idx="41">
                  <c:v>20847</c:v>
                </c:pt>
                <c:pt idx="42">
                  <c:v>19915</c:v>
                </c:pt>
                <c:pt idx="43">
                  <c:v>19025</c:v>
                </c:pt>
                <c:pt idx="44">
                  <c:v>18163</c:v>
                </c:pt>
                <c:pt idx="45">
                  <c:v>17460</c:v>
                </c:pt>
                <c:pt idx="46">
                  <c:v>16979</c:v>
                </c:pt>
                <c:pt idx="47">
                  <c:v>15961</c:v>
                </c:pt>
                <c:pt idx="48">
                  <c:v>16614</c:v>
                </c:pt>
                <c:pt idx="49">
                  <c:v>16893</c:v>
                </c:pt>
                <c:pt idx="50">
                  <c:v>15121</c:v>
                </c:pt>
                <c:pt idx="51">
                  <c:v>15774</c:v>
                </c:pt>
                <c:pt idx="52">
                  <c:v>16063</c:v>
                </c:pt>
                <c:pt idx="53">
                  <c:v>16713</c:v>
                </c:pt>
                <c:pt idx="54">
                  <c:v>16817</c:v>
                </c:pt>
                <c:pt idx="55">
                  <c:v>16742</c:v>
                </c:pt>
                <c:pt idx="56">
                  <c:v>16043</c:v>
                </c:pt>
                <c:pt idx="57">
                  <c:v>16700</c:v>
                </c:pt>
                <c:pt idx="58">
                  <c:v>16552</c:v>
                </c:pt>
                <c:pt idx="59">
                  <c:v>16495</c:v>
                </c:pt>
                <c:pt idx="60">
                  <c:v>17783</c:v>
                </c:pt>
                <c:pt idx="61">
                  <c:v>18047</c:v>
                </c:pt>
                <c:pt idx="62">
                  <c:v>18505</c:v>
                </c:pt>
                <c:pt idx="63">
                  <c:v>18651</c:v>
                </c:pt>
                <c:pt idx="64">
                  <c:v>19590</c:v>
                </c:pt>
                <c:pt idx="65">
                  <c:v>20334</c:v>
                </c:pt>
                <c:pt idx="66">
                  <c:v>20516</c:v>
                </c:pt>
                <c:pt idx="67">
                  <c:v>20655</c:v>
                </c:pt>
                <c:pt idx="68">
                  <c:v>21058</c:v>
                </c:pt>
                <c:pt idx="69">
                  <c:v>21963</c:v>
                </c:pt>
                <c:pt idx="70">
                  <c:v>23430</c:v>
                </c:pt>
                <c:pt idx="71">
                  <c:v>24642</c:v>
                </c:pt>
                <c:pt idx="72">
                  <c:v>26091</c:v>
                </c:pt>
                <c:pt idx="73">
                  <c:v>26692</c:v>
                </c:pt>
                <c:pt idx="74">
                  <c:v>27957</c:v>
                </c:pt>
                <c:pt idx="75">
                  <c:v>28372</c:v>
                </c:pt>
                <c:pt idx="76">
                  <c:v>28728</c:v>
                </c:pt>
                <c:pt idx="77">
                  <c:v>28926</c:v>
                </c:pt>
                <c:pt idx="78">
                  <c:v>28681</c:v>
                </c:pt>
                <c:pt idx="79">
                  <c:v>28165</c:v>
                </c:pt>
                <c:pt idx="80">
                  <c:v>27133</c:v>
                </c:pt>
                <c:pt idx="81">
                  <c:v>27059</c:v>
                </c:pt>
                <c:pt idx="82">
                  <c:v>26902</c:v>
                </c:pt>
                <c:pt idx="83">
                  <c:v>26120</c:v>
                </c:pt>
                <c:pt idx="84">
                  <c:v>25403</c:v>
                </c:pt>
                <c:pt idx="85">
                  <c:v>25797</c:v>
                </c:pt>
                <c:pt idx="86">
                  <c:v>25804</c:v>
                </c:pt>
                <c:pt idx="87">
                  <c:v>25335</c:v>
                </c:pt>
                <c:pt idx="88">
                  <c:v>24083</c:v>
                </c:pt>
                <c:pt idx="89">
                  <c:v>23564</c:v>
                </c:pt>
                <c:pt idx="90">
                  <c:v>22518</c:v>
                </c:pt>
                <c:pt idx="91">
                  <c:v>21907</c:v>
                </c:pt>
                <c:pt idx="92">
                  <c:v>21031</c:v>
                </c:pt>
                <c:pt idx="93">
                  <c:v>20982</c:v>
                </c:pt>
                <c:pt idx="94">
                  <c:v>20333</c:v>
                </c:pt>
              </c:numCache>
            </c:numRef>
          </c:val>
          <c:extLst>
            <c:ext xmlns:c16="http://schemas.microsoft.com/office/drawing/2014/chart" uri="{C3380CC4-5D6E-409C-BE32-E72D297353CC}">
              <c16:uniqueId val="{00000000-6AC9-4372-8429-24DFF4A7CFEA}"/>
            </c:ext>
          </c:extLst>
        </c:ser>
        <c:ser>
          <c:idx val="2"/>
          <c:order val="2"/>
          <c:tx>
            <c:strRef>
              <c:f>[工作簿4]Sheet1!$D$1</c:f>
              <c:strCache>
                <c:ptCount val="1"/>
                <c:pt idx="0">
                  <c:v>bid_space_corrected</c:v>
                </c:pt>
              </c:strCache>
            </c:strRef>
          </c:tx>
          <c:spPr>
            <a:solidFill>
              <a:srgbClr val="F2BA02"/>
            </a:solidFill>
            <a:ln>
              <a:noFill/>
            </a:ln>
            <a:effectLst/>
          </c:spPr>
          <c:invertIfNegative val="0"/>
          <c:cat>
            <c:strRef>
              <c:f>[工作簿4]Sheet1!$A$2:$A$96</c:f>
              <c:strCache>
                <c:ptCount val="95"/>
                <c:pt idx="0">
                  <c:v>00:15</c:v>
                </c:pt>
                <c:pt idx="1">
                  <c:v>00:30</c:v>
                </c:pt>
                <c:pt idx="2">
                  <c:v>00:45</c:v>
                </c:pt>
                <c:pt idx="3">
                  <c:v>01:00</c:v>
                </c:pt>
                <c:pt idx="4">
                  <c:v>01:15</c:v>
                </c:pt>
                <c:pt idx="5">
                  <c:v>01:30</c:v>
                </c:pt>
                <c:pt idx="6">
                  <c:v>01:45</c:v>
                </c:pt>
                <c:pt idx="7">
                  <c:v>02:00</c:v>
                </c:pt>
                <c:pt idx="8">
                  <c:v>02:15</c:v>
                </c:pt>
                <c:pt idx="9">
                  <c:v>02:30</c:v>
                </c:pt>
                <c:pt idx="10">
                  <c:v>02:45</c:v>
                </c:pt>
                <c:pt idx="11">
                  <c:v>03:00</c:v>
                </c:pt>
                <c:pt idx="12">
                  <c:v>03:15</c:v>
                </c:pt>
                <c:pt idx="13">
                  <c:v>03:30</c:v>
                </c:pt>
                <c:pt idx="14">
                  <c:v>03:45</c:v>
                </c:pt>
                <c:pt idx="15">
                  <c:v>04:00</c:v>
                </c:pt>
                <c:pt idx="16">
                  <c:v>04:15</c:v>
                </c:pt>
                <c:pt idx="17">
                  <c:v>04:30</c:v>
                </c:pt>
                <c:pt idx="18">
                  <c:v>04:45</c:v>
                </c:pt>
                <c:pt idx="19">
                  <c:v>05:00</c:v>
                </c:pt>
                <c:pt idx="20">
                  <c:v>05:15</c:v>
                </c:pt>
                <c:pt idx="21">
                  <c:v>05:30</c:v>
                </c:pt>
                <c:pt idx="22">
                  <c:v>05:45</c:v>
                </c:pt>
                <c:pt idx="23">
                  <c:v>06:00</c:v>
                </c:pt>
                <c:pt idx="24">
                  <c:v>06:15</c:v>
                </c:pt>
                <c:pt idx="25">
                  <c:v>06:30</c:v>
                </c:pt>
                <c:pt idx="26">
                  <c:v>06:45</c:v>
                </c:pt>
                <c:pt idx="27">
                  <c:v>07:00</c:v>
                </c:pt>
                <c:pt idx="28">
                  <c:v>07:15</c:v>
                </c:pt>
                <c:pt idx="29">
                  <c:v>07:30</c:v>
                </c:pt>
                <c:pt idx="30">
                  <c:v>07:45</c:v>
                </c:pt>
                <c:pt idx="31">
                  <c:v>08:00</c:v>
                </c:pt>
                <c:pt idx="32">
                  <c:v>08:15</c:v>
                </c:pt>
                <c:pt idx="33">
                  <c:v>08:30</c:v>
                </c:pt>
                <c:pt idx="34">
                  <c:v>08:45</c:v>
                </c:pt>
                <c:pt idx="35">
                  <c:v>09:00</c:v>
                </c:pt>
                <c:pt idx="36">
                  <c:v>09:15</c:v>
                </c:pt>
                <c:pt idx="37">
                  <c:v>09:30</c:v>
                </c:pt>
                <c:pt idx="38">
                  <c:v>09:45</c:v>
                </c:pt>
                <c:pt idx="39">
                  <c:v>10:00</c:v>
                </c:pt>
                <c:pt idx="40">
                  <c:v>10:15</c:v>
                </c:pt>
                <c:pt idx="41">
                  <c:v>10:30</c:v>
                </c:pt>
                <c:pt idx="42">
                  <c:v>10:45</c:v>
                </c:pt>
                <c:pt idx="43">
                  <c:v>11:00</c:v>
                </c:pt>
                <c:pt idx="44">
                  <c:v>11:15</c:v>
                </c:pt>
                <c:pt idx="45">
                  <c:v>11:30</c:v>
                </c:pt>
                <c:pt idx="46">
                  <c:v>11:45</c:v>
                </c:pt>
                <c:pt idx="47">
                  <c:v>12:00</c:v>
                </c:pt>
                <c:pt idx="48">
                  <c:v>12:15</c:v>
                </c:pt>
                <c:pt idx="49">
                  <c:v>12:30</c:v>
                </c:pt>
                <c:pt idx="50">
                  <c:v>12:45</c:v>
                </c:pt>
                <c:pt idx="51">
                  <c:v>13:00</c:v>
                </c:pt>
                <c:pt idx="52">
                  <c:v>13:15</c:v>
                </c:pt>
                <c:pt idx="53">
                  <c:v>13:30</c:v>
                </c:pt>
                <c:pt idx="54">
                  <c:v>13:45</c:v>
                </c:pt>
                <c:pt idx="55">
                  <c:v>14:00</c:v>
                </c:pt>
                <c:pt idx="56">
                  <c:v>14:15</c:v>
                </c:pt>
                <c:pt idx="57">
                  <c:v>14:30</c:v>
                </c:pt>
                <c:pt idx="58">
                  <c:v>14:45</c:v>
                </c:pt>
                <c:pt idx="59">
                  <c:v>15:00</c:v>
                </c:pt>
                <c:pt idx="60">
                  <c:v>15:15</c:v>
                </c:pt>
                <c:pt idx="61">
                  <c:v>15:30</c:v>
                </c:pt>
                <c:pt idx="62">
                  <c:v>15:45</c:v>
                </c:pt>
                <c:pt idx="63">
                  <c:v>16:00</c:v>
                </c:pt>
                <c:pt idx="64">
                  <c:v>16:15</c:v>
                </c:pt>
                <c:pt idx="65">
                  <c:v>16:30</c:v>
                </c:pt>
                <c:pt idx="66">
                  <c:v>16:45</c:v>
                </c:pt>
                <c:pt idx="67">
                  <c:v>17:00</c:v>
                </c:pt>
                <c:pt idx="68">
                  <c:v>17:15</c:v>
                </c:pt>
                <c:pt idx="69">
                  <c:v>17:30</c:v>
                </c:pt>
                <c:pt idx="70">
                  <c:v>17:45</c:v>
                </c:pt>
                <c:pt idx="71">
                  <c:v>18:00</c:v>
                </c:pt>
                <c:pt idx="72">
                  <c:v>18:15</c:v>
                </c:pt>
                <c:pt idx="73">
                  <c:v>18:30</c:v>
                </c:pt>
                <c:pt idx="74">
                  <c:v>18:45</c:v>
                </c:pt>
                <c:pt idx="75">
                  <c:v>19:00</c:v>
                </c:pt>
                <c:pt idx="76">
                  <c:v>19:15</c:v>
                </c:pt>
                <c:pt idx="77">
                  <c:v>19:30</c:v>
                </c:pt>
                <c:pt idx="78">
                  <c:v>19:45</c:v>
                </c:pt>
                <c:pt idx="79">
                  <c:v>20:00</c:v>
                </c:pt>
                <c:pt idx="80">
                  <c:v>20:15</c:v>
                </c:pt>
                <c:pt idx="81">
                  <c:v>20:30</c:v>
                </c:pt>
                <c:pt idx="82">
                  <c:v>20:45</c:v>
                </c:pt>
                <c:pt idx="83">
                  <c:v>21:00</c:v>
                </c:pt>
                <c:pt idx="84">
                  <c:v>21:15</c:v>
                </c:pt>
                <c:pt idx="85">
                  <c:v>21:30</c:v>
                </c:pt>
                <c:pt idx="86">
                  <c:v>21:45</c:v>
                </c:pt>
                <c:pt idx="87">
                  <c:v>22:00</c:v>
                </c:pt>
                <c:pt idx="88">
                  <c:v>22:15</c:v>
                </c:pt>
                <c:pt idx="89">
                  <c:v>22:30</c:v>
                </c:pt>
                <c:pt idx="90">
                  <c:v>22:45</c:v>
                </c:pt>
                <c:pt idx="91">
                  <c:v>23:00</c:v>
                </c:pt>
                <c:pt idx="92">
                  <c:v>23:15</c:v>
                </c:pt>
                <c:pt idx="93">
                  <c:v>23:30</c:v>
                </c:pt>
                <c:pt idx="94">
                  <c:v>23:45</c:v>
                </c:pt>
              </c:strCache>
            </c:strRef>
          </c:cat>
          <c:val>
            <c:numRef>
              <c:f>[工作簿4]Sheet1!$D$2:$D$96</c:f>
              <c:numCache>
                <c:formatCode>General</c:formatCode>
                <c:ptCount val="95"/>
                <c:pt idx="0">
                  <c:v>27746.863000000001</c:v>
                </c:pt>
                <c:pt idx="1">
                  <c:v>27252.371999999999</c:v>
                </c:pt>
                <c:pt idx="2">
                  <c:v>26334.25</c:v>
                </c:pt>
                <c:pt idx="3">
                  <c:v>26055.75</c:v>
                </c:pt>
                <c:pt idx="4">
                  <c:v>25532.248</c:v>
                </c:pt>
                <c:pt idx="5">
                  <c:v>25578.748</c:v>
                </c:pt>
                <c:pt idx="6">
                  <c:v>24924.5</c:v>
                </c:pt>
                <c:pt idx="7">
                  <c:v>24999.5</c:v>
                </c:pt>
                <c:pt idx="8">
                  <c:v>25195.8</c:v>
                </c:pt>
                <c:pt idx="9">
                  <c:v>26214</c:v>
                </c:pt>
                <c:pt idx="10">
                  <c:v>26062.75</c:v>
                </c:pt>
                <c:pt idx="11">
                  <c:v>25796.375</c:v>
                </c:pt>
                <c:pt idx="12">
                  <c:v>26109.456999999999</c:v>
                </c:pt>
                <c:pt idx="13">
                  <c:v>26229.15</c:v>
                </c:pt>
                <c:pt idx="14">
                  <c:v>26439</c:v>
                </c:pt>
                <c:pt idx="15">
                  <c:v>26911</c:v>
                </c:pt>
                <c:pt idx="16">
                  <c:v>27770.582999999999</c:v>
                </c:pt>
                <c:pt idx="17">
                  <c:v>27069.616000000002</c:v>
                </c:pt>
                <c:pt idx="18">
                  <c:v>26777.034</c:v>
                </c:pt>
                <c:pt idx="19">
                  <c:v>26504.5</c:v>
                </c:pt>
                <c:pt idx="20">
                  <c:v>26963.771000000001</c:v>
                </c:pt>
                <c:pt idx="21">
                  <c:v>26842.598999999998</c:v>
                </c:pt>
                <c:pt idx="22">
                  <c:v>27467</c:v>
                </c:pt>
                <c:pt idx="23">
                  <c:v>26790.996999999999</c:v>
                </c:pt>
                <c:pt idx="24">
                  <c:v>26208.037</c:v>
                </c:pt>
                <c:pt idx="25">
                  <c:v>27142.219000000001</c:v>
                </c:pt>
                <c:pt idx="26">
                  <c:v>26431</c:v>
                </c:pt>
                <c:pt idx="27">
                  <c:v>26367.903999999999</c:v>
                </c:pt>
                <c:pt idx="28">
                  <c:v>25271.511999999999</c:v>
                </c:pt>
                <c:pt idx="29">
                  <c:v>25130.902999999998</c:v>
                </c:pt>
                <c:pt idx="30">
                  <c:v>24858.954000000002</c:v>
                </c:pt>
                <c:pt idx="31">
                  <c:v>24780.298999999999</c:v>
                </c:pt>
                <c:pt idx="32">
                  <c:v>23817.155999999999</c:v>
                </c:pt>
                <c:pt idx="33">
                  <c:v>23589.243999999999</c:v>
                </c:pt>
                <c:pt idx="34">
                  <c:v>22978.137999999999</c:v>
                </c:pt>
                <c:pt idx="35">
                  <c:v>23339.397990000001</c:v>
                </c:pt>
                <c:pt idx="36">
                  <c:v>23167.223999999998</c:v>
                </c:pt>
                <c:pt idx="37">
                  <c:v>23509.803</c:v>
                </c:pt>
                <c:pt idx="38">
                  <c:v>23027.805</c:v>
                </c:pt>
                <c:pt idx="39">
                  <c:v>22724.956999999999</c:v>
                </c:pt>
                <c:pt idx="40">
                  <c:v>22442.991996000001</c:v>
                </c:pt>
                <c:pt idx="41">
                  <c:v>22069.742999999999</c:v>
                </c:pt>
                <c:pt idx="42">
                  <c:v>21417.665000000001</c:v>
                </c:pt>
                <c:pt idx="43">
                  <c:v>21145</c:v>
                </c:pt>
                <c:pt idx="44">
                  <c:v>20645.251</c:v>
                </c:pt>
                <c:pt idx="45">
                  <c:v>20817</c:v>
                </c:pt>
                <c:pt idx="46">
                  <c:v>21074.973044999999</c:v>
                </c:pt>
                <c:pt idx="47">
                  <c:v>20817.428065</c:v>
                </c:pt>
                <c:pt idx="48">
                  <c:v>22425.955299000001</c:v>
                </c:pt>
                <c:pt idx="49">
                  <c:v>23419.98703</c:v>
                </c:pt>
                <c:pt idx="50">
                  <c:v>21925.636999999999</c:v>
                </c:pt>
                <c:pt idx="51">
                  <c:v>22933.651999999998</c:v>
                </c:pt>
                <c:pt idx="52">
                  <c:v>23659</c:v>
                </c:pt>
                <c:pt idx="53">
                  <c:v>24384</c:v>
                </c:pt>
                <c:pt idx="54">
                  <c:v>24514.094000000001</c:v>
                </c:pt>
                <c:pt idx="55">
                  <c:v>24444.304</c:v>
                </c:pt>
                <c:pt idx="56">
                  <c:v>23836.168000000001</c:v>
                </c:pt>
                <c:pt idx="57">
                  <c:v>24525.794000000002</c:v>
                </c:pt>
                <c:pt idx="58">
                  <c:v>24277.937000000002</c:v>
                </c:pt>
                <c:pt idx="59">
                  <c:v>23985.988000000001</c:v>
                </c:pt>
                <c:pt idx="60">
                  <c:v>24711.288</c:v>
                </c:pt>
                <c:pt idx="61">
                  <c:v>24374.268</c:v>
                </c:pt>
                <c:pt idx="62">
                  <c:v>24012.710999999999</c:v>
                </c:pt>
                <c:pt idx="63">
                  <c:v>22625.473999999998</c:v>
                </c:pt>
                <c:pt idx="64">
                  <c:v>21788</c:v>
                </c:pt>
                <c:pt idx="65">
                  <c:v>21234</c:v>
                </c:pt>
                <c:pt idx="66">
                  <c:v>20616</c:v>
                </c:pt>
                <c:pt idx="67">
                  <c:v>20368.272000000001</c:v>
                </c:pt>
                <c:pt idx="68">
                  <c:v>20085.833999999999</c:v>
                </c:pt>
                <c:pt idx="69">
                  <c:v>19816.938999999998</c:v>
                </c:pt>
                <c:pt idx="70">
                  <c:v>20338.129000000001</c:v>
                </c:pt>
                <c:pt idx="71">
                  <c:v>20912.154999999999</c:v>
                </c:pt>
                <c:pt idx="72">
                  <c:v>21276.591</c:v>
                </c:pt>
                <c:pt idx="73">
                  <c:v>21094.774000000001</c:v>
                </c:pt>
                <c:pt idx="74">
                  <c:v>22074</c:v>
                </c:pt>
                <c:pt idx="75">
                  <c:v>21995</c:v>
                </c:pt>
                <c:pt idx="76">
                  <c:v>21809.5</c:v>
                </c:pt>
                <c:pt idx="77">
                  <c:v>22091</c:v>
                </c:pt>
                <c:pt idx="78">
                  <c:v>22074.302</c:v>
                </c:pt>
                <c:pt idx="79">
                  <c:v>21703.513999999999</c:v>
                </c:pt>
                <c:pt idx="80">
                  <c:v>20924.259999999998</c:v>
                </c:pt>
                <c:pt idx="81">
                  <c:v>21147.416000000001</c:v>
                </c:pt>
                <c:pt idx="82">
                  <c:v>21270.504000000001</c:v>
                </c:pt>
                <c:pt idx="83">
                  <c:v>20756.774000000001</c:v>
                </c:pt>
                <c:pt idx="84">
                  <c:v>20363.930981000001</c:v>
                </c:pt>
                <c:pt idx="85">
                  <c:v>21087.962978</c:v>
                </c:pt>
                <c:pt idx="86">
                  <c:v>21468.937000000002</c:v>
                </c:pt>
                <c:pt idx="87">
                  <c:v>21386.038</c:v>
                </c:pt>
                <c:pt idx="88">
                  <c:v>20771</c:v>
                </c:pt>
                <c:pt idx="89">
                  <c:v>21439</c:v>
                </c:pt>
                <c:pt idx="90">
                  <c:v>20783</c:v>
                </c:pt>
                <c:pt idx="91">
                  <c:v>20141</c:v>
                </c:pt>
                <c:pt idx="92">
                  <c:v>19127</c:v>
                </c:pt>
                <c:pt idx="93">
                  <c:v>19083</c:v>
                </c:pt>
                <c:pt idx="94">
                  <c:v>18944</c:v>
                </c:pt>
              </c:numCache>
            </c:numRef>
          </c:val>
          <c:extLst>
            <c:ext xmlns:c16="http://schemas.microsoft.com/office/drawing/2014/chart" uri="{C3380CC4-5D6E-409C-BE32-E72D297353CC}">
              <c16:uniqueId val="{00000001-6AC9-4372-8429-24DFF4A7CFEA}"/>
            </c:ext>
          </c:extLst>
        </c:ser>
        <c:dLbls>
          <c:showLegendKey val="0"/>
          <c:showVal val="0"/>
          <c:showCatName val="0"/>
          <c:showSerName val="0"/>
          <c:showPercent val="0"/>
          <c:showBubbleSize val="0"/>
        </c:dLbls>
        <c:gapWidth val="219"/>
        <c:overlap val="-27"/>
        <c:axId val="334110349"/>
        <c:axId val="114653995"/>
        <c:extLst>
          <c:ext xmlns:c15="http://schemas.microsoft.com/office/drawing/2012/chart" uri="{02D57815-91ED-43cb-92C2-25804820EDAC}">
            <c15:filteredBarSeries>
              <c15:ser>
                <c:idx val="1"/>
                <c:order val="1"/>
                <c:tx>
                  <c:strRef>
                    <c:extLst>
                      <c:ext uri="{02D57815-91ED-43cb-92C2-25804820EDAC}">
                        <c15:formulaRef>
                          <c15:sqref>[工作簿4]Sheet1!$C$1</c15:sqref>
                        </c15:formulaRef>
                      </c:ext>
                    </c:extLst>
                    <c:strCache>
                      <c:ptCount val="1"/>
                      <c:pt idx="0">
                        <c:v>storage_total_output</c:v>
                      </c:pt>
                    </c:strCache>
                  </c:strRef>
                </c:tx>
                <c:spPr>
                  <a:solidFill>
                    <a:srgbClr val="EE822F"/>
                  </a:solidFill>
                  <a:ln>
                    <a:noFill/>
                  </a:ln>
                  <a:effectLst/>
                </c:spPr>
                <c:invertIfNegative val="0"/>
                <c:cat>
                  <c:strRef>
                    <c:extLst>
                      <c:ext uri="{02D57815-91ED-43cb-92C2-25804820EDAC}">
                        <c15:formulaRef>
                          <c15:sqref>[工作簿4]Sheet1!$A$2:$A$96</c15:sqref>
                        </c15:formulaRef>
                      </c:ext>
                    </c:extLst>
                    <c:strCache>
                      <c:ptCount val="95"/>
                      <c:pt idx="0">
                        <c:v>00:15</c:v>
                      </c:pt>
                      <c:pt idx="1">
                        <c:v>00:30</c:v>
                      </c:pt>
                      <c:pt idx="2">
                        <c:v>00:45</c:v>
                      </c:pt>
                      <c:pt idx="3">
                        <c:v>01:00</c:v>
                      </c:pt>
                      <c:pt idx="4">
                        <c:v>01:15</c:v>
                      </c:pt>
                      <c:pt idx="5">
                        <c:v>01:30</c:v>
                      </c:pt>
                      <c:pt idx="6">
                        <c:v>01:45</c:v>
                      </c:pt>
                      <c:pt idx="7">
                        <c:v>02:00</c:v>
                      </c:pt>
                      <c:pt idx="8">
                        <c:v>02:15</c:v>
                      </c:pt>
                      <c:pt idx="9">
                        <c:v>02:30</c:v>
                      </c:pt>
                      <c:pt idx="10">
                        <c:v>02:45</c:v>
                      </c:pt>
                      <c:pt idx="11">
                        <c:v>03:00</c:v>
                      </c:pt>
                      <c:pt idx="12">
                        <c:v>03:15</c:v>
                      </c:pt>
                      <c:pt idx="13">
                        <c:v>03:30</c:v>
                      </c:pt>
                      <c:pt idx="14">
                        <c:v>03:45</c:v>
                      </c:pt>
                      <c:pt idx="15">
                        <c:v>04:00</c:v>
                      </c:pt>
                      <c:pt idx="16">
                        <c:v>04:15</c:v>
                      </c:pt>
                      <c:pt idx="17">
                        <c:v>04:30</c:v>
                      </c:pt>
                      <c:pt idx="18">
                        <c:v>04:45</c:v>
                      </c:pt>
                      <c:pt idx="19">
                        <c:v>05:00</c:v>
                      </c:pt>
                      <c:pt idx="20">
                        <c:v>05:15</c:v>
                      </c:pt>
                      <c:pt idx="21">
                        <c:v>05:30</c:v>
                      </c:pt>
                      <c:pt idx="22">
                        <c:v>05:45</c:v>
                      </c:pt>
                      <c:pt idx="23">
                        <c:v>06:00</c:v>
                      </c:pt>
                      <c:pt idx="24">
                        <c:v>06:15</c:v>
                      </c:pt>
                      <c:pt idx="25">
                        <c:v>06:30</c:v>
                      </c:pt>
                      <c:pt idx="26">
                        <c:v>06:45</c:v>
                      </c:pt>
                      <c:pt idx="27">
                        <c:v>07:00</c:v>
                      </c:pt>
                      <c:pt idx="28">
                        <c:v>07:15</c:v>
                      </c:pt>
                      <c:pt idx="29">
                        <c:v>07:30</c:v>
                      </c:pt>
                      <c:pt idx="30">
                        <c:v>07:45</c:v>
                      </c:pt>
                      <c:pt idx="31">
                        <c:v>08:00</c:v>
                      </c:pt>
                      <c:pt idx="32">
                        <c:v>08:15</c:v>
                      </c:pt>
                      <c:pt idx="33">
                        <c:v>08:30</c:v>
                      </c:pt>
                      <c:pt idx="34">
                        <c:v>08:45</c:v>
                      </c:pt>
                      <c:pt idx="35">
                        <c:v>09:00</c:v>
                      </c:pt>
                      <c:pt idx="36">
                        <c:v>09:15</c:v>
                      </c:pt>
                      <c:pt idx="37">
                        <c:v>09:30</c:v>
                      </c:pt>
                      <c:pt idx="38">
                        <c:v>09:45</c:v>
                      </c:pt>
                      <c:pt idx="39">
                        <c:v>10:00</c:v>
                      </c:pt>
                      <c:pt idx="40">
                        <c:v>10:15</c:v>
                      </c:pt>
                      <c:pt idx="41">
                        <c:v>10:30</c:v>
                      </c:pt>
                      <c:pt idx="42">
                        <c:v>10:45</c:v>
                      </c:pt>
                      <c:pt idx="43">
                        <c:v>11:00</c:v>
                      </c:pt>
                      <c:pt idx="44">
                        <c:v>11:15</c:v>
                      </c:pt>
                      <c:pt idx="45">
                        <c:v>11:30</c:v>
                      </c:pt>
                      <c:pt idx="46">
                        <c:v>11:45</c:v>
                      </c:pt>
                      <c:pt idx="47">
                        <c:v>12:00</c:v>
                      </c:pt>
                      <c:pt idx="48">
                        <c:v>12:15</c:v>
                      </c:pt>
                      <c:pt idx="49">
                        <c:v>12:30</c:v>
                      </c:pt>
                      <c:pt idx="50">
                        <c:v>12:45</c:v>
                      </c:pt>
                      <c:pt idx="51">
                        <c:v>13:00</c:v>
                      </c:pt>
                      <c:pt idx="52">
                        <c:v>13:15</c:v>
                      </c:pt>
                      <c:pt idx="53">
                        <c:v>13:30</c:v>
                      </c:pt>
                      <c:pt idx="54">
                        <c:v>13:45</c:v>
                      </c:pt>
                      <c:pt idx="55">
                        <c:v>14:00</c:v>
                      </c:pt>
                      <c:pt idx="56">
                        <c:v>14:15</c:v>
                      </c:pt>
                      <c:pt idx="57">
                        <c:v>14:30</c:v>
                      </c:pt>
                      <c:pt idx="58">
                        <c:v>14:45</c:v>
                      </c:pt>
                      <c:pt idx="59">
                        <c:v>15:00</c:v>
                      </c:pt>
                      <c:pt idx="60">
                        <c:v>15:15</c:v>
                      </c:pt>
                      <c:pt idx="61">
                        <c:v>15:30</c:v>
                      </c:pt>
                      <c:pt idx="62">
                        <c:v>15:45</c:v>
                      </c:pt>
                      <c:pt idx="63">
                        <c:v>16:00</c:v>
                      </c:pt>
                      <c:pt idx="64">
                        <c:v>16:15</c:v>
                      </c:pt>
                      <c:pt idx="65">
                        <c:v>16:30</c:v>
                      </c:pt>
                      <c:pt idx="66">
                        <c:v>16:45</c:v>
                      </c:pt>
                      <c:pt idx="67">
                        <c:v>17:00</c:v>
                      </c:pt>
                      <c:pt idx="68">
                        <c:v>17:15</c:v>
                      </c:pt>
                      <c:pt idx="69">
                        <c:v>17:30</c:v>
                      </c:pt>
                      <c:pt idx="70">
                        <c:v>17:45</c:v>
                      </c:pt>
                      <c:pt idx="71">
                        <c:v>18:00</c:v>
                      </c:pt>
                      <c:pt idx="72">
                        <c:v>18:15</c:v>
                      </c:pt>
                      <c:pt idx="73">
                        <c:v>18:30</c:v>
                      </c:pt>
                      <c:pt idx="74">
                        <c:v>18:45</c:v>
                      </c:pt>
                      <c:pt idx="75">
                        <c:v>19:00</c:v>
                      </c:pt>
                      <c:pt idx="76">
                        <c:v>19:15</c:v>
                      </c:pt>
                      <c:pt idx="77">
                        <c:v>19:30</c:v>
                      </c:pt>
                      <c:pt idx="78">
                        <c:v>19:45</c:v>
                      </c:pt>
                      <c:pt idx="79">
                        <c:v>20:00</c:v>
                      </c:pt>
                      <c:pt idx="80">
                        <c:v>20:15</c:v>
                      </c:pt>
                      <c:pt idx="81">
                        <c:v>20:30</c:v>
                      </c:pt>
                      <c:pt idx="82">
                        <c:v>20:45</c:v>
                      </c:pt>
                      <c:pt idx="83">
                        <c:v>21:00</c:v>
                      </c:pt>
                      <c:pt idx="84">
                        <c:v>21:15</c:v>
                      </c:pt>
                      <c:pt idx="85">
                        <c:v>21:30</c:v>
                      </c:pt>
                      <c:pt idx="86">
                        <c:v>21:45</c:v>
                      </c:pt>
                      <c:pt idx="87">
                        <c:v>22:00</c:v>
                      </c:pt>
                      <c:pt idx="88">
                        <c:v>22:15</c:v>
                      </c:pt>
                      <c:pt idx="89">
                        <c:v>22:30</c:v>
                      </c:pt>
                      <c:pt idx="90">
                        <c:v>22:45</c:v>
                      </c:pt>
                      <c:pt idx="91">
                        <c:v>23:00</c:v>
                      </c:pt>
                      <c:pt idx="92">
                        <c:v>23:15</c:v>
                      </c:pt>
                      <c:pt idx="93">
                        <c:v>23:30</c:v>
                      </c:pt>
                      <c:pt idx="94">
                        <c:v>23:45</c:v>
                      </c:pt>
                    </c:strCache>
                  </c:strRef>
                </c:cat>
                <c:val>
                  <c:numRef>
                    <c:extLst>
                      <c:ext uri="{02D57815-91ED-43cb-92C2-25804820EDAC}">
                        <c15:formulaRef>
                          <c15:sqref>{945.137,1069.628,1193.75,966.25,1053.752,805.252,627.5,518.5,154.2,-470,-319.75,-240.375,-357.457,-600.15,-805,-1335,-1462.583,-909.616,-457.034,-426.5,-227.771,-495.599,-837,-538.997,299.963,356.781,430,343.096,653.488,605.097,555.046,368.701,739.844,879.756,1042.862,1186.60201,754.776,141.197,21.195,-370.957,-554.991996,-1222.743,-1502.665,-2120,-2482.251,-3357,-4095.973045,-4856.428065,-5811.955299,-6526.98703,-6804.637,-7159.652,-7596,-7671,-7697.094,-7702.304,-7793.168,-7825.794,-7725.937,-7490.988,-6928.288,-6327.268,-5507.711,-3974.474,-2198,-900,-100,286.728,972.166,2146.061,3091.871,3729.845,4814.409,5597.226,5883,6377,6918.5,6835,6606.698,6461.486,6208.74,5911.584,5631.496,5363.226,5039.069019,4709.037022,4335.063,3948.962,3312,2125,1735,1766,1904,1899,1389}</c15:sqref>
                        </c15:formulaRef>
                      </c:ext>
                    </c:extLst>
                    <c:numCache>
                      <c:formatCode>General</c:formatCode>
                      <c:ptCount val="95"/>
                      <c:pt idx="0">
                        <c:v>945.13699999999994</c:v>
                      </c:pt>
                      <c:pt idx="1">
                        <c:v>1069.6279999999999</c:v>
                      </c:pt>
                      <c:pt idx="2">
                        <c:v>1193.75</c:v>
                      </c:pt>
                      <c:pt idx="3">
                        <c:v>966.25</c:v>
                      </c:pt>
                      <c:pt idx="4">
                        <c:v>1053.752</c:v>
                      </c:pt>
                      <c:pt idx="5">
                        <c:v>805.25199999999995</c:v>
                      </c:pt>
                      <c:pt idx="6">
                        <c:v>627.5</c:v>
                      </c:pt>
                      <c:pt idx="7">
                        <c:v>518.5</c:v>
                      </c:pt>
                      <c:pt idx="8">
                        <c:v>154.19999999999999</c:v>
                      </c:pt>
                      <c:pt idx="9">
                        <c:v>-470</c:v>
                      </c:pt>
                      <c:pt idx="10">
                        <c:v>-319.75</c:v>
                      </c:pt>
                      <c:pt idx="11">
                        <c:v>-240.375</c:v>
                      </c:pt>
                      <c:pt idx="12">
                        <c:v>-357.45699999999999</c:v>
                      </c:pt>
                      <c:pt idx="13">
                        <c:v>-600.15</c:v>
                      </c:pt>
                      <c:pt idx="14">
                        <c:v>-805</c:v>
                      </c:pt>
                      <c:pt idx="15">
                        <c:v>-1335</c:v>
                      </c:pt>
                      <c:pt idx="16">
                        <c:v>-1462.5830000000001</c:v>
                      </c:pt>
                      <c:pt idx="17">
                        <c:v>-909.61599999999999</c:v>
                      </c:pt>
                      <c:pt idx="18">
                        <c:v>-457.03399999999999</c:v>
                      </c:pt>
                      <c:pt idx="19">
                        <c:v>-426.5</c:v>
                      </c:pt>
                      <c:pt idx="20">
                        <c:v>-227.77099999999999</c:v>
                      </c:pt>
                      <c:pt idx="21">
                        <c:v>-495.59899999999999</c:v>
                      </c:pt>
                      <c:pt idx="22">
                        <c:v>-837</c:v>
                      </c:pt>
                      <c:pt idx="23">
                        <c:v>-538.99699999999996</c:v>
                      </c:pt>
                      <c:pt idx="24">
                        <c:v>299.96300000000002</c:v>
                      </c:pt>
                      <c:pt idx="25">
                        <c:v>356.78100000000001</c:v>
                      </c:pt>
                      <c:pt idx="26">
                        <c:v>430</c:v>
                      </c:pt>
                      <c:pt idx="27">
                        <c:v>343.096</c:v>
                      </c:pt>
                      <c:pt idx="28">
                        <c:v>653.48800000000006</c:v>
                      </c:pt>
                      <c:pt idx="29">
                        <c:v>605.09699999999998</c:v>
                      </c:pt>
                      <c:pt idx="30">
                        <c:v>555.04600000000005</c:v>
                      </c:pt>
                      <c:pt idx="31">
                        <c:v>368.70100000000002</c:v>
                      </c:pt>
                      <c:pt idx="32">
                        <c:v>739.84400000000005</c:v>
                      </c:pt>
                      <c:pt idx="33">
                        <c:v>879.75599999999997</c:v>
                      </c:pt>
                      <c:pt idx="34">
                        <c:v>1042.8620000000001</c:v>
                      </c:pt>
                      <c:pt idx="35">
                        <c:v>1186.6020100000001</c:v>
                      </c:pt>
                      <c:pt idx="36">
                        <c:v>754.77599999999995</c:v>
                      </c:pt>
                      <c:pt idx="37">
                        <c:v>141.197</c:v>
                      </c:pt>
                      <c:pt idx="38">
                        <c:v>21.195</c:v>
                      </c:pt>
                      <c:pt idx="39">
                        <c:v>-370.95699999999999</c:v>
                      </c:pt>
                      <c:pt idx="40">
                        <c:v>-554.99199599999997</c:v>
                      </c:pt>
                      <c:pt idx="41">
                        <c:v>-1222.7429999999999</c:v>
                      </c:pt>
                      <c:pt idx="42">
                        <c:v>-1502.665</c:v>
                      </c:pt>
                      <c:pt idx="43">
                        <c:v>-2120</c:v>
                      </c:pt>
                      <c:pt idx="44">
                        <c:v>-2482.2510000000002</c:v>
                      </c:pt>
                      <c:pt idx="45">
                        <c:v>-3357</c:v>
                      </c:pt>
                      <c:pt idx="46">
                        <c:v>-4095.9730450000002</c:v>
                      </c:pt>
                      <c:pt idx="47">
                        <c:v>-4856.4280650000001</c:v>
                      </c:pt>
                      <c:pt idx="48">
                        <c:v>-5811.9552990000002</c:v>
                      </c:pt>
                      <c:pt idx="49">
                        <c:v>-6526.9870300000002</c:v>
                      </c:pt>
                      <c:pt idx="50">
                        <c:v>-6804.6369999999997</c:v>
                      </c:pt>
                      <c:pt idx="51">
                        <c:v>-7159.652</c:v>
                      </c:pt>
                      <c:pt idx="52">
                        <c:v>-7596</c:v>
                      </c:pt>
                      <c:pt idx="53">
                        <c:v>-7671</c:v>
                      </c:pt>
                      <c:pt idx="54">
                        <c:v>-7697.0940000000001</c:v>
                      </c:pt>
                      <c:pt idx="55">
                        <c:v>-7702.3040000000001</c:v>
                      </c:pt>
                      <c:pt idx="56">
                        <c:v>-7793.1679999999997</c:v>
                      </c:pt>
                      <c:pt idx="57">
                        <c:v>-7825.7939999999999</c:v>
                      </c:pt>
                      <c:pt idx="58">
                        <c:v>-7725.9369999999999</c:v>
                      </c:pt>
                      <c:pt idx="59">
                        <c:v>-7490.9880000000003</c:v>
                      </c:pt>
                      <c:pt idx="60">
                        <c:v>-6928.2879999999996</c:v>
                      </c:pt>
                      <c:pt idx="61">
                        <c:v>-6327.268</c:v>
                      </c:pt>
                      <c:pt idx="62">
                        <c:v>-5507.7110000000002</c:v>
                      </c:pt>
                      <c:pt idx="63">
                        <c:v>-3974.4740000000002</c:v>
                      </c:pt>
                      <c:pt idx="64">
                        <c:v>-2198</c:v>
                      </c:pt>
                      <c:pt idx="65">
                        <c:v>-900</c:v>
                      </c:pt>
                      <c:pt idx="66">
                        <c:v>-100</c:v>
                      </c:pt>
                      <c:pt idx="67">
                        <c:v>286.72800000000001</c:v>
                      </c:pt>
                      <c:pt idx="68">
                        <c:v>972.16600000000005</c:v>
                      </c:pt>
                      <c:pt idx="69">
                        <c:v>2146.0610000000001</c:v>
                      </c:pt>
                      <c:pt idx="70">
                        <c:v>3091.8710000000001</c:v>
                      </c:pt>
                      <c:pt idx="71">
                        <c:v>3729.8449999999998</c:v>
                      </c:pt>
                      <c:pt idx="72">
                        <c:v>4814.4089999999997</c:v>
                      </c:pt>
                      <c:pt idx="73">
                        <c:v>5597.2259999999997</c:v>
                      </c:pt>
                      <c:pt idx="74">
                        <c:v>5883</c:v>
                      </c:pt>
                      <c:pt idx="75">
                        <c:v>6377</c:v>
                      </c:pt>
                      <c:pt idx="76">
                        <c:v>6918.5</c:v>
                      </c:pt>
                      <c:pt idx="77">
                        <c:v>6835</c:v>
                      </c:pt>
                      <c:pt idx="78">
                        <c:v>6606.6980000000003</c:v>
                      </c:pt>
                      <c:pt idx="79">
                        <c:v>6461.4859999999999</c:v>
                      </c:pt>
                      <c:pt idx="80">
                        <c:v>6208.74</c:v>
                      </c:pt>
                      <c:pt idx="81">
                        <c:v>5911.5839999999998</c:v>
                      </c:pt>
                      <c:pt idx="82">
                        <c:v>5631.4960000000001</c:v>
                      </c:pt>
                      <c:pt idx="83">
                        <c:v>5363.2259999999997</c:v>
                      </c:pt>
                      <c:pt idx="84">
                        <c:v>5039.0690189999996</c:v>
                      </c:pt>
                      <c:pt idx="85">
                        <c:v>4709.0370220000004</c:v>
                      </c:pt>
                      <c:pt idx="86">
                        <c:v>4335.0630000000001</c:v>
                      </c:pt>
                      <c:pt idx="87">
                        <c:v>3948.962</c:v>
                      </c:pt>
                      <c:pt idx="88">
                        <c:v>3312</c:v>
                      </c:pt>
                      <c:pt idx="89">
                        <c:v>2125</c:v>
                      </c:pt>
                      <c:pt idx="90">
                        <c:v>1735</c:v>
                      </c:pt>
                      <c:pt idx="91">
                        <c:v>1766</c:v>
                      </c:pt>
                      <c:pt idx="92">
                        <c:v>1904</c:v>
                      </c:pt>
                      <c:pt idx="93">
                        <c:v>1899</c:v>
                      </c:pt>
                      <c:pt idx="94">
                        <c:v>1389</c:v>
                      </c:pt>
                    </c:numCache>
                  </c:numRef>
                </c:val>
                <c:extLst>
                  <c:ext xmlns:c16="http://schemas.microsoft.com/office/drawing/2014/chart" uri="{C3380CC4-5D6E-409C-BE32-E72D297353CC}">
                    <c16:uniqueId val="{00000003-6AC9-4372-8429-24DFF4A7CFEA}"/>
                  </c:ext>
                </c:extLst>
              </c15:ser>
            </c15:filteredBarSeries>
          </c:ext>
        </c:extLst>
      </c:barChart>
      <c:lineChart>
        <c:grouping val="standard"/>
        <c:varyColors val="0"/>
        <c:ser>
          <c:idx val="3"/>
          <c:order val="3"/>
          <c:tx>
            <c:strRef>
              <c:f>[工作簿4]Sheet1!$E$1</c:f>
              <c:strCache>
                <c:ptCount val="1"/>
                <c:pt idx="0">
                  <c:v>price_hubao_east</c:v>
                </c:pt>
              </c:strCache>
            </c:strRef>
          </c:tx>
          <c:spPr>
            <a:ln w="28575" cap="rnd">
              <a:solidFill>
                <a:srgbClr val="75BD42"/>
              </a:solidFill>
              <a:round/>
            </a:ln>
            <a:effectLst/>
          </c:spPr>
          <c:marker>
            <c:symbol val="none"/>
          </c:marker>
          <c:cat>
            <c:strRef>
              <c:f>[工作簿4]Sheet1!$A$2:$A$96</c:f>
              <c:strCache>
                <c:ptCount val="95"/>
                <c:pt idx="0">
                  <c:v>00:15</c:v>
                </c:pt>
                <c:pt idx="1">
                  <c:v>00:30</c:v>
                </c:pt>
                <c:pt idx="2">
                  <c:v>00:45</c:v>
                </c:pt>
                <c:pt idx="3">
                  <c:v>01:00</c:v>
                </c:pt>
                <c:pt idx="4">
                  <c:v>01:15</c:v>
                </c:pt>
                <c:pt idx="5">
                  <c:v>01:30</c:v>
                </c:pt>
                <c:pt idx="6">
                  <c:v>01:45</c:v>
                </c:pt>
                <c:pt idx="7">
                  <c:v>02:00</c:v>
                </c:pt>
                <c:pt idx="8">
                  <c:v>02:15</c:v>
                </c:pt>
                <c:pt idx="9">
                  <c:v>02:30</c:v>
                </c:pt>
                <c:pt idx="10">
                  <c:v>02:45</c:v>
                </c:pt>
                <c:pt idx="11">
                  <c:v>03:00</c:v>
                </c:pt>
                <c:pt idx="12">
                  <c:v>03:15</c:v>
                </c:pt>
                <c:pt idx="13">
                  <c:v>03:30</c:v>
                </c:pt>
                <c:pt idx="14">
                  <c:v>03:45</c:v>
                </c:pt>
                <c:pt idx="15">
                  <c:v>04:00</c:v>
                </c:pt>
                <c:pt idx="16">
                  <c:v>04:15</c:v>
                </c:pt>
                <c:pt idx="17">
                  <c:v>04:30</c:v>
                </c:pt>
                <c:pt idx="18">
                  <c:v>04:45</c:v>
                </c:pt>
                <c:pt idx="19">
                  <c:v>05:00</c:v>
                </c:pt>
                <c:pt idx="20">
                  <c:v>05:15</c:v>
                </c:pt>
                <c:pt idx="21">
                  <c:v>05:30</c:v>
                </c:pt>
                <c:pt idx="22">
                  <c:v>05:45</c:v>
                </c:pt>
                <c:pt idx="23">
                  <c:v>06:00</c:v>
                </c:pt>
                <c:pt idx="24">
                  <c:v>06:15</c:v>
                </c:pt>
                <c:pt idx="25">
                  <c:v>06:30</c:v>
                </c:pt>
                <c:pt idx="26">
                  <c:v>06:45</c:v>
                </c:pt>
                <c:pt idx="27">
                  <c:v>07:00</c:v>
                </c:pt>
                <c:pt idx="28">
                  <c:v>07:15</c:v>
                </c:pt>
                <c:pt idx="29">
                  <c:v>07:30</c:v>
                </c:pt>
                <c:pt idx="30">
                  <c:v>07:45</c:v>
                </c:pt>
                <c:pt idx="31">
                  <c:v>08:00</c:v>
                </c:pt>
                <c:pt idx="32">
                  <c:v>08:15</c:v>
                </c:pt>
                <c:pt idx="33">
                  <c:v>08:30</c:v>
                </c:pt>
                <c:pt idx="34">
                  <c:v>08:45</c:v>
                </c:pt>
                <c:pt idx="35">
                  <c:v>09:00</c:v>
                </c:pt>
                <c:pt idx="36">
                  <c:v>09:15</c:v>
                </c:pt>
                <c:pt idx="37">
                  <c:v>09:30</c:v>
                </c:pt>
                <c:pt idx="38">
                  <c:v>09:45</c:v>
                </c:pt>
                <c:pt idx="39">
                  <c:v>10:00</c:v>
                </c:pt>
                <c:pt idx="40">
                  <c:v>10:15</c:v>
                </c:pt>
                <c:pt idx="41">
                  <c:v>10:30</c:v>
                </c:pt>
                <c:pt idx="42">
                  <c:v>10:45</c:v>
                </c:pt>
                <c:pt idx="43">
                  <c:v>11:00</c:v>
                </c:pt>
                <c:pt idx="44">
                  <c:v>11:15</c:v>
                </c:pt>
                <c:pt idx="45">
                  <c:v>11:30</c:v>
                </c:pt>
                <c:pt idx="46">
                  <c:v>11:45</c:v>
                </c:pt>
                <c:pt idx="47">
                  <c:v>12:00</c:v>
                </c:pt>
                <c:pt idx="48">
                  <c:v>12:15</c:v>
                </c:pt>
                <c:pt idx="49">
                  <c:v>12:30</c:v>
                </c:pt>
                <c:pt idx="50">
                  <c:v>12:45</c:v>
                </c:pt>
                <c:pt idx="51">
                  <c:v>13:00</c:v>
                </c:pt>
                <c:pt idx="52">
                  <c:v>13:15</c:v>
                </c:pt>
                <c:pt idx="53">
                  <c:v>13:30</c:v>
                </c:pt>
                <c:pt idx="54">
                  <c:v>13:45</c:v>
                </c:pt>
                <c:pt idx="55">
                  <c:v>14:00</c:v>
                </c:pt>
                <c:pt idx="56">
                  <c:v>14:15</c:v>
                </c:pt>
                <c:pt idx="57">
                  <c:v>14:30</c:v>
                </c:pt>
                <c:pt idx="58">
                  <c:v>14:45</c:v>
                </c:pt>
                <c:pt idx="59">
                  <c:v>15:00</c:v>
                </c:pt>
                <c:pt idx="60">
                  <c:v>15:15</c:v>
                </c:pt>
                <c:pt idx="61">
                  <c:v>15:30</c:v>
                </c:pt>
                <c:pt idx="62">
                  <c:v>15:45</c:v>
                </c:pt>
                <c:pt idx="63">
                  <c:v>16:00</c:v>
                </c:pt>
                <c:pt idx="64">
                  <c:v>16:15</c:v>
                </c:pt>
                <c:pt idx="65">
                  <c:v>16:30</c:v>
                </c:pt>
                <c:pt idx="66">
                  <c:v>16:45</c:v>
                </c:pt>
                <c:pt idx="67">
                  <c:v>17:00</c:v>
                </c:pt>
                <c:pt idx="68">
                  <c:v>17:15</c:v>
                </c:pt>
                <c:pt idx="69">
                  <c:v>17:30</c:v>
                </c:pt>
                <c:pt idx="70">
                  <c:v>17:45</c:v>
                </c:pt>
                <c:pt idx="71">
                  <c:v>18:00</c:v>
                </c:pt>
                <c:pt idx="72">
                  <c:v>18:15</c:v>
                </c:pt>
                <c:pt idx="73">
                  <c:v>18:30</c:v>
                </c:pt>
                <c:pt idx="74">
                  <c:v>18:45</c:v>
                </c:pt>
                <c:pt idx="75">
                  <c:v>19:00</c:v>
                </c:pt>
                <c:pt idx="76">
                  <c:v>19:15</c:v>
                </c:pt>
                <c:pt idx="77">
                  <c:v>19:30</c:v>
                </c:pt>
                <c:pt idx="78">
                  <c:v>19:45</c:v>
                </c:pt>
                <c:pt idx="79">
                  <c:v>20:00</c:v>
                </c:pt>
                <c:pt idx="80">
                  <c:v>20:15</c:v>
                </c:pt>
                <c:pt idx="81">
                  <c:v>20:30</c:v>
                </c:pt>
                <c:pt idx="82">
                  <c:v>20:45</c:v>
                </c:pt>
                <c:pt idx="83">
                  <c:v>21:00</c:v>
                </c:pt>
                <c:pt idx="84">
                  <c:v>21:15</c:v>
                </c:pt>
                <c:pt idx="85">
                  <c:v>21:30</c:v>
                </c:pt>
                <c:pt idx="86">
                  <c:v>21:45</c:v>
                </c:pt>
                <c:pt idx="87">
                  <c:v>22:00</c:v>
                </c:pt>
                <c:pt idx="88">
                  <c:v>22:15</c:v>
                </c:pt>
                <c:pt idx="89">
                  <c:v>22:30</c:v>
                </c:pt>
                <c:pt idx="90">
                  <c:v>22:45</c:v>
                </c:pt>
                <c:pt idx="91">
                  <c:v>23:00</c:v>
                </c:pt>
                <c:pt idx="92">
                  <c:v>23:15</c:v>
                </c:pt>
                <c:pt idx="93">
                  <c:v>23:30</c:v>
                </c:pt>
                <c:pt idx="94">
                  <c:v>23:45</c:v>
                </c:pt>
              </c:strCache>
            </c:strRef>
          </c:cat>
          <c:val>
            <c:numRef>
              <c:f>[工作簿4]Sheet1!$E$2:$E$96</c:f>
              <c:numCache>
                <c:formatCode>General</c:formatCode>
                <c:ptCount val="95"/>
                <c:pt idx="0">
                  <c:v>468.64600000000002</c:v>
                </c:pt>
                <c:pt idx="1">
                  <c:v>468.64600000000002</c:v>
                </c:pt>
                <c:pt idx="2">
                  <c:v>468.64600000000002</c:v>
                </c:pt>
                <c:pt idx="3">
                  <c:v>468.64600000000002</c:v>
                </c:pt>
                <c:pt idx="4">
                  <c:v>357.08300000000003</c:v>
                </c:pt>
                <c:pt idx="5">
                  <c:v>357.08300000000003</c:v>
                </c:pt>
                <c:pt idx="6">
                  <c:v>357.08300000000003</c:v>
                </c:pt>
                <c:pt idx="7">
                  <c:v>357.08300000000003</c:v>
                </c:pt>
                <c:pt idx="8">
                  <c:v>464.27300000000002</c:v>
                </c:pt>
                <c:pt idx="9">
                  <c:v>464.27300000000002</c:v>
                </c:pt>
                <c:pt idx="10">
                  <c:v>464.27300000000002</c:v>
                </c:pt>
                <c:pt idx="11">
                  <c:v>464.27300000000002</c:v>
                </c:pt>
                <c:pt idx="12">
                  <c:v>507.67700000000002</c:v>
                </c:pt>
                <c:pt idx="13">
                  <c:v>507.67700000000002</c:v>
                </c:pt>
                <c:pt idx="14">
                  <c:v>507.67700000000002</c:v>
                </c:pt>
                <c:pt idx="15">
                  <c:v>507.67700000000002</c:v>
                </c:pt>
                <c:pt idx="16">
                  <c:v>577.81600000000003</c:v>
                </c:pt>
                <c:pt idx="17">
                  <c:v>577.81600000000003</c:v>
                </c:pt>
                <c:pt idx="18">
                  <c:v>577.81600000000003</c:v>
                </c:pt>
                <c:pt idx="19">
                  <c:v>577.81600000000003</c:v>
                </c:pt>
                <c:pt idx="20">
                  <c:v>435.05900000000003</c:v>
                </c:pt>
                <c:pt idx="21">
                  <c:v>435.05900000000003</c:v>
                </c:pt>
                <c:pt idx="22">
                  <c:v>435.05900000000003</c:v>
                </c:pt>
                <c:pt idx="23">
                  <c:v>435.05900000000003</c:v>
                </c:pt>
                <c:pt idx="24">
                  <c:v>653.71299999999997</c:v>
                </c:pt>
                <c:pt idx="25">
                  <c:v>653.71299999999997</c:v>
                </c:pt>
                <c:pt idx="26">
                  <c:v>653.71299999999997</c:v>
                </c:pt>
                <c:pt idx="27">
                  <c:v>653.71299999999997</c:v>
                </c:pt>
                <c:pt idx="28">
                  <c:v>330.58199999999999</c:v>
                </c:pt>
                <c:pt idx="29">
                  <c:v>330.58199999999999</c:v>
                </c:pt>
                <c:pt idx="30">
                  <c:v>330.58199999999999</c:v>
                </c:pt>
                <c:pt idx="31">
                  <c:v>330.58199999999999</c:v>
                </c:pt>
                <c:pt idx="32">
                  <c:v>304.52300000000002</c:v>
                </c:pt>
                <c:pt idx="33">
                  <c:v>304.52300000000002</c:v>
                </c:pt>
                <c:pt idx="34">
                  <c:v>304.52300000000002</c:v>
                </c:pt>
                <c:pt idx="35">
                  <c:v>304.52300000000002</c:v>
                </c:pt>
                <c:pt idx="36">
                  <c:v>306.21100000000001</c:v>
                </c:pt>
                <c:pt idx="37">
                  <c:v>306.21100000000001</c:v>
                </c:pt>
                <c:pt idx="38">
                  <c:v>306.21100000000001</c:v>
                </c:pt>
                <c:pt idx="39">
                  <c:v>306.21100000000001</c:v>
                </c:pt>
                <c:pt idx="40">
                  <c:v>298.56799999999998</c:v>
                </c:pt>
                <c:pt idx="41">
                  <c:v>298.56799999999998</c:v>
                </c:pt>
                <c:pt idx="42">
                  <c:v>298.56799999999998</c:v>
                </c:pt>
                <c:pt idx="43">
                  <c:v>298.56799999999998</c:v>
                </c:pt>
                <c:pt idx="44">
                  <c:v>343.53</c:v>
                </c:pt>
                <c:pt idx="45">
                  <c:v>343.53</c:v>
                </c:pt>
                <c:pt idx="46">
                  <c:v>343.53</c:v>
                </c:pt>
                <c:pt idx="47">
                  <c:v>343.53</c:v>
                </c:pt>
                <c:pt idx="48">
                  <c:v>425.75599999999997</c:v>
                </c:pt>
                <c:pt idx="49">
                  <c:v>425.75599999999997</c:v>
                </c:pt>
                <c:pt idx="50">
                  <c:v>425.75599999999997</c:v>
                </c:pt>
                <c:pt idx="51">
                  <c:v>425.75599999999997</c:v>
                </c:pt>
                <c:pt idx="52">
                  <c:v>483.55700000000002</c:v>
                </c:pt>
                <c:pt idx="53">
                  <c:v>483.55700000000002</c:v>
                </c:pt>
                <c:pt idx="54">
                  <c:v>483.55700000000002</c:v>
                </c:pt>
                <c:pt idx="55">
                  <c:v>483.55700000000002</c:v>
                </c:pt>
                <c:pt idx="56">
                  <c:v>556.93499999999995</c:v>
                </c:pt>
                <c:pt idx="57">
                  <c:v>556.93499999999995</c:v>
                </c:pt>
                <c:pt idx="58">
                  <c:v>556.93499999999995</c:v>
                </c:pt>
                <c:pt idx="59">
                  <c:v>556.93499999999995</c:v>
                </c:pt>
                <c:pt idx="60">
                  <c:v>503.79700000000003</c:v>
                </c:pt>
                <c:pt idx="61">
                  <c:v>503.79700000000003</c:v>
                </c:pt>
                <c:pt idx="62">
                  <c:v>503.79700000000003</c:v>
                </c:pt>
                <c:pt idx="63">
                  <c:v>503.79700000000003</c:v>
                </c:pt>
                <c:pt idx="64">
                  <c:v>387.50200000000001</c:v>
                </c:pt>
                <c:pt idx="65">
                  <c:v>387.50200000000001</c:v>
                </c:pt>
                <c:pt idx="66">
                  <c:v>387.50200000000001</c:v>
                </c:pt>
                <c:pt idx="67">
                  <c:v>387.50200000000001</c:v>
                </c:pt>
                <c:pt idx="68">
                  <c:v>418.06200000000001</c:v>
                </c:pt>
                <c:pt idx="69">
                  <c:v>418.06200000000001</c:v>
                </c:pt>
                <c:pt idx="70">
                  <c:v>418.06200000000001</c:v>
                </c:pt>
                <c:pt idx="71">
                  <c:v>418.06200000000001</c:v>
                </c:pt>
                <c:pt idx="72">
                  <c:v>368.83600000000001</c:v>
                </c:pt>
                <c:pt idx="73">
                  <c:v>368.83600000000001</c:v>
                </c:pt>
                <c:pt idx="74">
                  <c:v>368.83600000000001</c:v>
                </c:pt>
                <c:pt idx="75">
                  <c:v>368.83600000000001</c:v>
                </c:pt>
                <c:pt idx="76">
                  <c:v>328.04899999999998</c:v>
                </c:pt>
                <c:pt idx="77">
                  <c:v>328.04899999999998</c:v>
                </c:pt>
                <c:pt idx="78">
                  <c:v>328.04899999999998</c:v>
                </c:pt>
                <c:pt idx="79">
                  <c:v>328.04899999999998</c:v>
                </c:pt>
                <c:pt idx="80">
                  <c:v>379.89699999999999</c:v>
                </c:pt>
                <c:pt idx="81">
                  <c:v>379.89699999999999</c:v>
                </c:pt>
                <c:pt idx="82">
                  <c:v>379.89699999999999</c:v>
                </c:pt>
                <c:pt idx="83">
                  <c:v>379.89699999999999</c:v>
                </c:pt>
                <c:pt idx="84">
                  <c:v>348.25299999999999</c:v>
                </c:pt>
                <c:pt idx="85">
                  <c:v>348.25299999999999</c:v>
                </c:pt>
                <c:pt idx="86">
                  <c:v>348.25299999999999</c:v>
                </c:pt>
                <c:pt idx="87">
                  <c:v>348.25299999999999</c:v>
                </c:pt>
                <c:pt idx="88">
                  <c:v>286.714</c:v>
                </c:pt>
                <c:pt idx="89">
                  <c:v>286.714</c:v>
                </c:pt>
                <c:pt idx="90">
                  <c:v>286.714</c:v>
                </c:pt>
                <c:pt idx="91">
                  <c:v>286.714</c:v>
                </c:pt>
                <c:pt idx="92">
                  <c:v>223.30699999999999</c:v>
                </c:pt>
                <c:pt idx="93">
                  <c:v>223.30699999999999</c:v>
                </c:pt>
                <c:pt idx="94">
                  <c:v>223.30699999999999</c:v>
                </c:pt>
              </c:numCache>
            </c:numRef>
          </c:val>
          <c:smooth val="0"/>
          <c:extLst>
            <c:ext xmlns:c16="http://schemas.microsoft.com/office/drawing/2014/chart" uri="{C3380CC4-5D6E-409C-BE32-E72D297353CC}">
              <c16:uniqueId val="{00000002-6AC9-4372-8429-24DFF4A7CFEA}"/>
            </c:ext>
          </c:extLst>
        </c:ser>
        <c:dLbls>
          <c:showLegendKey val="0"/>
          <c:showVal val="0"/>
          <c:showCatName val="0"/>
          <c:showSerName val="0"/>
          <c:showPercent val="0"/>
          <c:showBubbleSize val="0"/>
        </c:dLbls>
        <c:marker val="1"/>
        <c:smooth val="0"/>
        <c:axId val="66996211"/>
        <c:axId val="854085096"/>
      </c:lineChart>
      <c:catAx>
        <c:axId val="334110349"/>
        <c:scaling>
          <c:orientation val="minMax"/>
        </c:scaling>
        <c:delete val="0"/>
        <c:axPos val="b"/>
        <c:numFmt formatCode="General" sourceLinked="0"/>
        <c:majorTickMark val="none"/>
        <c:minorTickMark val="none"/>
        <c:tickLblPos val="nextTo"/>
        <c:spPr>
          <a:noFill/>
          <a:ln w="9525" cap="flat" cmpd="sng" algn="ctr">
            <a:solidFill>
              <a:sysClr val="windowText" lastClr="000000">
                <a:lumMod val="15000"/>
                <a:lumOff val="85000"/>
              </a:sysClr>
            </a:solidFill>
            <a:round/>
          </a:ln>
          <a:effectLst/>
        </c:spPr>
        <c:txPr>
          <a:bodyPr rot="-60000000" spcFirstLastPara="0" vertOverflow="ellipsis" vert="horz" wrap="square" anchor="ctr" anchorCtr="1"/>
          <a:lstStyle/>
          <a:p>
            <a:pPr>
              <a:defRPr lang="zh-CN" sz="900" b="0" i="0" u="none" strike="noStrike" kern="1200" baseline="0">
                <a:solidFill>
                  <a:sysClr val="windowText" lastClr="000000">
                    <a:lumMod val="65000"/>
                    <a:lumOff val="35000"/>
                  </a:sysClr>
                </a:solidFill>
                <a:latin typeface="Calibri" panose="020F0502020204030204" charset="0"/>
                <a:ea typeface="宋体" panose="02010600030101010101" pitchFamily="2" charset="-122"/>
                <a:cs typeface="+mn-ea"/>
              </a:defRPr>
            </a:pPr>
            <a:endParaRPr lang="zh-CN"/>
          </a:p>
        </c:txPr>
        <c:crossAx val="114653995"/>
        <c:crosses val="autoZero"/>
        <c:auto val="1"/>
        <c:lblAlgn val="ctr"/>
        <c:lblOffset val="100"/>
        <c:noMultiLvlLbl val="0"/>
      </c:catAx>
      <c:valAx>
        <c:axId val="114653995"/>
        <c:scaling>
          <c:orientation val="minMax"/>
          <c:min val="10000"/>
        </c:scaling>
        <c:delete val="0"/>
        <c:axPos val="l"/>
        <c:majorGridlines>
          <c:spPr>
            <a:ln w="9525" cap="flat" cmpd="sng" algn="ctr">
              <a:solidFill>
                <a:sysClr val="window" lastClr="FFFFFF">
                  <a:lumMod val="90200"/>
                </a:sysClr>
              </a:solidFill>
              <a:round/>
            </a:ln>
            <a:effectLst/>
          </c:spPr>
        </c:majorGridlines>
        <c:title>
          <c:tx>
            <c:rich>
              <a:bodyPr rot="-5400000" spcFirstLastPara="0" vertOverflow="ellipsis" vert="horz" wrap="square" anchor="ctr" anchorCtr="1"/>
              <a:lstStyle/>
              <a:p>
                <a:pPr defTabSz="914400">
                  <a:defRPr lang="zh-CN" sz="1000" b="0" i="0" u="none" strike="noStrike" kern="1200" baseline="0">
                    <a:solidFill>
                      <a:sysClr val="windowText" lastClr="000000">
                        <a:lumMod val="65000"/>
                        <a:lumOff val="35000"/>
                      </a:sysClr>
                    </a:solidFill>
                    <a:latin typeface="Calibri" panose="020F0502020204030204" charset="0"/>
                    <a:ea typeface="宋体" panose="02010600030101010101" pitchFamily="2" charset="-122"/>
                    <a:cs typeface="+mn-ea"/>
                  </a:defRPr>
                </a:pPr>
                <a:r>
                  <a:rPr lang="zh-CN" altLang="en-US"/>
                  <a:t>出力（</a:t>
                </a:r>
                <a:r>
                  <a:rPr lang="en-US" altLang="zh-CN"/>
                  <a:t>MW</a:t>
                </a:r>
                <a:r>
                  <a:rPr lang="en-US" altLang="en-US"/>
                  <a:t>）</a:t>
                </a:r>
                <a:endParaRPr lang="en-US" altLang="zh-CN"/>
              </a:p>
            </c:rich>
          </c:tx>
          <c:overlay val="0"/>
          <c:spPr>
            <a:noFill/>
            <a:ln>
              <a:noFill/>
            </a:ln>
            <a:effectLst/>
          </c:spPr>
          <c:txPr>
            <a:bodyPr rot="-5400000" spcFirstLastPara="0" vertOverflow="ellipsis" vert="horz" wrap="square" anchor="ctr" anchorCtr="1"/>
            <a:lstStyle/>
            <a:p>
              <a:pPr defTabSz="914400">
                <a:defRPr lang="zh-CN" sz="1000" b="0" i="0" u="none" strike="noStrike" kern="1200" baseline="0">
                  <a:solidFill>
                    <a:sysClr val="windowText" lastClr="000000">
                      <a:lumMod val="65000"/>
                      <a:lumOff val="35000"/>
                    </a:sysClr>
                  </a:solidFill>
                  <a:latin typeface="Calibri" panose="020F0502020204030204" charset="0"/>
                  <a:ea typeface="宋体" panose="02010600030101010101" pitchFamily="2" charset="-122"/>
                  <a:cs typeface="+mn-ea"/>
                </a:defRPr>
              </a:pPr>
              <a:endParaRPr lang="en-US" altLang="zh-CN"/>
            </a:p>
          </c:txPr>
        </c:title>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ysClr val="windowText" lastClr="000000">
                    <a:lumMod val="65000"/>
                    <a:lumOff val="35000"/>
                  </a:sysClr>
                </a:solidFill>
                <a:latin typeface="Calibri" panose="020F0502020204030204" charset="0"/>
                <a:ea typeface="宋体" panose="02010600030101010101" pitchFamily="2" charset="-122"/>
                <a:cs typeface="+mn-ea"/>
              </a:defRPr>
            </a:pPr>
            <a:endParaRPr lang="zh-CN"/>
          </a:p>
        </c:txPr>
        <c:crossAx val="334110349"/>
        <c:crosses val="autoZero"/>
        <c:crossBetween val="between"/>
      </c:valAx>
      <c:catAx>
        <c:axId val="66996211"/>
        <c:scaling>
          <c:orientation val="minMax"/>
        </c:scaling>
        <c:delete val="1"/>
        <c:axPos val="b"/>
        <c:numFmt formatCode="General" sourceLinked="1"/>
        <c:majorTickMark val="out"/>
        <c:minorTickMark val="none"/>
        <c:tickLblPos val="nextTo"/>
        <c:crossAx val="854085096"/>
        <c:crosses val="autoZero"/>
        <c:auto val="1"/>
        <c:lblAlgn val="ctr"/>
        <c:lblOffset val="100"/>
        <c:noMultiLvlLbl val="0"/>
      </c:catAx>
      <c:valAx>
        <c:axId val="854085096"/>
        <c:scaling>
          <c:orientation val="minMax"/>
        </c:scaling>
        <c:delete val="0"/>
        <c:axPos val="r"/>
        <c:title>
          <c:tx>
            <c:rich>
              <a:bodyPr rot="-5400000" spcFirstLastPara="0" vertOverflow="ellipsis" vert="horz" wrap="square" anchor="ctr" anchorCtr="1"/>
              <a:lstStyle/>
              <a:p>
                <a:pPr defTabSz="914400">
                  <a:defRPr lang="zh-CN" sz="1000" b="0" i="0" u="none" strike="noStrike" kern="1200" baseline="0">
                    <a:solidFill>
                      <a:sysClr val="windowText" lastClr="000000">
                        <a:lumMod val="65000"/>
                        <a:lumOff val="35000"/>
                      </a:sysClr>
                    </a:solidFill>
                    <a:latin typeface="Calibri" panose="020F0502020204030204" charset="0"/>
                    <a:ea typeface="宋体" panose="02010600030101010101" pitchFamily="2" charset="-122"/>
                    <a:cs typeface="+mn-ea"/>
                  </a:defRPr>
                </a:pPr>
                <a:r>
                  <a:rPr lang="zh-CN" altLang="en-US"/>
                  <a:t>电价（元</a:t>
                </a:r>
                <a:r>
                  <a:rPr lang="en-US" altLang="zh-CN"/>
                  <a:t>/MWh</a:t>
                </a:r>
                <a:r>
                  <a:rPr lang="en-US" altLang="en-US"/>
                  <a:t>）</a:t>
                </a:r>
                <a:endParaRPr lang="en-US" altLang="zh-CN"/>
              </a:p>
            </c:rich>
          </c:tx>
          <c:overlay val="0"/>
          <c:spPr>
            <a:noFill/>
            <a:ln>
              <a:noFill/>
            </a:ln>
            <a:effectLst/>
          </c:spPr>
          <c:txPr>
            <a:bodyPr rot="-5400000" spcFirstLastPara="0" vertOverflow="ellipsis" vert="horz" wrap="square" anchor="ctr" anchorCtr="1"/>
            <a:lstStyle/>
            <a:p>
              <a:pPr defTabSz="914400">
                <a:defRPr lang="zh-CN" sz="1000" b="0" i="0" u="none" strike="noStrike" kern="1200" baseline="0">
                  <a:solidFill>
                    <a:sysClr val="windowText" lastClr="000000">
                      <a:lumMod val="65000"/>
                      <a:lumOff val="35000"/>
                    </a:sysClr>
                  </a:solidFill>
                  <a:latin typeface="Calibri" panose="020F0502020204030204" charset="0"/>
                  <a:ea typeface="宋体" panose="02010600030101010101" pitchFamily="2" charset="-122"/>
                  <a:cs typeface="+mn-ea"/>
                </a:defRPr>
              </a:pPr>
              <a:endParaRPr lang="en-US" altLang="zh-CN"/>
            </a:p>
          </c:txPr>
        </c:title>
        <c:numFmt formatCode="General" sourceLinked="1"/>
        <c:majorTickMark val="out"/>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ysClr val="windowText" lastClr="000000">
                    <a:lumMod val="65000"/>
                    <a:lumOff val="35000"/>
                  </a:sysClr>
                </a:solidFill>
                <a:latin typeface="Calibri" panose="020F0502020204030204" charset="0"/>
                <a:ea typeface="宋体" panose="02010600030101010101" pitchFamily="2" charset="-122"/>
                <a:cs typeface="+mn-ea"/>
              </a:defRPr>
            </a:pPr>
            <a:endParaRPr lang="zh-CN"/>
          </a:p>
        </c:txPr>
        <c:crossAx val="66996211"/>
        <c:crosses val="max"/>
        <c:crossBetween val="between"/>
      </c:valAx>
      <c:spPr>
        <a:noFill/>
        <a:ln>
          <a:noFill/>
        </a:ln>
        <a:effectLst/>
      </c:spPr>
    </c:plotArea>
    <c:legend>
      <c:legendPos val="b"/>
      <c:overlay val="0"/>
      <c:spPr>
        <a:noFill/>
        <a:ln>
          <a:noFill/>
        </a:ln>
        <a:effectLst/>
      </c:spPr>
      <c:txPr>
        <a:bodyPr rot="0" spcFirstLastPara="0" vertOverflow="ellipsis" vert="horz" wrap="square" anchor="ctr" anchorCtr="1"/>
        <a:lstStyle/>
        <a:p>
          <a:pPr>
            <a:defRPr lang="zh-CN" sz="900" b="0" i="0" u="none" strike="noStrike" kern="1200" baseline="0">
              <a:solidFill>
                <a:sysClr val="windowText" lastClr="000000">
                  <a:lumMod val="65000"/>
                  <a:lumOff val="35000"/>
                </a:sysClr>
              </a:solidFill>
              <a:latin typeface="Calibri" panose="020F0502020204030204" charset="0"/>
              <a:ea typeface="宋体" panose="02010600030101010101" pitchFamily="2" charset="-122"/>
              <a:cs typeface="+mn-ea"/>
            </a:defRPr>
          </a:pPr>
          <a:endParaRPr lang="zh-CN"/>
        </a:p>
      </c:txPr>
    </c:legend>
    <c:plotVisOnly val="1"/>
    <c:dispBlanksAs val="gap"/>
    <c:showDLblsOverMax val="0"/>
    <c:extLst>
      <c:ext uri="{0b15fc19-7d7d-44ad-8c2d-2c3a37ce22c3}">
        <chartProps xmlns="https://web.wps.cn/et/2018/main" chartId="{09692ea9-c22b-4ccb-8f85-fb38e0efcf9d}"/>
      </c:ext>
    </c:extLst>
  </c:chart>
  <c:spPr>
    <a:solidFill>
      <a:sysClr val="window" lastClr="FFFFFF"/>
    </a:solidFill>
    <a:ln w="9525" cap="flat" cmpd="sng" algn="ctr">
      <a:solidFill>
        <a:sysClr val="windowText" lastClr="000000">
          <a:lumMod val="15000"/>
          <a:lumOff val="85000"/>
        </a:sysClr>
      </a:solidFill>
      <a:round/>
    </a:ln>
    <a:effectLst/>
  </c:spPr>
  <c:txPr>
    <a:bodyPr/>
    <a:lstStyle/>
    <a:p>
      <a:pPr>
        <a:defRPr lang="zh-CN"/>
      </a:pPr>
      <a:endParaRPr lang="zh-CN"/>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0" vertOverflow="ellipsis" vert="horz" wrap="square" anchor="ctr" anchorCtr="1"/>
          <a:lstStyle/>
          <a:p>
            <a:pPr defTabSz="914400">
              <a:defRPr lang="zh-CN" sz="1400" b="1" i="0" u="none" strike="noStrike" kern="1200" baseline="0">
                <a:solidFill>
                  <a:sysClr val="windowText" lastClr="000000">
                    <a:lumMod val="75000"/>
                    <a:lumOff val="25000"/>
                  </a:sysClr>
                </a:solidFill>
                <a:latin typeface="Calibri" panose="020F0502020204030204" charset="0"/>
                <a:ea typeface="宋体" panose="02010600030101010101" pitchFamily="2" charset="-122"/>
                <a:cs typeface="+mn-ea"/>
              </a:defRPr>
            </a:pPr>
            <a:r>
              <a:rPr lang="en-US" altLang="zh-CN"/>
              <a:t>3</a:t>
            </a:r>
            <a:r>
              <a:rPr lang="zh-CN" altLang="en-US"/>
              <a:t>月</a:t>
            </a:r>
            <a:r>
              <a:rPr lang="en-US" altLang="zh-CN"/>
              <a:t>27</a:t>
            </a:r>
            <a:r>
              <a:rPr lang="zh-CN" altLang="en-US"/>
              <a:t>日蒙西独立储能总出力</a:t>
            </a:r>
          </a:p>
        </c:rich>
      </c:tx>
      <c:overlay val="0"/>
      <c:spPr>
        <a:noFill/>
        <a:ln>
          <a:noFill/>
        </a:ln>
        <a:effectLst/>
      </c:spPr>
      <c:txPr>
        <a:bodyPr rot="0" spcFirstLastPara="0" vertOverflow="ellipsis" vert="horz" wrap="square" anchor="ctr" anchorCtr="1"/>
        <a:lstStyle/>
        <a:p>
          <a:pPr defTabSz="914400">
            <a:defRPr lang="zh-CN" sz="1400" b="1" i="0" u="none" strike="noStrike" kern="1200" baseline="0">
              <a:solidFill>
                <a:sysClr val="windowText" lastClr="000000">
                  <a:lumMod val="75000"/>
                  <a:lumOff val="25000"/>
                </a:sysClr>
              </a:solidFill>
              <a:latin typeface="Calibri" panose="020F0502020204030204" charset="0"/>
              <a:ea typeface="宋体" panose="02010600030101010101" pitchFamily="2" charset="-122"/>
              <a:cs typeface="+mn-ea"/>
            </a:defRPr>
          </a:pPr>
          <a:endParaRPr lang="en-US" altLang="zh-CN"/>
        </a:p>
      </c:txPr>
    </c:title>
    <c:autoTitleDeleted val="0"/>
    <c:plotArea>
      <c:layout/>
      <c:barChart>
        <c:barDir val="col"/>
        <c:grouping val="clustered"/>
        <c:varyColors val="0"/>
        <c:ser>
          <c:idx val="0"/>
          <c:order val="0"/>
          <c:tx>
            <c:strRef>
              <c:f>[工作簿4]Sheet2!$B$1</c:f>
              <c:strCache>
                <c:ptCount val="1"/>
                <c:pt idx="0">
                  <c:v>storage_total_output</c:v>
                </c:pt>
              </c:strCache>
            </c:strRef>
          </c:tx>
          <c:spPr>
            <a:solidFill>
              <a:srgbClr val="4874CB"/>
            </a:solidFill>
            <a:ln>
              <a:noFill/>
            </a:ln>
            <a:effectLst/>
          </c:spPr>
          <c:invertIfNegative val="0"/>
          <c:cat>
            <c:strRef>
              <c:f>[工作簿4]Sheet2!$A$2:$A$96</c:f>
              <c:strCache>
                <c:ptCount val="95"/>
                <c:pt idx="0">
                  <c:v>00:15</c:v>
                </c:pt>
                <c:pt idx="1">
                  <c:v>00:30</c:v>
                </c:pt>
                <c:pt idx="2">
                  <c:v>00:45</c:v>
                </c:pt>
                <c:pt idx="3">
                  <c:v>01:00</c:v>
                </c:pt>
                <c:pt idx="4">
                  <c:v>01:15</c:v>
                </c:pt>
                <c:pt idx="5">
                  <c:v>01:30</c:v>
                </c:pt>
                <c:pt idx="6">
                  <c:v>01:45</c:v>
                </c:pt>
                <c:pt idx="7">
                  <c:v>02:00</c:v>
                </c:pt>
                <c:pt idx="8">
                  <c:v>02:15</c:v>
                </c:pt>
                <c:pt idx="9">
                  <c:v>02:30</c:v>
                </c:pt>
                <c:pt idx="10">
                  <c:v>02:45</c:v>
                </c:pt>
                <c:pt idx="11">
                  <c:v>03:00</c:v>
                </c:pt>
                <c:pt idx="12">
                  <c:v>03:15</c:v>
                </c:pt>
                <c:pt idx="13">
                  <c:v>03:30</c:v>
                </c:pt>
                <c:pt idx="14">
                  <c:v>03:45</c:v>
                </c:pt>
                <c:pt idx="15">
                  <c:v>04:00</c:v>
                </c:pt>
                <c:pt idx="16">
                  <c:v>04:15</c:v>
                </c:pt>
                <c:pt idx="17">
                  <c:v>04:30</c:v>
                </c:pt>
                <c:pt idx="18">
                  <c:v>04:45</c:v>
                </c:pt>
                <c:pt idx="19">
                  <c:v>05:00</c:v>
                </c:pt>
                <c:pt idx="20">
                  <c:v>05:15</c:v>
                </c:pt>
                <c:pt idx="21">
                  <c:v>05:30</c:v>
                </c:pt>
                <c:pt idx="22">
                  <c:v>05:45</c:v>
                </c:pt>
                <c:pt idx="23">
                  <c:v>06:00</c:v>
                </c:pt>
                <c:pt idx="24">
                  <c:v>06:15</c:v>
                </c:pt>
                <c:pt idx="25">
                  <c:v>06:30</c:v>
                </c:pt>
                <c:pt idx="26">
                  <c:v>06:45</c:v>
                </c:pt>
                <c:pt idx="27">
                  <c:v>07:00</c:v>
                </c:pt>
                <c:pt idx="28">
                  <c:v>07:15</c:v>
                </c:pt>
                <c:pt idx="29">
                  <c:v>07:30</c:v>
                </c:pt>
                <c:pt idx="30">
                  <c:v>07:45</c:v>
                </c:pt>
                <c:pt idx="31">
                  <c:v>08:00</c:v>
                </c:pt>
                <c:pt idx="32">
                  <c:v>08:15</c:v>
                </c:pt>
                <c:pt idx="33">
                  <c:v>08:30</c:v>
                </c:pt>
                <c:pt idx="34">
                  <c:v>08:45</c:v>
                </c:pt>
                <c:pt idx="35">
                  <c:v>09:00</c:v>
                </c:pt>
                <c:pt idx="36">
                  <c:v>09:15</c:v>
                </c:pt>
                <c:pt idx="37">
                  <c:v>09:30</c:v>
                </c:pt>
                <c:pt idx="38">
                  <c:v>09:45</c:v>
                </c:pt>
                <c:pt idx="39">
                  <c:v>10:00</c:v>
                </c:pt>
                <c:pt idx="40">
                  <c:v>10:15</c:v>
                </c:pt>
                <c:pt idx="41">
                  <c:v>10:30</c:v>
                </c:pt>
                <c:pt idx="42">
                  <c:v>10:45</c:v>
                </c:pt>
                <c:pt idx="43">
                  <c:v>11:00</c:v>
                </c:pt>
                <c:pt idx="44">
                  <c:v>11:15</c:v>
                </c:pt>
                <c:pt idx="45">
                  <c:v>11:30</c:v>
                </c:pt>
                <c:pt idx="46">
                  <c:v>11:45</c:v>
                </c:pt>
                <c:pt idx="47">
                  <c:v>12:00</c:v>
                </c:pt>
                <c:pt idx="48">
                  <c:v>12:15</c:v>
                </c:pt>
                <c:pt idx="49">
                  <c:v>12:30</c:v>
                </c:pt>
                <c:pt idx="50">
                  <c:v>12:45</c:v>
                </c:pt>
                <c:pt idx="51">
                  <c:v>13:00</c:v>
                </c:pt>
                <c:pt idx="52">
                  <c:v>13:15</c:v>
                </c:pt>
                <c:pt idx="53">
                  <c:v>13:30</c:v>
                </c:pt>
                <c:pt idx="54">
                  <c:v>13:45</c:v>
                </c:pt>
                <c:pt idx="55">
                  <c:v>14:00</c:v>
                </c:pt>
                <c:pt idx="56">
                  <c:v>14:15</c:v>
                </c:pt>
                <c:pt idx="57">
                  <c:v>14:30</c:v>
                </c:pt>
                <c:pt idx="58">
                  <c:v>14:45</c:v>
                </c:pt>
                <c:pt idx="59">
                  <c:v>15:00</c:v>
                </c:pt>
                <c:pt idx="60">
                  <c:v>15:15</c:v>
                </c:pt>
                <c:pt idx="61">
                  <c:v>15:30</c:v>
                </c:pt>
                <c:pt idx="62">
                  <c:v>15:45</c:v>
                </c:pt>
                <c:pt idx="63">
                  <c:v>16:00</c:v>
                </c:pt>
                <c:pt idx="64">
                  <c:v>16:15</c:v>
                </c:pt>
                <c:pt idx="65">
                  <c:v>16:30</c:v>
                </c:pt>
                <c:pt idx="66">
                  <c:v>16:45</c:v>
                </c:pt>
                <c:pt idx="67">
                  <c:v>17:00</c:v>
                </c:pt>
                <c:pt idx="68">
                  <c:v>17:15</c:v>
                </c:pt>
                <c:pt idx="69">
                  <c:v>17:30</c:v>
                </c:pt>
                <c:pt idx="70">
                  <c:v>17:45</c:v>
                </c:pt>
                <c:pt idx="71">
                  <c:v>18:00</c:v>
                </c:pt>
                <c:pt idx="72">
                  <c:v>18:15</c:v>
                </c:pt>
                <c:pt idx="73">
                  <c:v>18:30</c:v>
                </c:pt>
                <c:pt idx="74">
                  <c:v>18:45</c:v>
                </c:pt>
                <c:pt idx="75">
                  <c:v>19:00</c:v>
                </c:pt>
                <c:pt idx="76">
                  <c:v>19:15</c:v>
                </c:pt>
                <c:pt idx="77">
                  <c:v>19:30</c:v>
                </c:pt>
                <c:pt idx="78">
                  <c:v>19:45</c:v>
                </c:pt>
                <c:pt idx="79">
                  <c:v>20:00</c:v>
                </c:pt>
                <c:pt idx="80">
                  <c:v>20:15</c:v>
                </c:pt>
                <c:pt idx="81">
                  <c:v>20:30</c:v>
                </c:pt>
                <c:pt idx="82">
                  <c:v>20:45</c:v>
                </c:pt>
                <c:pt idx="83">
                  <c:v>21:00</c:v>
                </c:pt>
                <c:pt idx="84">
                  <c:v>21:15</c:v>
                </c:pt>
                <c:pt idx="85">
                  <c:v>21:30</c:v>
                </c:pt>
                <c:pt idx="86">
                  <c:v>21:45</c:v>
                </c:pt>
                <c:pt idx="87">
                  <c:v>22:00</c:v>
                </c:pt>
                <c:pt idx="88">
                  <c:v>22:15</c:v>
                </c:pt>
                <c:pt idx="89">
                  <c:v>22:30</c:v>
                </c:pt>
                <c:pt idx="90">
                  <c:v>22:45</c:v>
                </c:pt>
                <c:pt idx="91">
                  <c:v>23:00</c:v>
                </c:pt>
                <c:pt idx="92">
                  <c:v>23:15</c:v>
                </c:pt>
                <c:pt idx="93">
                  <c:v>23:30</c:v>
                </c:pt>
                <c:pt idx="94">
                  <c:v>23:45</c:v>
                </c:pt>
              </c:strCache>
            </c:strRef>
          </c:cat>
          <c:val>
            <c:numRef>
              <c:f>[工作簿4]Sheet2!$B$2:$B$96</c:f>
              <c:numCache>
                <c:formatCode>General</c:formatCode>
                <c:ptCount val="95"/>
                <c:pt idx="0">
                  <c:v>945.13699999999994</c:v>
                </c:pt>
                <c:pt idx="1">
                  <c:v>1069.6279999999999</c:v>
                </c:pt>
                <c:pt idx="2">
                  <c:v>1193.75</c:v>
                </c:pt>
                <c:pt idx="3">
                  <c:v>966.25</c:v>
                </c:pt>
                <c:pt idx="4">
                  <c:v>1053.752</c:v>
                </c:pt>
                <c:pt idx="5">
                  <c:v>805.25199999999995</c:v>
                </c:pt>
                <c:pt idx="6">
                  <c:v>627.5</c:v>
                </c:pt>
                <c:pt idx="7">
                  <c:v>518.5</c:v>
                </c:pt>
                <c:pt idx="8">
                  <c:v>154.19999999999999</c:v>
                </c:pt>
                <c:pt idx="9">
                  <c:v>-470</c:v>
                </c:pt>
                <c:pt idx="10">
                  <c:v>-319.75</c:v>
                </c:pt>
                <c:pt idx="11">
                  <c:v>-240.375</c:v>
                </c:pt>
                <c:pt idx="12">
                  <c:v>-357.45699999999999</c:v>
                </c:pt>
                <c:pt idx="13">
                  <c:v>-600.15</c:v>
                </c:pt>
                <c:pt idx="14">
                  <c:v>-805</c:v>
                </c:pt>
                <c:pt idx="15">
                  <c:v>-1335</c:v>
                </c:pt>
                <c:pt idx="16">
                  <c:v>-1462.5830000000001</c:v>
                </c:pt>
                <c:pt idx="17">
                  <c:v>-909.61599999999999</c:v>
                </c:pt>
                <c:pt idx="18">
                  <c:v>-457.03399999999999</c:v>
                </c:pt>
                <c:pt idx="19">
                  <c:v>-426.5</c:v>
                </c:pt>
                <c:pt idx="20">
                  <c:v>-227.77099999999999</c:v>
                </c:pt>
                <c:pt idx="21">
                  <c:v>-495.59899999999999</c:v>
                </c:pt>
                <c:pt idx="22">
                  <c:v>-837</c:v>
                </c:pt>
                <c:pt idx="23">
                  <c:v>-538.99699999999996</c:v>
                </c:pt>
                <c:pt idx="24">
                  <c:v>299.96300000000002</c:v>
                </c:pt>
                <c:pt idx="25">
                  <c:v>356.78100000000001</c:v>
                </c:pt>
                <c:pt idx="26">
                  <c:v>430</c:v>
                </c:pt>
                <c:pt idx="27">
                  <c:v>343.096</c:v>
                </c:pt>
                <c:pt idx="28">
                  <c:v>653.48800000000006</c:v>
                </c:pt>
                <c:pt idx="29">
                  <c:v>605.09699999999998</c:v>
                </c:pt>
                <c:pt idx="30">
                  <c:v>555.04600000000005</c:v>
                </c:pt>
                <c:pt idx="31">
                  <c:v>368.70100000000002</c:v>
                </c:pt>
                <c:pt idx="32">
                  <c:v>739.84400000000005</c:v>
                </c:pt>
                <c:pt idx="33">
                  <c:v>879.75599999999997</c:v>
                </c:pt>
                <c:pt idx="34">
                  <c:v>1042.8620000000001</c:v>
                </c:pt>
                <c:pt idx="35">
                  <c:v>1186.6020100000001</c:v>
                </c:pt>
                <c:pt idx="36">
                  <c:v>754.77599999999995</c:v>
                </c:pt>
                <c:pt idx="37">
                  <c:v>141.197</c:v>
                </c:pt>
                <c:pt idx="38">
                  <c:v>21.195</c:v>
                </c:pt>
                <c:pt idx="39">
                  <c:v>-370.95699999999999</c:v>
                </c:pt>
                <c:pt idx="40">
                  <c:v>-554.99199599999997</c:v>
                </c:pt>
                <c:pt idx="41">
                  <c:v>-1222.7429999999999</c:v>
                </c:pt>
                <c:pt idx="42">
                  <c:v>-1502.665</c:v>
                </c:pt>
                <c:pt idx="43">
                  <c:v>-2120</c:v>
                </c:pt>
                <c:pt idx="44">
                  <c:v>-2482.2510000000002</c:v>
                </c:pt>
                <c:pt idx="45">
                  <c:v>-3357</c:v>
                </c:pt>
                <c:pt idx="46">
                  <c:v>-4095.9730450000002</c:v>
                </c:pt>
                <c:pt idx="47">
                  <c:v>-4856.4280650000001</c:v>
                </c:pt>
                <c:pt idx="48">
                  <c:v>-5811.9552990000002</c:v>
                </c:pt>
                <c:pt idx="49">
                  <c:v>-6526.9870300000002</c:v>
                </c:pt>
                <c:pt idx="50">
                  <c:v>-6804.6369999999997</c:v>
                </c:pt>
                <c:pt idx="51">
                  <c:v>-7159.652</c:v>
                </c:pt>
                <c:pt idx="52">
                  <c:v>-7596</c:v>
                </c:pt>
                <c:pt idx="53">
                  <c:v>-7671</c:v>
                </c:pt>
                <c:pt idx="54">
                  <c:v>-7697.0940000000001</c:v>
                </c:pt>
                <c:pt idx="55">
                  <c:v>-7702.3040000000001</c:v>
                </c:pt>
                <c:pt idx="56">
                  <c:v>-7793.1679999999997</c:v>
                </c:pt>
                <c:pt idx="57">
                  <c:v>-7825.7939999999999</c:v>
                </c:pt>
                <c:pt idx="58">
                  <c:v>-7725.9369999999999</c:v>
                </c:pt>
                <c:pt idx="59">
                  <c:v>-7490.9880000000003</c:v>
                </c:pt>
                <c:pt idx="60">
                  <c:v>-6928.2879999999996</c:v>
                </c:pt>
                <c:pt idx="61">
                  <c:v>-6327.268</c:v>
                </c:pt>
                <c:pt idx="62">
                  <c:v>-5507.7110000000002</c:v>
                </c:pt>
                <c:pt idx="63">
                  <c:v>-3974.4740000000002</c:v>
                </c:pt>
                <c:pt idx="64">
                  <c:v>-2198</c:v>
                </c:pt>
                <c:pt idx="65">
                  <c:v>-900</c:v>
                </c:pt>
                <c:pt idx="66">
                  <c:v>-100</c:v>
                </c:pt>
                <c:pt idx="67">
                  <c:v>286.72800000000001</c:v>
                </c:pt>
                <c:pt idx="68">
                  <c:v>972.16600000000005</c:v>
                </c:pt>
                <c:pt idx="69">
                  <c:v>2146.0610000000001</c:v>
                </c:pt>
                <c:pt idx="70">
                  <c:v>3091.8710000000001</c:v>
                </c:pt>
                <c:pt idx="71">
                  <c:v>3729.8449999999998</c:v>
                </c:pt>
                <c:pt idx="72">
                  <c:v>4814.4089999999997</c:v>
                </c:pt>
                <c:pt idx="73">
                  <c:v>5597.2259999999997</c:v>
                </c:pt>
                <c:pt idx="74">
                  <c:v>5883</c:v>
                </c:pt>
                <c:pt idx="75">
                  <c:v>6377</c:v>
                </c:pt>
                <c:pt idx="76">
                  <c:v>6918.5</c:v>
                </c:pt>
                <c:pt idx="77">
                  <c:v>6835</c:v>
                </c:pt>
                <c:pt idx="78">
                  <c:v>6606.6980000000003</c:v>
                </c:pt>
                <c:pt idx="79">
                  <c:v>6461.4859999999999</c:v>
                </c:pt>
                <c:pt idx="80">
                  <c:v>6208.74</c:v>
                </c:pt>
                <c:pt idx="81">
                  <c:v>5911.5839999999998</c:v>
                </c:pt>
                <c:pt idx="82">
                  <c:v>5631.4960000000001</c:v>
                </c:pt>
                <c:pt idx="83">
                  <c:v>5363.2259999999997</c:v>
                </c:pt>
                <c:pt idx="84">
                  <c:v>5039.0690189999996</c:v>
                </c:pt>
                <c:pt idx="85">
                  <c:v>4709.0370220000004</c:v>
                </c:pt>
                <c:pt idx="86">
                  <c:v>4335.0630000000001</c:v>
                </c:pt>
                <c:pt idx="87">
                  <c:v>3948.962</c:v>
                </c:pt>
                <c:pt idx="88">
                  <c:v>3312</c:v>
                </c:pt>
                <c:pt idx="89">
                  <c:v>2125</c:v>
                </c:pt>
                <c:pt idx="90">
                  <c:v>1735</c:v>
                </c:pt>
                <c:pt idx="91">
                  <c:v>1766</c:v>
                </c:pt>
                <c:pt idx="92">
                  <c:v>1904</c:v>
                </c:pt>
                <c:pt idx="93">
                  <c:v>1899</c:v>
                </c:pt>
                <c:pt idx="94">
                  <c:v>1389</c:v>
                </c:pt>
              </c:numCache>
            </c:numRef>
          </c:val>
          <c:extLst>
            <c:ext xmlns:c16="http://schemas.microsoft.com/office/drawing/2014/chart" uri="{C3380CC4-5D6E-409C-BE32-E72D297353CC}">
              <c16:uniqueId val="{00000000-7BE5-4738-BCD0-ABFBBFD120B9}"/>
            </c:ext>
          </c:extLst>
        </c:ser>
        <c:dLbls>
          <c:showLegendKey val="0"/>
          <c:showVal val="0"/>
          <c:showCatName val="0"/>
          <c:showSerName val="0"/>
          <c:showPercent val="0"/>
          <c:showBubbleSize val="0"/>
        </c:dLbls>
        <c:gapWidth val="246"/>
        <c:overlap val="-28"/>
        <c:axId val="811953832"/>
        <c:axId val="878604148"/>
      </c:barChart>
      <c:catAx>
        <c:axId val="811953832"/>
        <c:scaling>
          <c:orientation val="minMax"/>
        </c:scaling>
        <c:delete val="0"/>
        <c:axPos val="b"/>
        <c:numFmt formatCode="General" sourceLinked="0"/>
        <c:majorTickMark val="none"/>
        <c:minorTickMark val="none"/>
        <c:tickLblPos val="nextTo"/>
        <c:spPr>
          <a:noFill/>
          <a:ln w="9525" cap="flat" cmpd="sng" algn="ctr">
            <a:solidFill>
              <a:sysClr val="windowText" lastClr="000000">
                <a:lumMod val="15000"/>
                <a:lumOff val="85000"/>
              </a:sysClr>
            </a:solidFill>
            <a:round/>
          </a:ln>
          <a:effectLst/>
        </c:spPr>
        <c:txPr>
          <a:bodyPr rot="-60000000" spcFirstLastPara="0" vertOverflow="ellipsis" vert="horz" wrap="square" anchor="ctr" anchorCtr="1"/>
          <a:lstStyle/>
          <a:p>
            <a:pPr>
              <a:defRPr lang="zh-CN" sz="900" b="0" i="0" u="none" strike="noStrike" kern="1200" baseline="0">
                <a:solidFill>
                  <a:sysClr val="windowText" lastClr="000000">
                    <a:lumMod val="65000"/>
                    <a:lumOff val="35000"/>
                  </a:sysClr>
                </a:solidFill>
                <a:latin typeface="Calibri" panose="020F0502020204030204" charset="0"/>
                <a:ea typeface="宋体" panose="02010600030101010101" pitchFamily="2" charset="-122"/>
                <a:cs typeface="+mn-ea"/>
              </a:defRPr>
            </a:pPr>
            <a:endParaRPr lang="zh-CN"/>
          </a:p>
        </c:txPr>
        <c:crossAx val="878604148"/>
        <c:crosses val="autoZero"/>
        <c:auto val="1"/>
        <c:lblAlgn val="ctr"/>
        <c:lblOffset val="100"/>
        <c:noMultiLvlLbl val="0"/>
      </c:catAx>
      <c:valAx>
        <c:axId val="878604148"/>
        <c:scaling>
          <c:orientation val="minMax"/>
        </c:scaling>
        <c:delete val="0"/>
        <c:axPos val="l"/>
        <c:majorGridlines>
          <c:spPr>
            <a:ln w="9525" cap="flat" cmpd="sng" algn="ctr">
              <a:solidFill>
                <a:sysClr val="window" lastClr="FFFFFF">
                  <a:lumMod val="90200"/>
                </a:sysClr>
              </a:solidFill>
              <a:round/>
            </a:ln>
            <a:effectLst/>
          </c:spPr>
        </c:majorGridlines>
        <c:title>
          <c:tx>
            <c:rich>
              <a:bodyPr rot="-5400000" spcFirstLastPara="0" vertOverflow="ellipsis" vert="horz" wrap="square" anchor="ctr" anchorCtr="1"/>
              <a:lstStyle/>
              <a:p>
                <a:pPr defTabSz="914400">
                  <a:defRPr lang="zh-CN" sz="1000" b="0" i="0" u="none" strike="noStrike" kern="1200" baseline="0">
                    <a:solidFill>
                      <a:sysClr val="windowText" lastClr="000000">
                        <a:lumMod val="65000"/>
                        <a:lumOff val="35000"/>
                      </a:sysClr>
                    </a:solidFill>
                    <a:latin typeface="Calibri" panose="020F0502020204030204" charset="0"/>
                    <a:ea typeface="宋体" panose="02010600030101010101" pitchFamily="2" charset="-122"/>
                    <a:cs typeface="+mn-ea"/>
                  </a:defRPr>
                </a:pPr>
                <a:r>
                  <a:rPr lang="zh-CN" altLang="en-US"/>
                  <a:t>出力（</a:t>
                </a:r>
                <a:r>
                  <a:rPr lang="en-US" altLang="zh-CN"/>
                  <a:t>MW</a:t>
                </a:r>
                <a:r>
                  <a:rPr lang="en-US" altLang="en-US"/>
                  <a:t>）</a:t>
                </a:r>
                <a:endParaRPr lang="en-US" altLang="zh-CN"/>
              </a:p>
            </c:rich>
          </c:tx>
          <c:overlay val="0"/>
          <c:spPr>
            <a:noFill/>
            <a:ln>
              <a:noFill/>
            </a:ln>
            <a:effectLst/>
          </c:spPr>
          <c:txPr>
            <a:bodyPr rot="-5400000" spcFirstLastPara="0" vertOverflow="ellipsis" vert="horz" wrap="square" anchor="ctr" anchorCtr="1"/>
            <a:lstStyle/>
            <a:p>
              <a:pPr defTabSz="914400">
                <a:defRPr lang="zh-CN" sz="1000" b="0" i="0" u="none" strike="noStrike" kern="1200" baseline="0">
                  <a:solidFill>
                    <a:sysClr val="windowText" lastClr="000000">
                      <a:lumMod val="65000"/>
                      <a:lumOff val="35000"/>
                    </a:sysClr>
                  </a:solidFill>
                  <a:latin typeface="Calibri" panose="020F0502020204030204" charset="0"/>
                  <a:ea typeface="宋体" panose="02010600030101010101" pitchFamily="2" charset="-122"/>
                  <a:cs typeface="+mn-ea"/>
                </a:defRPr>
              </a:pPr>
              <a:endParaRPr lang="en-US" altLang="zh-CN"/>
            </a:p>
          </c:txPr>
        </c:title>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ysClr val="windowText" lastClr="000000">
                    <a:lumMod val="65000"/>
                    <a:lumOff val="35000"/>
                  </a:sysClr>
                </a:solidFill>
                <a:latin typeface="Calibri" panose="020F0502020204030204" charset="0"/>
                <a:ea typeface="宋体" panose="02010600030101010101" pitchFamily="2" charset="-122"/>
                <a:cs typeface="+mn-ea"/>
              </a:defRPr>
            </a:pPr>
            <a:endParaRPr lang="zh-CN"/>
          </a:p>
        </c:txPr>
        <c:crossAx val="811953832"/>
        <c:crosses val="autoZero"/>
        <c:crossBetween val="between"/>
      </c:valAx>
      <c:spPr>
        <a:noFill/>
        <a:ln>
          <a:noFill/>
        </a:ln>
        <a:effectLst/>
      </c:spPr>
    </c:plotArea>
    <c:legend>
      <c:legendPos val="b"/>
      <c:overlay val="0"/>
      <c:spPr>
        <a:noFill/>
        <a:ln>
          <a:noFill/>
        </a:ln>
        <a:effectLst/>
      </c:spPr>
      <c:txPr>
        <a:bodyPr rot="0" spcFirstLastPara="0" vertOverflow="ellipsis" vert="horz" wrap="square" anchor="ctr" anchorCtr="1"/>
        <a:lstStyle/>
        <a:p>
          <a:pPr>
            <a:defRPr lang="zh-CN" sz="900" b="0" i="0" u="none" strike="noStrike" kern="1200" baseline="0">
              <a:solidFill>
                <a:sysClr val="windowText" lastClr="000000">
                  <a:lumMod val="65000"/>
                  <a:lumOff val="35000"/>
                </a:sysClr>
              </a:solidFill>
              <a:latin typeface="Calibri" panose="020F0502020204030204" charset="0"/>
              <a:ea typeface="宋体" panose="02010600030101010101" pitchFamily="2" charset="-122"/>
              <a:cs typeface="+mn-ea"/>
            </a:defRPr>
          </a:pPr>
          <a:endParaRPr lang="zh-CN"/>
        </a:p>
      </c:txPr>
    </c:legend>
    <c:plotVisOnly val="1"/>
    <c:dispBlanksAs val="gap"/>
    <c:showDLblsOverMax val="0"/>
    <c:extLst>
      <c:ext uri="{0b15fc19-7d7d-44ad-8c2d-2c3a37ce22c3}">
        <chartProps xmlns="https://web.wps.cn/et/2018/main" chartId="{498cdc09-8b4a-4937-aeb3-1993cd9cc93c}"/>
      </c:ext>
    </c:extLst>
  </c:chart>
  <c:spPr>
    <a:solidFill>
      <a:sysClr val="window" lastClr="FFFFFF"/>
    </a:solidFill>
    <a:ln w="9525" cap="flat" cmpd="sng" algn="ctr">
      <a:solidFill>
        <a:sysClr val="windowText" lastClr="000000">
          <a:lumMod val="15000"/>
          <a:lumOff val="85000"/>
        </a:sysClr>
      </a:solidFill>
      <a:round/>
    </a:ln>
    <a:effectLst/>
  </c:spPr>
  <c:txPr>
    <a:bodyPr/>
    <a:lstStyle/>
    <a:p>
      <a:pPr>
        <a:defRPr lang="zh-CN"/>
      </a:pPr>
      <a:endParaRPr lang="zh-CN"/>
    </a:p>
  </c:txPr>
  <c:externalData r:id="rId4">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ltLang="zh-CN"/>
              <a:t>2026-6-19</a:t>
            </a:r>
            <a:r>
              <a:rPr lang="zh-CN" altLang="en-US"/>
              <a:t>日前出清结果（乌拉特</a:t>
            </a:r>
            <a:r>
              <a:rPr lang="en-US" altLang="zh-CN"/>
              <a:t>&amp;</a:t>
            </a:r>
            <a:r>
              <a:rPr lang="zh-CN" altLang="en-US"/>
              <a:t>乌海）</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areaChart>
        <c:grouping val="standard"/>
        <c:varyColors val="0"/>
        <c:ser>
          <c:idx val="2"/>
          <c:order val="2"/>
          <c:tx>
            <c:strRef>
              <c:f>'2026-06-19'!$A$4</c:f>
              <c:strCache>
                <c:ptCount val="1"/>
                <c:pt idx="0">
                  <c:v>远景乌拉特储能电站-电价</c:v>
                </c:pt>
              </c:strCache>
            </c:strRef>
          </c:tx>
          <c:spPr>
            <a:solidFill>
              <a:schemeClr val="accent5"/>
            </a:solidFill>
            <a:ln>
              <a:noFill/>
            </a:ln>
            <a:effectLst/>
          </c:spPr>
          <c:cat>
            <c:strRef>
              <c:f>'2026-06-19'!$B$1:$CS$1</c:f>
              <c:strCache>
                <c:ptCount val="96"/>
                <c:pt idx="0">
                  <c:v>0:00</c:v>
                </c:pt>
                <c:pt idx="1">
                  <c:v>0:15</c:v>
                </c:pt>
                <c:pt idx="2">
                  <c:v>0:30</c:v>
                </c:pt>
                <c:pt idx="3">
                  <c:v>0:45</c:v>
                </c:pt>
                <c:pt idx="4">
                  <c:v>1:00</c:v>
                </c:pt>
                <c:pt idx="5">
                  <c:v>1:15</c:v>
                </c:pt>
                <c:pt idx="6">
                  <c:v>1:30</c:v>
                </c:pt>
                <c:pt idx="7">
                  <c:v>1:45</c:v>
                </c:pt>
                <c:pt idx="8">
                  <c:v>2:00</c:v>
                </c:pt>
                <c:pt idx="9">
                  <c:v>2:15</c:v>
                </c:pt>
                <c:pt idx="10">
                  <c:v>2:30</c:v>
                </c:pt>
                <c:pt idx="11">
                  <c:v>2:45</c:v>
                </c:pt>
                <c:pt idx="12">
                  <c:v>3:00</c:v>
                </c:pt>
                <c:pt idx="13">
                  <c:v>3:15</c:v>
                </c:pt>
                <c:pt idx="14">
                  <c:v>3:30</c:v>
                </c:pt>
                <c:pt idx="15">
                  <c:v>3:45</c:v>
                </c:pt>
                <c:pt idx="16">
                  <c:v>4:00</c:v>
                </c:pt>
                <c:pt idx="17">
                  <c:v>4:15</c:v>
                </c:pt>
                <c:pt idx="18">
                  <c:v>4:30</c:v>
                </c:pt>
                <c:pt idx="19">
                  <c:v>4:45</c:v>
                </c:pt>
                <c:pt idx="20">
                  <c:v>5:00</c:v>
                </c:pt>
                <c:pt idx="21">
                  <c:v>5:15</c:v>
                </c:pt>
                <c:pt idx="22">
                  <c:v>5:30</c:v>
                </c:pt>
                <c:pt idx="23">
                  <c:v>5:45</c:v>
                </c:pt>
                <c:pt idx="24">
                  <c:v>6:00</c:v>
                </c:pt>
                <c:pt idx="25">
                  <c:v>6:15</c:v>
                </c:pt>
                <c:pt idx="26">
                  <c:v>6:30</c:v>
                </c:pt>
                <c:pt idx="27">
                  <c:v>6:45</c:v>
                </c:pt>
                <c:pt idx="28">
                  <c:v>7:00</c:v>
                </c:pt>
                <c:pt idx="29">
                  <c:v>7:15</c:v>
                </c:pt>
                <c:pt idx="30">
                  <c:v>7:30</c:v>
                </c:pt>
                <c:pt idx="31">
                  <c:v>7:45</c:v>
                </c:pt>
                <c:pt idx="32">
                  <c:v>8:00</c:v>
                </c:pt>
                <c:pt idx="33">
                  <c:v>8:15</c:v>
                </c:pt>
                <c:pt idx="34">
                  <c:v>8:30</c:v>
                </c:pt>
                <c:pt idx="35">
                  <c:v>8:45</c:v>
                </c:pt>
                <c:pt idx="36">
                  <c:v>9:00</c:v>
                </c:pt>
                <c:pt idx="37">
                  <c:v>9:15</c:v>
                </c:pt>
                <c:pt idx="38">
                  <c:v>9:30</c:v>
                </c:pt>
                <c:pt idx="39">
                  <c:v>9:45</c:v>
                </c:pt>
                <c:pt idx="40">
                  <c:v>10:00</c:v>
                </c:pt>
                <c:pt idx="41">
                  <c:v>10:15</c:v>
                </c:pt>
                <c:pt idx="42">
                  <c:v>10:30</c:v>
                </c:pt>
                <c:pt idx="43">
                  <c:v>10:45</c:v>
                </c:pt>
                <c:pt idx="44">
                  <c:v>11:00</c:v>
                </c:pt>
                <c:pt idx="45">
                  <c:v>11:15</c:v>
                </c:pt>
                <c:pt idx="46">
                  <c:v>11:30</c:v>
                </c:pt>
                <c:pt idx="47">
                  <c:v>11:45</c:v>
                </c:pt>
                <c:pt idx="48">
                  <c:v>12:00</c:v>
                </c:pt>
                <c:pt idx="49">
                  <c:v>12:15</c:v>
                </c:pt>
                <c:pt idx="50">
                  <c:v>12:30</c:v>
                </c:pt>
                <c:pt idx="51">
                  <c:v>12:45</c:v>
                </c:pt>
                <c:pt idx="52">
                  <c:v>13:00</c:v>
                </c:pt>
                <c:pt idx="53">
                  <c:v>13:15</c:v>
                </c:pt>
                <c:pt idx="54">
                  <c:v>13:30</c:v>
                </c:pt>
                <c:pt idx="55">
                  <c:v>13:45</c:v>
                </c:pt>
                <c:pt idx="56">
                  <c:v>14:00</c:v>
                </c:pt>
                <c:pt idx="57">
                  <c:v>14:15</c:v>
                </c:pt>
                <c:pt idx="58">
                  <c:v>14:30</c:v>
                </c:pt>
                <c:pt idx="59">
                  <c:v>14:45</c:v>
                </c:pt>
                <c:pt idx="60">
                  <c:v>15:00</c:v>
                </c:pt>
                <c:pt idx="61">
                  <c:v>15:15</c:v>
                </c:pt>
                <c:pt idx="62">
                  <c:v>15:30</c:v>
                </c:pt>
                <c:pt idx="63">
                  <c:v>15:45</c:v>
                </c:pt>
                <c:pt idx="64">
                  <c:v>16:00</c:v>
                </c:pt>
                <c:pt idx="65">
                  <c:v>16:15</c:v>
                </c:pt>
                <c:pt idx="66">
                  <c:v>16:30</c:v>
                </c:pt>
                <c:pt idx="67">
                  <c:v>16:45</c:v>
                </c:pt>
                <c:pt idx="68">
                  <c:v>17:00</c:v>
                </c:pt>
                <c:pt idx="69">
                  <c:v>17:15</c:v>
                </c:pt>
                <c:pt idx="70">
                  <c:v>17:30</c:v>
                </c:pt>
                <c:pt idx="71">
                  <c:v>17:45</c:v>
                </c:pt>
                <c:pt idx="72">
                  <c:v>18:00</c:v>
                </c:pt>
                <c:pt idx="73">
                  <c:v>18:15</c:v>
                </c:pt>
                <c:pt idx="74">
                  <c:v>18:30</c:v>
                </c:pt>
                <c:pt idx="75">
                  <c:v>18:45</c:v>
                </c:pt>
                <c:pt idx="76">
                  <c:v>19:00</c:v>
                </c:pt>
                <c:pt idx="77">
                  <c:v>19:15</c:v>
                </c:pt>
                <c:pt idx="78">
                  <c:v>19:30</c:v>
                </c:pt>
                <c:pt idx="79">
                  <c:v>19:45</c:v>
                </c:pt>
                <c:pt idx="80">
                  <c:v>20:00</c:v>
                </c:pt>
                <c:pt idx="81">
                  <c:v>20:15</c:v>
                </c:pt>
                <c:pt idx="82">
                  <c:v>20:30</c:v>
                </c:pt>
                <c:pt idx="83">
                  <c:v>20:45</c:v>
                </c:pt>
                <c:pt idx="84">
                  <c:v>21:00</c:v>
                </c:pt>
                <c:pt idx="85">
                  <c:v>21:15</c:v>
                </c:pt>
                <c:pt idx="86">
                  <c:v>21:30</c:v>
                </c:pt>
                <c:pt idx="87">
                  <c:v>21:45</c:v>
                </c:pt>
                <c:pt idx="88">
                  <c:v>22:00</c:v>
                </c:pt>
                <c:pt idx="89">
                  <c:v>22:15</c:v>
                </c:pt>
                <c:pt idx="90">
                  <c:v>22:30</c:v>
                </c:pt>
                <c:pt idx="91">
                  <c:v>22:45</c:v>
                </c:pt>
                <c:pt idx="92">
                  <c:v>23:00</c:v>
                </c:pt>
                <c:pt idx="93">
                  <c:v>23:15</c:v>
                </c:pt>
                <c:pt idx="94">
                  <c:v>23:30</c:v>
                </c:pt>
                <c:pt idx="95">
                  <c:v>23:45</c:v>
                </c:pt>
              </c:strCache>
            </c:strRef>
          </c:cat>
          <c:val>
            <c:numRef>
              <c:f>'2026-06-19'!$B$4:$CS$4</c:f>
              <c:numCache>
                <c:formatCode>General</c:formatCode>
                <c:ptCount val="96"/>
                <c:pt idx="0">
                  <c:v>1110</c:v>
                </c:pt>
                <c:pt idx="1">
                  <c:v>120</c:v>
                </c:pt>
                <c:pt idx="2">
                  <c:v>120</c:v>
                </c:pt>
                <c:pt idx="3">
                  <c:v>200</c:v>
                </c:pt>
                <c:pt idx="4">
                  <c:v>120</c:v>
                </c:pt>
                <c:pt idx="5">
                  <c:v>150</c:v>
                </c:pt>
                <c:pt idx="6">
                  <c:v>220</c:v>
                </c:pt>
                <c:pt idx="7">
                  <c:v>290</c:v>
                </c:pt>
                <c:pt idx="8">
                  <c:v>500</c:v>
                </c:pt>
                <c:pt idx="9">
                  <c:v>500</c:v>
                </c:pt>
                <c:pt idx="10">
                  <c:v>500</c:v>
                </c:pt>
                <c:pt idx="11">
                  <c:v>500</c:v>
                </c:pt>
                <c:pt idx="12">
                  <c:v>300</c:v>
                </c:pt>
                <c:pt idx="13">
                  <c:v>270</c:v>
                </c:pt>
                <c:pt idx="14">
                  <c:v>260</c:v>
                </c:pt>
                <c:pt idx="15">
                  <c:v>100</c:v>
                </c:pt>
                <c:pt idx="16">
                  <c:v>205</c:v>
                </c:pt>
                <c:pt idx="17">
                  <c:v>120</c:v>
                </c:pt>
                <c:pt idx="18">
                  <c:v>230</c:v>
                </c:pt>
                <c:pt idx="19">
                  <c:v>280</c:v>
                </c:pt>
                <c:pt idx="20">
                  <c:v>290</c:v>
                </c:pt>
                <c:pt idx="21">
                  <c:v>500</c:v>
                </c:pt>
                <c:pt idx="22">
                  <c:v>500</c:v>
                </c:pt>
                <c:pt idx="23">
                  <c:v>300</c:v>
                </c:pt>
                <c:pt idx="24">
                  <c:v>300</c:v>
                </c:pt>
                <c:pt idx="25">
                  <c:v>300</c:v>
                </c:pt>
                <c:pt idx="26">
                  <c:v>120</c:v>
                </c:pt>
                <c:pt idx="27">
                  <c:v>29</c:v>
                </c:pt>
                <c:pt idx="28">
                  <c:v>100</c:v>
                </c:pt>
                <c:pt idx="29">
                  <c:v>130</c:v>
                </c:pt>
                <c:pt idx="30">
                  <c:v>205</c:v>
                </c:pt>
                <c:pt idx="31">
                  <c:v>110</c:v>
                </c:pt>
                <c:pt idx="32">
                  <c:v>110</c:v>
                </c:pt>
                <c:pt idx="33">
                  <c:v>200</c:v>
                </c:pt>
                <c:pt idx="34">
                  <c:v>120</c:v>
                </c:pt>
                <c:pt idx="35">
                  <c:v>120</c:v>
                </c:pt>
                <c:pt idx="36">
                  <c:v>200</c:v>
                </c:pt>
                <c:pt idx="37">
                  <c:v>280</c:v>
                </c:pt>
                <c:pt idx="38">
                  <c:v>250</c:v>
                </c:pt>
                <c:pt idx="39">
                  <c:v>120</c:v>
                </c:pt>
                <c:pt idx="40">
                  <c:v>200</c:v>
                </c:pt>
                <c:pt idx="41">
                  <c:v>120</c:v>
                </c:pt>
                <c:pt idx="42">
                  <c:v>290</c:v>
                </c:pt>
                <c:pt idx="43">
                  <c:v>260.50400000000002</c:v>
                </c:pt>
                <c:pt idx="44">
                  <c:v>230</c:v>
                </c:pt>
                <c:pt idx="45">
                  <c:v>280</c:v>
                </c:pt>
                <c:pt idx="46">
                  <c:v>150</c:v>
                </c:pt>
                <c:pt idx="47">
                  <c:v>290</c:v>
                </c:pt>
                <c:pt idx="48">
                  <c:v>270</c:v>
                </c:pt>
                <c:pt idx="49">
                  <c:v>32.828000000000003</c:v>
                </c:pt>
                <c:pt idx="50">
                  <c:v>270</c:v>
                </c:pt>
                <c:pt idx="51">
                  <c:v>100</c:v>
                </c:pt>
                <c:pt idx="52">
                  <c:v>17.824999999999999</c:v>
                </c:pt>
                <c:pt idx="53">
                  <c:v>-27.765999999999998</c:v>
                </c:pt>
                <c:pt idx="54">
                  <c:v>244</c:v>
                </c:pt>
                <c:pt idx="55">
                  <c:v>270</c:v>
                </c:pt>
                <c:pt idx="56">
                  <c:v>500</c:v>
                </c:pt>
                <c:pt idx="57">
                  <c:v>500</c:v>
                </c:pt>
                <c:pt idx="58">
                  <c:v>280</c:v>
                </c:pt>
                <c:pt idx="59">
                  <c:v>300</c:v>
                </c:pt>
                <c:pt idx="60">
                  <c:v>120</c:v>
                </c:pt>
                <c:pt idx="61">
                  <c:v>100</c:v>
                </c:pt>
                <c:pt idx="62">
                  <c:v>120</c:v>
                </c:pt>
                <c:pt idx="63">
                  <c:v>230</c:v>
                </c:pt>
                <c:pt idx="64">
                  <c:v>120</c:v>
                </c:pt>
                <c:pt idx="65">
                  <c:v>240</c:v>
                </c:pt>
                <c:pt idx="66">
                  <c:v>120</c:v>
                </c:pt>
                <c:pt idx="67">
                  <c:v>120</c:v>
                </c:pt>
                <c:pt idx="68">
                  <c:v>100</c:v>
                </c:pt>
                <c:pt idx="69">
                  <c:v>100</c:v>
                </c:pt>
                <c:pt idx="70">
                  <c:v>100</c:v>
                </c:pt>
                <c:pt idx="71">
                  <c:v>100</c:v>
                </c:pt>
                <c:pt idx="72">
                  <c:v>137.77799999999999</c:v>
                </c:pt>
                <c:pt idx="73">
                  <c:v>185</c:v>
                </c:pt>
                <c:pt idx="74">
                  <c:v>110</c:v>
                </c:pt>
                <c:pt idx="75">
                  <c:v>110</c:v>
                </c:pt>
                <c:pt idx="76">
                  <c:v>100</c:v>
                </c:pt>
                <c:pt idx="77">
                  <c:v>110</c:v>
                </c:pt>
                <c:pt idx="78">
                  <c:v>130</c:v>
                </c:pt>
                <c:pt idx="79">
                  <c:v>300</c:v>
                </c:pt>
                <c:pt idx="80">
                  <c:v>120</c:v>
                </c:pt>
                <c:pt idx="81">
                  <c:v>120</c:v>
                </c:pt>
                <c:pt idx="82">
                  <c:v>220</c:v>
                </c:pt>
                <c:pt idx="83">
                  <c:v>230</c:v>
                </c:pt>
                <c:pt idx="84">
                  <c:v>100</c:v>
                </c:pt>
                <c:pt idx="85">
                  <c:v>100</c:v>
                </c:pt>
                <c:pt idx="86">
                  <c:v>120</c:v>
                </c:pt>
                <c:pt idx="87">
                  <c:v>110</c:v>
                </c:pt>
                <c:pt idx="88">
                  <c:v>120</c:v>
                </c:pt>
                <c:pt idx="89">
                  <c:v>100</c:v>
                </c:pt>
                <c:pt idx="90">
                  <c:v>110</c:v>
                </c:pt>
                <c:pt idx="91">
                  <c:v>100</c:v>
                </c:pt>
                <c:pt idx="92">
                  <c:v>100</c:v>
                </c:pt>
                <c:pt idx="93">
                  <c:v>100</c:v>
                </c:pt>
                <c:pt idx="94">
                  <c:v>100</c:v>
                </c:pt>
                <c:pt idx="95">
                  <c:v>120</c:v>
                </c:pt>
              </c:numCache>
            </c:numRef>
          </c:val>
          <c:extLst>
            <c:ext xmlns:c16="http://schemas.microsoft.com/office/drawing/2014/chart" uri="{C3380CC4-5D6E-409C-BE32-E72D297353CC}">
              <c16:uniqueId val="{00000000-8A3C-47BF-B0CC-9B517B9716D5}"/>
            </c:ext>
          </c:extLst>
        </c:ser>
        <c:ser>
          <c:idx val="3"/>
          <c:order val="3"/>
          <c:tx>
            <c:strRef>
              <c:f>'2026-06-19'!$A$5</c:f>
              <c:strCache>
                <c:ptCount val="1"/>
                <c:pt idx="0">
                  <c:v>富景五虎山储能电站-电价</c:v>
                </c:pt>
              </c:strCache>
            </c:strRef>
          </c:tx>
          <c:spPr>
            <a:solidFill>
              <a:schemeClr val="accent1">
                <a:lumMod val="60000"/>
              </a:schemeClr>
            </a:solidFill>
            <a:ln>
              <a:noFill/>
            </a:ln>
            <a:effectLst/>
          </c:spPr>
          <c:cat>
            <c:strRef>
              <c:f>'2026-06-19'!$B$1:$CS$1</c:f>
              <c:strCache>
                <c:ptCount val="96"/>
                <c:pt idx="0">
                  <c:v>0:00</c:v>
                </c:pt>
                <c:pt idx="1">
                  <c:v>0:15</c:v>
                </c:pt>
                <c:pt idx="2">
                  <c:v>0:30</c:v>
                </c:pt>
                <c:pt idx="3">
                  <c:v>0:45</c:v>
                </c:pt>
                <c:pt idx="4">
                  <c:v>1:00</c:v>
                </c:pt>
                <c:pt idx="5">
                  <c:v>1:15</c:v>
                </c:pt>
                <c:pt idx="6">
                  <c:v>1:30</c:v>
                </c:pt>
                <c:pt idx="7">
                  <c:v>1:45</c:v>
                </c:pt>
                <c:pt idx="8">
                  <c:v>2:00</c:v>
                </c:pt>
                <c:pt idx="9">
                  <c:v>2:15</c:v>
                </c:pt>
                <c:pt idx="10">
                  <c:v>2:30</c:v>
                </c:pt>
                <c:pt idx="11">
                  <c:v>2:45</c:v>
                </c:pt>
                <c:pt idx="12">
                  <c:v>3:00</c:v>
                </c:pt>
                <c:pt idx="13">
                  <c:v>3:15</c:v>
                </c:pt>
                <c:pt idx="14">
                  <c:v>3:30</c:v>
                </c:pt>
                <c:pt idx="15">
                  <c:v>3:45</c:v>
                </c:pt>
                <c:pt idx="16">
                  <c:v>4:00</c:v>
                </c:pt>
                <c:pt idx="17">
                  <c:v>4:15</c:v>
                </c:pt>
                <c:pt idx="18">
                  <c:v>4:30</c:v>
                </c:pt>
                <c:pt idx="19">
                  <c:v>4:45</c:v>
                </c:pt>
                <c:pt idx="20">
                  <c:v>5:00</c:v>
                </c:pt>
                <c:pt idx="21">
                  <c:v>5:15</c:v>
                </c:pt>
                <c:pt idx="22">
                  <c:v>5:30</c:v>
                </c:pt>
                <c:pt idx="23">
                  <c:v>5:45</c:v>
                </c:pt>
                <c:pt idx="24">
                  <c:v>6:00</c:v>
                </c:pt>
                <c:pt idx="25">
                  <c:v>6:15</c:v>
                </c:pt>
                <c:pt idx="26">
                  <c:v>6:30</c:v>
                </c:pt>
                <c:pt idx="27">
                  <c:v>6:45</c:v>
                </c:pt>
                <c:pt idx="28">
                  <c:v>7:00</c:v>
                </c:pt>
                <c:pt idx="29">
                  <c:v>7:15</c:v>
                </c:pt>
                <c:pt idx="30">
                  <c:v>7:30</c:v>
                </c:pt>
                <c:pt idx="31">
                  <c:v>7:45</c:v>
                </c:pt>
                <c:pt idx="32">
                  <c:v>8:00</c:v>
                </c:pt>
                <c:pt idx="33">
                  <c:v>8:15</c:v>
                </c:pt>
                <c:pt idx="34">
                  <c:v>8:30</c:v>
                </c:pt>
                <c:pt idx="35">
                  <c:v>8:45</c:v>
                </c:pt>
                <c:pt idx="36">
                  <c:v>9:00</c:v>
                </c:pt>
                <c:pt idx="37">
                  <c:v>9:15</c:v>
                </c:pt>
                <c:pt idx="38">
                  <c:v>9:30</c:v>
                </c:pt>
                <c:pt idx="39">
                  <c:v>9:45</c:v>
                </c:pt>
                <c:pt idx="40">
                  <c:v>10:00</c:v>
                </c:pt>
                <c:pt idx="41">
                  <c:v>10:15</c:v>
                </c:pt>
                <c:pt idx="42">
                  <c:v>10:30</c:v>
                </c:pt>
                <c:pt idx="43">
                  <c:v>10:45</c:v>
                </c:pt>
                <c:pt idx="44">
                  <c:v>11:00</c:v>
                </c:pt>
                <c:pt idx="45">
                  <c:v>11:15</c:v>
                </c:pt>
                <c:pt idx="46">
                  <c:v>11:30</c:v>
                </c:pt>
                <c:pt idx="47">
                  <c:v>11:45</c:v>
                </c:pt>
                <c:pt idx="48">
                  <c:v>12:00</c:v>
                </c:pt>
                <c:pt idx="49">
                  <c:v>12:15</c:v>
                </c:pt>
                <c:pt idx="50">
                  <c:v>12:30</c:v>
                </c:pt>
                <c:pt idx="51">
                  <c:v>12:45</c:v>
                </c:pt>
                <c:pt idx="52">
                  <c:v>13:00</c:v>
                </c:pt>
                <c:pt idx="53">
                  <c:v>13:15</c:v>
                </c:pt>
                <c:pt idx="54">
                  <c:v>13:30</c:v>
                </c:pt>
                <c:pt idx="55">
                  <c:v>13:45</c:v>
                </c:pt>
                <c:pt idx="56">
                  <c:v>14:00</c:v>
                </c:pt>
                <c:pt idx="57">
                  <c:v>14:15</c:v>
                </c:pt>
                <c:pt idx="58">
                  <c:v>14:30</c:v>
                </c:pt>
                <c:pt idx="59">
                  <c:v>14:45</c:v>
                </c:pt>
                <c:pt idx="60">
                  <c:v>15:00</c:v>
                </c:pt>
                <c:pt idx="61">
                  <c:v>15:15</c:v>
                </c:pt>
                <c:pt idx="62">
                  <c:v>15:30</c:v>
                </c:pt>
                <c:pt idx="63">
                  <c:v>15:45</c:v>
                </c:pt>
                <c:pt idx="64">
                  <c:v>16:00</c:v>
                </c:pt>
                <c:pt idx="65">
                  <c:v>16:15</c:v>
                </c:pt>
                <c:pt idx="66">
                  <c:v>16:30</c:v>
                </c:pt>
                <c:pt idx="67">
                  <c:v>16:45</c:v>
                </c:pt>
                <c:pt idx="68">
                  <c:v>17:00</c:v>
                </c:pt>
                <c:pt idx="69">
                  <c:v>17:15</c:v>
                </c:pt>
                <c:pt idx="70">
                  <c:v>17:30</c:v>
                </c:pt>
                <c:pt idx="71">
                  <c:v>17:45</c:v>
                </c:pt>
                <c:pt idx="72">
                  <c:v>18:00</c:v>
                </c:pt>
                <c:pt idx="73">
                  <c:v>18:15</c:v>
                </c:pt>
                <c:pt idx="74">
                  <c:v>18:30</c:v>
                </c:pt>
                <c:pt idx="75">
                  <c:v>18:45</c:v>
                </c:pt>
                <c:pt idx="76">
                  <c:v>19:00</c:v>
                </c:pt>
                <c:pt idx="77">
                  <c:v>19:15</c:v>
                </c:pt>
                <c:pt idx="78">
                  <c:v>19:30</c:v>
                </c:pt>
                <c:pt idx="79">
                  <c:v>19:45</c:v>
                </c:pt>
                <c:pt idx="80">
                  <c:v>20:00</c:v>
                </c:pt>
                <c:pt idx="81">
                  <c:v>20:15</c:v>
                </c:pt>
                <c:pt idx="82">
                  <c:v>20:30</c:v>
                </c:pt>
                <c:pt idx="83">
                  <c:v>20:45</c:v>
                </c:pt>
                <c:pt idx="84">
                  <c:v>21:00</c:v>
                </c:pt>
                <c:pt idx="85">
                  <c:v>21:15</c:v>
                </c:pt>
                <c:pt idx="86">
                  <c:v>21:30</c:v>
                </c:pt>
                <c:pt idx="87">
                  <c:v>21:45</c:v>
                </c:pt>
                <c:pt idx="88">
                  <c:v>22:00</c:v>
                </c:pt>
                <c:pt idx="89">
                  <c:v>22:15</c:v>
                </c:pt>
                <c:pt idx="90">
                  <c:v>22:30</c:v>
                </c:pt>
                <c:pt idx="91">
                  <c:v>22:45</c:v>
                </c:pt>
                <c:pt idx="92">
                  <c:v>23:00</c:v>
                </c:pt>
                <c:pt idx="93">
                  <c:v>23:15</c:v>
                </c:pt>
                <c:pt idx="94">
                  <c:v>23:30</c:v>
                </c:pt>
                <c:pt idx="95">
                  <c:v>23:45</c:v>
                </c:pt>
              </c:strCache>
            </c:strRef>
          </c:cat>
          <c:val>
            <c:numRef>
              <c:f>'2026-06-19'!$B$5:$CS$5</c:f>
              <c:numCache>
                <c:formatCode>General</c:formatCode>
                <c:ptCount val="96"/>
                <c:pt idx="0">
                  <c:v>1110</c:v>
                </c:pt>
                <c:pt idx="1">
                  <c:v>120</c:v>
                </c:pt>
                <c:pt idx="2">
                  <c:v>120</c:v>
                </c:pt>
                <c:pt idx="3">
                  <c:v>200</c:v>
                </c:pt>
                <c:pt idx="4">
                  <c:v>120</c:v>
                </c:pt>
                <c:pt idx="5">
                  <c:v>150</c:v>
                </c:pt>
                <c:pt idx="6">
                  <c:v>220</c:v>
                </c:pt>
                <c:pt idx="7">
                  <c:v>290</c:v>
                </c:pt>
                <c:pt idx="8">
                  <c:v>500</c:v>
                </c:pt>
                <c:pt idx="9">
                  <c:v>500</c:v>
                </c:pt>
                <c:pt idx="10">
                  <c:v>500</c:v>
                </c:pt>
                <c:pt idx="11">
                  <c:v>500</c:v>
                </c:pt>
                <c:pt idx="12">
                  <c:v>300</c:v>
                </c:pt>
                <c:pt idx="13">
                  <c:v>270</c:v>
                </c:pt>
                <c:pt idx="14">
                  <c:v>260</c:v>
                </c:pt>
                <c:pt idx="15">
                  <c:v>100</c:v>
                </c:pt>
                <c:pt idx="16">
                  <c:v>205</c:v>
                </c:pt>
                <c:pt idx="17">
                  <c:v>120</c:v>
                </c:pt>
                <c:pt idx="18">
                  <c:v>230</c:v>
                </c:pt>
                <c:pt idx="19">
                  <c:v>280</c:v>
                </c:pt>
                <c:pt idx="20">
                  <c:v>290</c:v>
                </c:pt>
                <c:pt idx="21">
                  <c:v>500</c:v>
                </c:pt>
                <c:pt idx="22">
                  <c:v>500</c:v>
                </c:pt>
                <c:pt idx="23">
                  <c:v>300</c:v>
                </c:pt>
                <c:pt idx="24">
                  <c:v>300</c:v>
                </c:pt>
                <c:pt idx="25">
                  <c:v>300</c:v>
                </c:pt>
                <c:pt idx="26">
                  <c:v>120</c:v>
                </c:pt>
                <c:pt idx="27">
                  <c:v>29</c:v>
                </c:pt>
                <c:pt idx="28">
                  <c:v>100</c:v>
                </c:pt>
                <c:pt idx="29">
                  <c:v>130</c:v>
                </c:pt>
                <c:pt idx="30">
                  <c:v>205</c:v>
                </c:pt>
                <c:pt idx="31">
                  <c:v>110</c:v>
                </c:pt>
                <c:pt idx="32">
                  <c:v>110</c:v>
                </c:pt>
                <c:pt idx="33">
                  <c:v>200</c:v>
                </c:pt>
                <c:pt idx="34">
                  <c:v>120</c:v>
                </c:pt>
                <c:pt idx="35">
                  <c:v>120</c:v>
                </c:pt>
                <c:pt idx="36">
                  <c:v>200</c:v>
                </c:pt>
                <c:pt idx="37">
                  <c:v>280</c:v>
                </c:pt>
                <c:pt idx="38">
                  <c:v>250</c:v>
                </c:pt>
                <c:pt idx="39">
                  <c:v>120</c:v>
                </c:pt>
                <c:pt idx="40">
                  <c:v>200</c:v>
                </c:pt>
                <c:pt idx="41">
                  <c:v>120</c:v>
                </c:pt>
                <c:pt idx="42">
                  <c:v>290</c:v>
                </c:pt>
                <c:pt idx="43">
                  <c:v>217.227</c:v>
                </c:pt>
                <c:pt idx="44">
                  <c:v>230</c:v>
                </c:pt>
                <c:pt idx="45">
                  <c:v>280</c:v>
                </c:pt>
                <c:pt idx="46">
                  <c:v>150</c:v>
                </c:pt>
                <c:pt idx="47">
                  <c:v>290</c:v>
                </c:pt>
                <c:pt idx="48">
                  <c:v>270</c:v>
                </c:pt>
                <c:pt idx="49">
                  <c:v>142.929</c:v>
                </c:pt>
                <c:pt idx="50">
                  <c:v>270</c:v>
                </c:pt>
                <c:pt idx="51">
                  <c:v>100</c:v>
                </c:pt>
                <c:pt idx="52">
                  <c:v>129.78899999999999</c:v>
                </c:pt>
                <c:pt idx="53">
                  <c:v>100</c:v>
                </c:pt>
                <c:pt idx="54">
                  <c:v>244</c:v>
                </c:pt>
                <c:pt idx="55">
                  <c:v>270</c:v>
                </c:pt>
                <c:pt idx="56">
                  <c:v>500</c:v>
                </c:pt>
                <c:pt idx="57">
                  <c:v>500</c:v>
                </c:pt>
                <c:pt idx="58">
                  <c:v>150</c:v>
                </c:pt>
                <c:pt idx="59">
                  <c:v>300</c:v>
                </c:pt>
                <c:pt idx="60">
                  <c:v>120</c:v>
                </c:pt>
                <c:pt idx="61">
                  <c:v>100</c:v>
                </c:pt>
                <c:pt idx="62">
                  <c:v>120</c:v>
                </c:pt>
                <c:pt idx="63">
                  <c:v>230</c:v>
                </c:pt>
                <c:pt idx="64">
                  <c:v>120</c:v>
                </c:pt>
                <c:pt idx="65">
                  <c:v>240</c:v>
                </c:pt>
                <c:pt idx="66">
                  <c:v>120</c:v>
                </c:pt>
                <c:pt idx="67">
                  <c:v>120</c:v>
                </c:pt>
                <c:pt idx="68">
                  <c:v>100</c:v>
                </c:pt>
                <c:pt idx="69">
                  <c:v>100</c:v>
                </c:pt>
                <c:pt idx="70">
                  <c:v>100</c:v>
                </c:pt>
                <c:pt idx="71">
                  <c:v>100</c:v>
                </c:pt>
                <c:pt idx="72">
                  <c:v>137.77799999999999</c:v>
                </c:pt>
                <c:pt idx="73">
                  <c:v>185</c:v>
                </c:pt>
                <c:pt idx="74">
                  <c:v>110</c:v>
                </c:pt>
                <c:pt idx="75">
                  <c:v>110</c:v>
                </c:pt>
                <c:pt idx="76">
                  <c:v>100</c:v>
                </c:pt>
                <c:pt idx="77">
                  <c:v>110</c:v>
                </c:pt>
                <c:pt idx="78">
                  <c:v>130</c:v>
                </c:pt>
                <c:pt idx="79">
                  <c:v>300</c:v>
                </c:pt>
                <c:pt idx="80">
                  <c:v>120</c:v>
                </c:pt>
                <c:pt idx="81">
                  <c:v>120</c:v>
                </c:pt>
                <c:pt idx="82">
                  <c:v>220</c:v>
                </c:pt>
                <c:pt idx="83">
                  <c:v>230</c:v>
                </c:pt>
                <c:pt idx="84">
                  <c:v>100</c:v>
                </c:pt>
                <c:pt idx="85">
                  <c:v>100</c:v>
                </c:pt>
                <c:pt idx="86">
                  <c:v>120</c:v>
                </c:pt>
                <c:pt idx="87">
                  <c:v>110</c:v>
                </c:pt>
                <c:pt idx="88">
                  <c:v>120</c:v>
                </c:pt>
                <c:pt idx="89">
                  <c:v>100</c:v>
                </c:pt>
                <c:pt idx="90">
                  <c:v>110</c:v>
                </c:pt>
                <c:pt idx="91">
                  <c:v>100</c:v>
                </c:pt>
                <c:pt idx="92">
                  <c:v>100</c:v>
                </c:pt>
                <c:pt idx="93">
                  <c:v>100</c:v>
                </c:pt>
                <c:pt idx="94">
                  <c:v>100</c:v>
                </c:pt>
                <c:pt idx="95">
                  <c:v>120</c:v>
                </c:pt>
              </c:numCache>
            </c:numRef>
          </c:val>
          <c:extLst>
            <c:ext xmlns:c16="http://schemas.microsoft.com/office/drawing/2014/chart" uri="{C3380CC4-5D6E-409C-BE32-E72D297353CC}">
              <c16:uniqueId val="{00000001-8A3C-47BF-B0CC-9B517B9716D5}"/>
            </c:ext>
          </c:extLst>
        </c:ser>
        <c:dLbls>
          <c:showLegendKey val="0"/>
          <c:showVal val="0"/>
          <c:showCatName val="0"/>
          <c:showSerName val="0"/>
          <c:showPercent val="0"/>
          <c:showBubbleSize val="0"/>
        </c:dLbls>
        <c:axId val="2087903680"/>
        <c:axId val="2087896000"/>
      </c:areaChart>
      <c:lineChart>
        <c:grouping val="standard"/>
        <c:varyColors val="0"/>
        <c:ser>
          <c:idx val="0"/>
          <c:order val="0"/>
          <c:tx>
            <c:strRef>
              <c:f>'2026-06-19'!$A$2</c:f>
              <c:strCache>
                <c:ptCount val="1"/>
                <c:pt idx="0">
                  <c:v>远景乌拉特储能电站-功率</c:v>
                </c:pt>
              </c:strCache>
            </c:strRef>
          </c:tx>
          <c:spPr>
            <a:ln w="28575" cap="rnd">
              <a:solidFill>
                <a:schemeClr val="accent1"/>
              </a:solidFill>
              <a:round/>
            </a:ln>
            <a:effectLst/>
          </c:spPr>
          <c:marker>
            <c:symbol val="none"/>
          </c:marker>
          <c:cat>
            <c:strRef>
              <c:f>'2026-06-19'!$B$1:$CS$1</c:f>
              <c:strCache>
                <c:ptCount val="96"/>
                <c:pt idx="0">
                  <c:v>0:00</c:v>
                </c:pt>
                <c:pt idx="1">
                  <c:v>0:15</c:v>
                </c:pt>
                <c:pt idx="2">
                  <c:v>0:30</c:v>
                </c:pt>
                <c:pt idx="3">
                  <c:v>0:45</c:v>
                </c:pt>
                <c:pt idx="4">
                  <c:v>1:00</c:v>
                </c:pt>
                <c:pt idx="5">
                  <c:v>1:15</c:v>
                </c:pt>
                <c:pt idx="6">
                  <c:v>1:30</c:v>
                </c:pt>
                <c:pt idx="7">
                  <c:v>1:45</c:v>
                </c:pt>
                <c:pt idx="8">
                  <c:v>2:00</c:v>
                </c:pt>
                <c:pt idx="9">
                  <c:v>2:15</c:v>
                </c:pt>
                <c:pt idx="10">
                  <c:v>2:30</c:v>
                </c:pt>
                <c:pt idx="11">
                  <c:v>2:45</c:v>
                </c:pt>
                <c:pt idx="12">
                  <c:v>3:00</c:v>
                </c:pt>
                <c:pt idx="13">
                  <c:v>3:15</c:v>
                </c:pt>
                <c:pt idx="14">
                  <c:v>3:30</c:v>
                </c:pt>
                <c:pt idx="15">
                  <c:v>3:45</c:v>
                </c:pt>
                <c:pt idx="16">
                  <c:v>4:00</c:v>
                </c:pt>
                <c:pt idx="17">
                  <c:v>4:15</c:v>
                </c:pt>
                <c:pt idx="18">
                  <c:v>4:30</c:v>
                </c:pt>
                <c:pt idx="19">
                  <c:v>4:45</c:v>
                </c:pt>
                <c:pt idx="20">
                  <c:v>5:00</c:v>
                </c:pt>
                <c:pt idx="21">
                  <c:v>5:15</c:v>
                </c:pt>
                <c:pt idx="22">
                  <c:v>5:30</c:v>
                </c:pt>
                <c:pt idx="23">
                  <c:v>5:45</c:v>
                </c:pt>
                <c:pt idx="24">
                  <c:v>6:00</c:v>
                </c:pt>
                <c:pt idx="25">
                  <c:v>6:15</c:v>
                </c:pt>
                <c:pt idx="26">
                  <c:v>6:30</c:v>
                </c:pt>
                <c:pt idx="27">
                  <c:v>6:45</c:v>
                </c:pt>
                <c:pt idx="28">
                  <c:v>7:00</c:v>
                </c:pt>
                <c:pt idx="29">
                  <c:v>7:15</c:v>
                </c:pt>
                <c:pt idx="30">
                  <c:v>7:30</c:v>
                </c:pt>
                <c:pt idx="31">
                  <c:v>7:45</c:v>
                </c:pt>
                <c:pt idx="32">
                  <c:v>8:00</c:v>
                </c:pt>
                <c:pt idx="33">
                  <c:v>8:15</c:v>
                </c:pt>
                <c:pt idx="34">
                  <c:v>8:30</c:v>
                </c:pt>
                <c:pt idx="35">
                  <c:v>8:45</c:v>
                </c:pt>
                <c:pt idx="36">
                  <c:v>9:00</c:v>
                </c:pt>
                <c:pt idx="37">
                  <c:v>9:15</c:v>
                </c:pt>
                <c:pt idx="38">
                  <c:v>9:30</c:v>
                </c:pt>
                <c:pt idx="39">
                  <c:v>9:45</c:v>
                </c:pt>
                <c:pt idx="40">
                  <c:v>10:00</c:v>
                </c:pt>
                <c:pt idx="41">
                  <c:v>10:15</c:v>
                </c:pt>
                <c:pt idx="42">
                  <c:v>10:30</c:v>
                </c:pt>
                <c:pt idx="43">
                  <c:v>10:45</c:v>
                </c:pt>
                <c:pt idx="44">
                  <c:v>11:00</c:v>
                </c:pt>
                <c:pt idx="45">
                  <c:v>11:15</c:v>
                </c:pt>
                <c:pt idx="46">
                  <c:v>11:30</c:v>
                </c:pt>
                <c:pt idx="47">
                  <c:v>11:45</c:v>
                </c:pt>
                <c:pt idx="48">
                  <c:v>12:00</c:v>
                </c:pt>
                <c:pt idx="49">
                  <c:v>12:15</c:v>
                </c:pt>
                <c:pt idx="50">
                  <c:v>12:30</c:v>
                </c:pt>
                <c:pt idx="51">
                  <c:v>12:45</c:v>
                </c:pt>
                <c:pt idx="52">
                  <c:v>13:00</c:v>
                </c:pt>
                <c:pt idx="53">
                  <c:v>13:15</c:v>
                </c:pt>
                <c:pt idx="54">
                  <c:v>13:30</c:v>
                </c:pt>
                <c:pt idx="55">
                  <c:v>13:45</c:v>
                </c:pt>
                <c:pt idx="56">
                  <c:v>14:00</c:v>
                </c:pt>
                <c:pt idx="57">
                  <c:v>14:15</c:v>
                </c:pt>
                <c:pt idx="58">
                  <c:v>14:30</c:v>
                </c:pt>
                <c:pt idx="59">
                  <c:v>14:45</c:v>
                </c:pt>
                <c:pt idx="60">
                  <c:v>15:00</c:v>
                </c:pt>
                <c:pt idx="61">
                  <c:v>15:15</c:v>
                </c:pt>
                <c:pt idx="62">
                  <c:v>15:30</c:v>
                </c:pt>
                <c:pt idx="63">
                  <c:v>15:45</c:v>
                </c:pt>
                <c:pt idx="64">
                  <c:v>16:00</c:v>
                </c:pt>
                <c:pt idx="65">
                  <c:v>16:15</c:v>
                </c:pt>
                <c:pt idx="66">
                  <c:v>16:30</c:v>
                </c:pt>
                <c:pt idx="67">
                  <c:v>16:45</c:v>
                </c:pt>
                <c:pt idx="68">
                  <c:v>17:00</c:v>
                </c:pt>
                <c:pt idx="69">
                  <c:v>17:15</c:v>
                </c:pt>
                <c:pt idx="70">
                  <c:v>17:30</c:v>
                </c:pt>
                <c:pt idx="71">
                  <c:v>17:45</c:v>
                </c:pt>
                <c:pt idx="72">
                  <c:v>18:00</c:v>
                </c:pt>
                <c:pt idx="73">
                  <c:v>18:15</c:v>
                </c:pt>
                <c:pt idx="74">
                  <c:v>18:30</c:v>
                </c:pt>
                <c:pt idx="75">
                  <c:v>18:45</c:v>
                </c:pt>
                <c:pt idx="76">
                  <c:v>19:00</c:v>
                </c:pt>
                <c:pt idx="77">
                  <c:v>19:15</c:v>
                </c:pt>
                <c:pt idx="78">
                  <c:v>19:30</c:v>
                </c:pt>
                <c:pt idx="79">
                  <c:v>19:45</c:v>
                </c:pt>
                <c:pt idx="80">
                  <c:v>20:00</c:v>
                </c:pt>
                <c:pt idx="81">
                  <c:v>20:15</c:v>
                </c:pt>
                <c:pt idx="82">
                  <c:v>20:30</c:v>
                </c:pt>
                <c:pt idx="83">
                  <c:v>20:45</c:v>
                </c:pt>
                <c:pt idx="84">
                  <c:v>21:00</c:v>
                </c:pt>
                <c:pt idx="85">
                  <c:v>21:15</c:v>
                </c:pt>
                <c:pt idx="86">
                  <c:v>21:30</c:v>
                </c:pt>
                <c:pt idx="87">
                  <c:v>21:45</c:v>
                </c:pt>
                <c:pt idx="88">
                  <c:v>22:00</c:v>
                </c:pt>
                <c:pt idx="89">
                  <c:v>22:15</c:v>
                </c:pt>
                <c:pt idx="90">
                  <c:v>22:30</c:v>
                </c:pt>
                <c:pt idx="91">
                  <c:v>22:45</c:v>
                </c:pt>
                <c:pt idx="92">
                  <c:v>23:00</c:v>
                </c:pt>
                <c:pt idx="93">
                  <c:v>23:15</c:v>
                </c:pt>
                <c:pt idx="94">
                  <c:v>23:30</c:v>
                </c:pt>
                <c:pt idx="95">
                  <c:v>23:45</c:v>
                </c:pt>
              </c:strCache>
            </c:strRef>
          </c:cat>
          <c:val>
            <c:numRef>
              <c:f>'2026-06-19'!$B$2:$CS$2</c:f>
              <c:numCache>
                <c:formatCode>General</c:formatCode>
                <c:ptCount val="96"/>
                <c:pt idx="0">
                  <c:v>0</c:v>
                </c:pt>
                <c:pt idx="1">
                  <c:v>0</c:v>
                </c:pt>
                <c:pt idx="2">
                  <c:v>0</c:v>
                </c:pt>
                <c:pt idx="3">
                  <c:v>0</c:v>
                </c:pt>
                <c:pt idx="4">
                  <c:v>0</c:v>
                </c:pt>
                <c:pt idx="5">
                  <c:v>0</c:v>
                </c:pt>
                <c:pt idx="6">
                  <c:v>0</c:v>
                </c:pt>
                <c:pt idx="7">
                  <c:v>0</c:v>
                </c:pt>
                <c:pt idx="8">
                  <c:v>0</c:v>
                </c:pt>
                <c:pt idx="9">
                  <c:v>0</c:v>
                </c:pt>
                <c:pt idx="10">
                  <c:v>-48</c:v>
                </c:pt>
                <c:pt idx="11">
                  <c:v>-5.7000000000000003E-5</c:v>
                </c:pt>
                <c:pt idx="12">
                  <c:v>-5.1999999999999997E-5</c:v>
                </c:pt>
                <c:pt idx="13">
                  <c:v>-6.8999999999999997E-5</c:v>
                </c:pt>
                <c:pt idx="14">
                  <c:v>-45.5</c:v>
                </c:pt>
                <c:pt idx="15">
                  <c:v>-95</c:v>
                </c:pt>
                <c:pt idx="16">
                  <c:v>-95</c:v>
                </c:pt>
                <c:pt idx="17">
                  <c:v>-95</c:v>
                </c:pt>
                <c:pt idx="18">
                  <c:v>-95</c:v>
                </c:pt>
                <c:pt idx="19">
                  <c:v>-64</c:v>
                </c:pt>
                <c:pt idx="20">
                  <c:v>-32</c:v>
                </c:pt>
                <c:pt idx="21">
                  <c:v>0</c:v>
                </c:pt>
                <c:pt idx="22">
                  <c:v>0</c:v>
                </c:pt>
                <c:pt idx="23">
                  <c:v>0</c:v>
                </c:pt>
                <c:pt idx="24">
                  <c:v>0</c:v>
                </c:pt>
                <c:pt idx="25">
                  <c:v>32</c:v>
                </c:pt>
                <c:pt idx="26">
                  <c:v>80</c:v>
                </c:pt>
                <c:pt idx="27">
                  <c:v>95</c:v>
                </c:pt>
                <c:pt idx="28">
                  <c:v>95</c:v>
                </c:pt>
                <c:pt idx="29">
                  <c:v>95</c:v>
                </c:pt>
                <c:pt idx="30">
                  <c:v>45.505000000000003</c:v>
                </c:pt>
                <c:pt idx="31">
                  <c:v>8.8070000000000004</c:v>
                </c:pt>
                <c:pt idx="32">
                  <c:v>4.7720000000000002</c:v>
                </c:pt>
                <c:pt idx="33">
                  <c:v>34.292999999999999</c:v>
                </c:pt>
                <c:pt idx="34">
                  <c:v>23.597000000000001</c:v>
                </c:pt>
                <c:pt idx="35">
                  <c:v>0</c:v>
                </c:pt>
                <c:pt idx="36">
                  <c:v>0</c:v>
                </c:pt>
                <c:pt idx="37">
                  <c:v>0</c:v>
                </c:pt>
                <c:pt idx="38">
                  <c:v>0</c:v>
                </c:pt>
                <c:pt idx="39">
                  <c:v>0</c:v>
                </c:pt>
                <c:pt idx="40">
                  <c:v>0</c:v>
                </c:pt>
                <c:pt idx="41">
                  <c:v>0</c:v>
                </c:pt>
                <c:pt idx="42">
                  <c:v>0</c:v>
                </c:pt>
                <c:pt idx="43">
                  <c:v>0</c:v>
                </c:pt>
                <c:pt idx="44">
                  <c:v>-48</c:v>
                </c:pt>
                <c:pt idx="45">
                  <c:v>-80</c:v>
                </c:pt>
                <c:pt idx="46">
                  <c:v>-80</c:v>
                </c:pt>
                <c:pt idx="47">
                  <c:v>-80</c:v>
                </c:pt>
                <c:pt idx="48">
                  <c:v>-80</c:v>
                </c:pt>
                <c:pt idx="49">
                  <c:v>-80</c:v>
                </c:pt>
                <c:pt idx="50">
                  <c:v>-80</c:v>
                </c:pt>
                <c:pt idx="51">
                  <c:v>-80</c:v>
                </c:pt>
                <c:pt idx="52">
                  <c:v>-80</c:v>
                </c:pt>
                <c:pt idx="53">
                  <c:v>-80</c:v>
                </c:pt>
                <c:pt idx="54">
                  <c:v>-80</c:v>
                </c:pt>
                <c:pt idx="55">
                  <c:v>-80</c:v>
                </c:pt>
                <c:pt idx="56">
                  <c:v>-80</c:v>
                </c:pt>
                <c:pt idx="57">
                  <c:v>-80</c:v>
                </c:pt>
                <c:pt idx="58">
                  <c:v>-80</c:v>
                </c:pt>
                <c:pt idx="59">
                  <c:v>-80</c:v>
                </c:pt>
                <c:pt idx="60">
                  <c:v>-80</c:v>
                </c:pt>
                <c:pt idx="61">
                  <c:v>-80</c:v>
                </c:pt>
                <c:pt idx="62">
                  <c:v>-64</c:v>
                </c:pt>
                <c:pt idx="63">
                  <c:v>-16</c:v>
                </c:pt>
                <c:pt idx="64">
                  <c:v>0</c:v>
                </c:pt>
                <c:pt idx="65">
                  <c:v>0</c:v>
                </c:pt>
                <c:pt idx="66">
                  <c:v>0</c:v>
                </c:pt>
                <c:pt idx="67">
                  <c:v>0</c:v>
                </c:pt>
                <c:pt idx="68">
                  <c:v>0</c:v>
                </c:pt>
                <c:pt idx="69">
                  <c:v>0</c:v>
                </c:pt>
                <c:pt idx="70">
                  <c:v>0</c:v>
                </c:pt>
                <c:pt idx="71">
                  <c:v>0</c:v>
                </c:pt>
                <c:pt idx="72">
                  <c:v>0</c:v>
                </c:pt>
                <c:pt idx="73">
                  <c:v>0</c:v>
                </c:pt>
                <c:pt idx="74">
                  <c:v>48</c:v>
                </c:pt>
                <c:pt idx="75">
                  <c:v>80</c:v>
                </c:pt>
                <c:pt idx="76">
                  <c:v>80</c:v>
                </c:pt>
                <c:pt idx="77">
                  <c:v>80</c:v>
                </c:pt>
                <c:pt idx="78">
                  <c:v>80</c:v>
                </c:pt>
                <c:pt idx="79">
                  <c:v>80</c:v>
                </c:pt>
                <c:pt idx="80">
                  <c:v>80</c:v>
                </c:pt>
                <c:pt idx="81">
                  <c:v>80</c:v>
                </c:pt>
                <c:pt idx="82">
                  <c:v>80</c:v>
                </c:pt>
                <c:pt idx="83">
                  <c:v>80</c:v>
                </c:pt>
                <c:pt idx="84">
                  <c:v>80</c:v>
                </c:pt>
                <c:pt idx="85">
                  <c:v>80</c:v>
                </c:pt>
                <c:pt idx="86">
                  <c:v>80</c:v>
                </c:pt>
                <c:pt idx="87">
                  <c:v>80</c:v>
                </c:pt>
                <c:pt idx="88">
                  <c:v>80</c:v>
                </c:pt>
                <c:pt idx="89">
                  <c:v>80</c:v>
                </c:pt>
                <c:pt idx="90">
                  <c:v>72.209999999999994</c:v>
                </c:pt>
                <c:pt idx="91">
                  <c:v>22.710999999999999</c:v>
                </c:pt>
                <c:pt idx="92">
                  <c:v>0</c:v>
                </c:pt>
                <c:pt idx="93">
                  <c:v>0</c:v>
                </c:pt>
                <c:pt idx="94">
                  <c:v>0</c:v>
                </c:pt>
                <c:pt idx="95">
                  <c:v>0</c:v>
                </c:pt>
              </c:numCache>
            </c:numRef>
          </c:val>
          <c:smooth val="0"/>
          <c:extLst>
            <c:ext xmlns:c16="http://schemas.microsoft.com/office/drawing/2014/chart" uri="{C3380CC4-5D6E-409C-BE32-E72D297353CC}">
              <c16:uniqueId val="{00000002-8A3C-47BF-B0CC-9B517B9716D5}"/>
            </c:ext>
          </c:extLst>
        </c:ser>
        <c:ser>
          <c:idx val="1"/>
          <c:order val="1"/>
          <c:tx>
            <c:strRef>
              <c:f>'2026-06-19'!$A$3</c:f>
              <c:strCache>
                <c:ptCount val="1"/>
                <c:pt idx="0">
                  <c:v>富景五虎山储能电站-功率</c:v>
                </c:pt>
              </c:strCache>
            </c:strRef>
          </c:tx>
          <c:spPr>
            <a:ln w="28575" cap="rnd">
              <a:solidFill>
                <a:schemeClr val="accent3"/>
              </a:solidFill>
              <a:round/>
            </a:ln>
            <a:effectLst/>
          </c:spPr>
          <c:marker>
            <c:symbol val="none"/>
          </c:marker>
          <c:cat>
            <c:strRef>
              <c:f>'2026-06-19'!$B$1:$CS$1</c:f>
              <c:strCache>
                <c:ptCount val="96"/>
                <c:pt idx="0">
                  <c:v>0:00</c:v>
                </c:pt>
                <c:pt idx="1">
                  <c:v>0:15</c:v>
                </c:pt>
                <c:pt idx="2">
                  <c:v>0:30</c:v>
                </c:pt>
                <c:pt idx="3">
                  <c:v>0:45</c:v>
                </c:pt>
                <c:pt idx="4">
                  <c:v>1:00</c:v>
                </c:pt>
                <c:pt idx="5">
                  <c:v>1:15</c:v>
                </c:pt>
                <c:pt idx="6">
                  <c:v>1:30</c:v>
                </c:pt>
                <c:pt idx="7">
                  <c:v>1:45</c:v>
                </c:pt>
                <c:pt idx="8">
                  <c:v>2:00</c:v>
                </c:pt>
                <c:pt idx="9">
                  <c:v>2:15</c:v>
                </c:pt>
                <c:pt idx="10">
                  <c:v>2:30</c:v>
                </c:pt>
                <c:pt idx="11">
                  <c:v>2:45</c:v>
                </c:pt>
                <c:pt idx="12">
                  <c:v>3:00</c:v>
                </c:pt>
                <c:pt idx="13">
                  <c:v>3:15</c:v>
                </c:pt>
                <c:pt idx="14">
                  <c:v>3:30</c:v>
                </c:pt>
                <c:pt idx="15">
                  <c:v>3:45</c:v>
                </c:pt>
                <c:pt idx="16">
                  <c:v>4:00</c:v>
                </c:pt>
                <c:pt idx="17">
                  <c:v>4:15</c:v>
                </c:pt>
                <c:pt idx="18">
                  <c:v>4:30</c:v>
                </c:pt>
                <c:pt idx="19">
                  <c:v>4:45</c:v>
                </c:pt>
                <c:pt idx="20">
                  <c:v>5:00</c:v>
                </c:pt>
                <c:pt idx="21">
                  <c:v>5:15</c:v>
                </c:pt>
                <c:pt idx="22">
                  <c:v>5:30</c:v>
                </c:pt>
                <c:pt idx="23">
                  <c:v>5:45</c:v>
                </c:pt>
                <c:pt idx="24">
                  <c:v>6:00</c:v>
                </c:pt>
                <c:pt idx="25">
                  <c:v>6:15</c:v>
                </c:pt>
                <c:pt idx="26">
                  <c:v>6:30</c:v>
                </c:pt>
                <c:pt idx="27">
                  <c:v>6:45</c:v>
                </c:pt>
                <c:pt idx="28">
                  <c:v>7:00</c:v>
                </c:pt>
                <c:pt idx="29">
                  <c:v>7:15</c:v>
                </c:pt>
                <c:pt idx="30">
                  <c:v>7:30</c:v>
                </c:pt>
                <c:pt idx="31">
                  <c:v>7:45</c:v>
                </c:pt>
                <c:pt idx="32">
                  <c:v>8:00</c:v>
                </c:pt>
                <c:pt idx="33">
                  <c:v>8:15</c:v>
                </c:pt>
                <c:pt idx="34">
                  <c:v>8:30</c:v>
                </c:pt>
                <c:pt idx="35">
                  <c:v>8:45</c:v>
                </c:pt>
                <c:pt idx="36">
                  <c:v>9:00</c:v>
                </c:pt>
                <c:pt idx="37">
                  <c:v>9:15</c:v>
                </c:pt>
                <c:pt idx="38">
                  <c:v>9:30</c:v>
                </c:pt>
                <c:pt idx="39">
                  <c:v>9:45</c:v>
                </c:pt>
                <c:pt idx="40">
                  <c:v>10:00</c:v>
                </c:pt>
                <c:pt idx="41">
                  <c:v>10:15</c:v>
                </c:pt>
                <c:pt idx="42">
                  <c:v>10:30</c:v>
                </c:pt>
                <c:pt idx="43">
                  <c:v>10:45</c:v>
                </c:pt>
                <c:pt idx="44">
                  <c:v>11:00</c:v>
                </c:pt>
                <c:pt idx="45">
                  <c:v>11:15</c:v>
                </c:pt>
                <c:pt idx="46">
                  <c:v>11:30</c:v>
                </c:pt>
                <c:pt idx="47">
                  <c:v>11:45</c:v>
                </c:pt>
                <c:pt idx="48">
                  <c:v>12:00</c:v>
                </c:pt>
                <c:pt idx="49">
                  <c:v>12:15</c:v>
                </c:pt>
                <c:pt idx="50">
                  <c:v>12:30</c:v>
                </c:pt>
                <c:pt idx="51">
                  <c:v>12:45</c:v>
                </c:pt>
                <c:pt idx="52">
                  <c:v>13:00</c:v>
                </c:pt>
                <c:pt idx="53">
                  <c:v>13:15</c:v>
                </c:pt>
                <c:pt idx="54">
                  <c:v>13:30</c:v>
                </c:pt>
                <c:pt idx="55">
                  <c:v>13:45</c:v>
                </c:pt>
                <c:pt idx="56">
                  <c:v>14:00</c:v>
                </c:pt>
                <c:pt idx="57">
                  <c:v>14:15</c:v>
                </c:pt>
                <c:pt idx="58">
                  <c:v>14:30</c:v>
                </c:pt>
                <c:pt idx="59">
                  <c:v>14:45</c:v>
                </c:pt>
                <c:pt idx="60">
                  <c:v>15:00</c:v>
                </c:pt>
                <c:pt idx="61">
                  <c:v>15:15</c:v>
                </c:pt>
                <c:pt idx="62">
                  <c:v>15:30</c:v>
                </c:pt>
                <c:pt idx="63">
                  <c:v>15:45</c:v>
                </c:pt>
                <c:pt idx="64">
                  <c:v>16:00</c:v>
                </c:pt>
                <c:pt idx="65">
                  <c:v>16:15</c:v>
                </c:pt>
                <c:pt idx="66">
                  <c:v>16:30</c:v>
                </c:pt>
                <c:pt idx="67">
                  <c:v>16:45</c:v>
                </c:pt>
                <c:pt idx="68">
                  <c:v>17:00</c:v>
                </c:pt>
                <c:pt idx="69">
                  <c:v>17:15</c:v>
                </c:pt>
                <c:pt idx="70">
                  <c:v>17:30</c:v>
                </c:pt>
                <c:pt idx="71">
                  <c:v>17:45</c:v>
                </c:pt>
                <c:pt idx="72">
                  <c:v>18:00</c:v>
                </c:pt>
                <c:pt idx="73">
                  <c:v>18:15</c:v>
                </c:pt>
                <c:pt idx="74">
                  <c:v>18:30</c:v>
                </c:pt>
                <c:pt idx="75">
                  <c:v>18:45</c:v>
                </c:pt>
                <c:pt idx="76">
                  <c:v>19:00</c:v>
                </c:pt>
                <c:pt idx="77">
                  <c:v>19:15</c:v>
                </c:pt>
                <c:pt idx="78">
                  <c:v>19:30</c:v>
                </c:pt>
                <c:pt idx="79">
                  <c:v>19:45</c:v>
                </c:pt>
                <c:pt idx="80">
                  <c:v>20:00</c:v>
                </c:pt>
                <c:pt idx="81">
                  <c:v>20:15</c:v>
                </c:pt>
                <c:pt idx="82">
                  <c:v>20:30</c:v>
                </c:pt>
                <c:pt idx="83">
                  <c:v>20:45</c:v>
                </c:pt>
                <c:pt idx="84">
                  <c:v>21:00</c:v>
                </c:pt>
                <c:pt idx="85">
                  <c:v>21:15</c:v>
                </c:pt>
                <c:pt idx="86">
                  <c:v>21:30</c:v>
                </c:pt>
                <c:pt idx="87">
                  <c:v>21:45</c:v>
                </c:pt>
                <c:pt idx="88">
                  <c:v>22:00</c:v>
                </c:pt>
                <c:pt idx="89">
                  <c:v>22:15</c:v>
                </c:pt>
                <c:pt idx="90">
                  <c:v>22:30</c:v>
                </c:pt>
                <c:pt idx="91">
                  <c:v>22:45</c:v>
                </c:pt>
                <c:pt idx="92">
                  <c:v>23:00</c:v>
                </c:pt>
                <c:pt idx="93">
                  <c:v>23:15</c:v>
                </c:pt>
                <c:pt idx="94">
                  <c:v>23:30</c:v>
                </c:pt>
                <c:pt idx="95">
                  <c:v>23:45</c:v>
                </c:pt>
              </c:strCache>
            </c:strRef>
          </c:cat>
          <c:val>
            <c:numRef>
              <c:f>'2026-06-19'!$B$3:$CS$3</c:f>
              <c:numCache>
                <c:formatCode>General</c:formatCode>
                <c:ptCount val="96"/>
                <c:pt idx="0">
                  <c:v>16</c:v>
                </c:pt>
                <c:pt idx="1">
                  <c:v>4.7839999999999998</c:v>
                </c:pt>
                <c:pt idx="2">
                  <c:v>48.457999999999998</c:v>
                </c:pt>
                <c:pt idx="3">
                  <c:v>63.985999999999997</c:v>
                </c:pt>
                <c:pt idx="4">
                  <c:v>36.479999999999997</c:v>
                </c:pt>
                <c:pt idx="5">
                  <c:v>24.477</c:v>
                </c:pt>
                <c:pt idx="6">
                  <c:v>0</c:v>
                </c:pt>
                <c:pt idx="7">
                  <c:v>0</c:v>
                </c:pt>
                <c:pt idx="8">
                  <c:v>0</c:v>
                </c:pt>
                <c:pt idx="9">
                  <c:v>0</c:v>
                </c:pt>
                <c:pt idx="10">
                  <c:v>-16</c:v>
                </c:pt>
                <c:pt idx="11">
                  <c:v>-46.389000000000003</c:v>
                </c:pt>
                <c:pt idx="12">
                  <c:v>-65.259</c:v>
                </c:pt>
                <c:pt idx="13">
                  <c:v>-72.588999999999999</c:v>
                </c:pt>
                <c:pt idx="14">
                  <c:v>-54.445</c:v>
                </c:pt>
                <c:pt idx="15">
                  <c:v>-64</c:v>
                </c:pt>
                <c:pt idx="16">
                  <c:v>-16</c:v>
                </c:pt>
                <c:pt idx="17">
                  <c:v>19.896000000000001</c:v>
                </c:pt>
                <c:pt idx="18">
                  <c:v>55.594999999999999</c:v>
                </c:pt>
                <c:pt idx="19">
                  <c:v>76.055000000000007</c:v>
                </c:pt>
                <c:pt idx="20">
                  <c:v>90.334999999999994</c:v>
                </c:pt>
                <c:pt idx="21">
                  <c:v>64</c:v>
                </c:pt>
                <c:pt idx="22">
                  <c:v>32</c:v>
                </c:pt>
                <c:pt idx="23">
                  <c:v>-16</c:v>
                </c:pt>
                <c:pt idx="24">
                  <c:v>-54.094000000000001</c:v>
                </c:pt>
                <c:pt idx="25">
                  <c:v>-90.864999999999995</c:v>
                </c:pt>
                <c:pt idx="26">
                  <c:v>-100</c:v>
                </c:pt>
                <c:pt idx="27">
                  <c:v>-84</c:v>
                </c:pt>
                <c:pt idx="28">
                  <c:v>-64</c:v>
                </c:pt>
                <c:pt idx="29">
                  <c:v>-16</c:v>
                </c:pt>
                <c:pt idx="30">
                  <c:v>30.013999999999999</c:v>
                </c:pt>
                <c:pt idx="31">
                  <c:v>79.076999999999998</c:v>
                </c:pt>
                <c:pt idx="32">
                  <c:v>96.040999999999997</c:v>
                </c:pt>
                <c:pt idx="33">
                  <c:v>77.406000000000006</c:v>
                </c:pt>
                <c:pt idx="34">
                  <c:v>68.988</c:v>
                </c:pt>
                <c:pt idx="35">
                  <c:v>31.998999999999999</c:v>
                </c:pt>
                <c:pt idx="36">
                  <c:v>0</c:v>
                </c:pt>
                <c:pt idx="37">
                  <c:v>0</c:v>
                </c:pt>
                <c:pt idx="38">
                  <c:v>0</c:v>
                </c:pt>
                <c:pt idx="39">
                  <c:v>0</c:v>
                </c:pt>
                <c:pt idx="40">
                  <c:v>0</c:v>
                </c:pt>
                <c:pt idx="41">
                  <c:v>0</c:v>
                </c:pt>
                <c:pt idx="42">
                  <c:v>0</c:v>
                </c:pt>
                <c:pt idx="43">
                  <c:v>0</c:v>
                </c:pt>
                <c:pt idx="44">
                  <c:v>0</c:v>
                </c:pt>
                <c:pt idx="45">
                  <c:v>-48</c:v>
                </c:pt>
                <c:pt idx="46">
                  <c:v>-80</c:v>
                </c:pt>
                <c:pt idx="47">
                  <c:v>-80</c:v>
                </c:pt>
                <c:pt idx="48">
                  <c:v>-80</c:v>
                </c:pt>
                <c:pt idx="49">
                  <c:v>-80</c:v>
                </c:pt>
                <c:pt idx="50">
                  <c:v>-80</c:v>
                </c:pt>
                <c:pt idx="51">
                  <c:v>-80</c:v>
                </c:pt>
                <c:pt idx="52">
                  <c:v>-80</c:v>
                </c:pt>
                <c:pt idx="53">
                  <c:v>-80</c:v>
                </c:pt>
                <c:pt idx="54">
                  <c:v>-80</c:v>
                </c:pt>
                <c:pt idx="55">
                  <c:v>-80</c:v>
                </c:pt>
                <c:pt idx="56">
                  <c:v>-80</c:v>
                </c:pt>
                <c:pt idx="57">
                  <c:v>-80</c:v>
                </c:pt>
                <c:pt idx="58">
                  <c:v>-80</c:v>
                </c:pt>
                <c:pt idx="59">
                  <c:v>-80</c:v>
                </c:pt>
                <c:pt idx="60">
                  <c:v>-80</c:v>
                </c:pt>
                <c:pt idx="61">
                  <c:v>-80</c:v>
                </c:pt>
                <c:pt idx="62">
                  <c:v>-80</c:v>
                </c:pt>
                <c:pt idx="63">
                  <c:v>-70</c:v>
                </c:pt>
                <c:pt idx="64">
                  <c:v>-32</c:v>
                </c:pt>
                <c:pt idx="65">
                  <c:v>0</c:v>
                </c:pt>
                <c:pt idx="66">
                  <c:v>0</c:v>
                </c:pt>
                <c:pt idx="67">
                  <c:v>0</c:v>
                </c:pt>
                <c:pt idx="68">
                  <c:v>0</c:v>
                </c:pt>
                <c:pt idx="69">
                  <c:v>0</c:v>
                </c:pt>
                <c:pt idx="70">
                  <c:v>0</c:v>
                </c:pt>
                <c:pt idx="71">
                  <c:v>0</c:v>
                </c:pt>
                <c:pt idx="72">
                  <c:v>0</c:v>
                </c:pt>
                <c:pt idx="73">
                  <c:v>0</c:v>
                </c:pt>
                <c:pt idx="74">
                  <c:v>0</c:v>
                </c:pt>
                <c:pt idx="75">
                  <c:v>16</c:v>
                </c:pt>
                <c:pt idx="76">
                  <c:v>64</c:v>
                </c:pt>
                <c:pt idx="77">
                  <c:v>80</c:v>
                </c:pt>
                <c:pt idx="78">
                  <c:v>80</c:v>
                </c:pt>
                <c:pt idx="79">
                  <c:v>80</c:v>
                </c:pt>
                <c:pt idx="80">
                  <c:v>80</c:v>
                </c:pt>
                <c:pt idx="81">
                  <c:v>80</c:v>
                </c:pt>
                <c:pt idx="82">
                  <c:v>80</c:v>
                </c:pt>
                <c:pt idx="83">
                  <c:v>80</c:v>
                </c:pt>
                <c:pt idx="84">
                  <c:v>80</c:v>
                </c:pt>
                <c:pt idx="85">
                  <c:v>80</c:v>
                </c:pt>
                <c:pt idx="86">
                  <c:v>80</c:v>
                </c:pt>
                <c:pt idx="87">
                  <c:v>80</c:v>
                </c:pt>
                <c:pt idx="88">
                  <c:v>80</c:v>
                </c:pt>
                <c:pt idx="89">
                  <c:v>80</c:v>
                </c:pt>
                <c:pt idx="90">
                  <c:v>80</c:v>
                </c:pt>
                <c:pt idx="91">
                  <c:v>75.775000000000006</c:v>
                </c:pt>
                <c:pt idx="92">
                  <c:v>64</c:v>
                </c:pt>
                <c:pt idx="93">
                  <c:v>23</c:v>
                </c:pt>
                <c:pt idx="94">
                  <c:v>0</c:v>
                </c:pt>
                <c:pt idx="95">
                  <c:v>0</c:v>
                </c:pt>
              </c:numCache>
            </c:numRef>
          </c:val>
          <c:smooth val="0"/>
          <c:extLst>
            <c:ext xmlns:c16="http://schemas.microsoft.com/office/drawing/2014/chart" uri="{C3380CC4-5D6E-409C-BE32-E72D297353CC}">
              <c16:uniqueId val="{00000003-8A3C-47BF-B0CC-9B517B9716D5}"/>
            </c:ext>
          </c:extLst>
        </c:ser>
        <c:dLbls>
          <c:showLegendKey val="0"/>
          <c:showVal val="0"/>
          <c:showCatName val="0"/>
          <c:showSerName val="0"/>
          <c:showPercent val="0"/>
          <c:showBubbleSize val="0"/>
        </c:dLbls>
        <c:marker val="1"/>
        <c:smooth val="0"/>
        <c:axId val="2087888800"/>
        <c:axId val="2087882080"/>
      </c:lineChart>
      <c:catAx>
        <c:axId val="20878888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2087882080"/>
        <c:crosses val="autoZero"/>
        <c:auto val="1"/>
        <c:lblAlgn val="ctr"/>
        <c:lblOffset val="100"/>
        <c:noMultiLvlLbl val="0"/>
      </c:catAx>
      <c:valAx>
        <c:axId val="20878820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2087888800"/>
        <c:crosses val="autoZero"/>
        <c:crossBetween val="between"/>
      </c:valAx>
      <c:valAx>
        <c:axId val="2087896000"/>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2087903680"/>
        <c:crosses val="max"/>
        <c:crossBetween val="between"/>
      </c:valAx>
      <c:catAx>
        <c:axId val="2087903680"/>
        <c:scaling>
          <c:orientation val="minMax"/>
        </c:scaling>
        <c:delete val="1"/>
        <c:axPos val="b"/>
        <c:numFmt formatCode="General" sourceLinked="1"/>
        <c:majorTickMark val="out"/>
        <c:minorTickMark val="none"/>
        <c:tickLblPos val="nextTo"/>
        <c:crossAx val="2087896000"/>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1400" b="1" i="0" u="none" strike="noStrike" kern="1200" baseline="0">
                <a:solidFill>
                  <a:schemeClr val="tx1">
                    <a:lumMod val="75000"/>
                    <a:lumOff val="25000"/>
                  </a:schemeClr>
                </a:solidFill>
                <a:latin typeface="+mn-lt"/>
                <a:ea typeface="+mn-ea"/>
                <a:cs typeface="+mn-cs"/>
              </a:defRPr>
            </a:pPr>
            <a:r>
              <a:rPr lang="en-US" altLang="zh-CN"/>
              <a:t>3</a:t>
            </a:r>
            <a:r>
              <a:rPr lang="zh-CN" altLang="en-US"/>
              <a:t>月</a:t>
            </a:r>
            <a:r>
              <a:rPr lang="en-US" altLang="zh-CN"/>
              <a:t>5</a:t>
            </a:r>
            <a:r>
              <a:rPr lang="zh-CN" altLang="en-US"/>
              <a:t>日充放行为对标</a:t>
            </a:r>
          </a:p>
        </c:rich>
      </c:tx>
      <c:overlay val="0"/>
      <c:spPr>
        <a:noFill/>
        <a:ln>
          <a:noFill/>
        </a:ln>
        <a:effectLst/>
      </c:spPr>
      <c:txPr>
        <a:bodyPr rot="0" spcFirstLastPara="0" vertOverflow="ellipsis" vert="horz" wrap="square" anchor="ctr" anchorCtr="1"/>
        <a:lstStyle/>
        <a:p>
          <a:pPr defTabSz="914400">
            <a:defRPr lang="zh-CN" sz="1400" b="1" i="0" u="none" strike="noStrike" kern="1200" baseline="0">
              <a:solidFill>
                <a:schemeClr val="tx1">
                  <a:lumMod val="75000"/>
                  <a:lumOff val="25000"/>
                </a:schemeClr>
              </a:solidFill>
              <a:latin typeface="+mn-lt"/>
              <a:ea typeface="+mn-ea"/>
              <a:cs typeface="+mn-cs"/>
            </a:defRPr>
          </a:pPr>
          <a:endParaRPr lang="en-US" altLang="zh-CN"/>
        </a:p>
      </c:txPr>
    </c:title>
    <c:autoTitleDeleted val="0"/>
    <c:plotArea>
      <c:layout/>
      <c:barChart>
        <c:barDir val="col"/>
        <c:grouping val="clustered"/>
        <c:varyColors val="0"/>
        <c:ser>
          <c:idx val="1"/>
          <c:order val="1"/>
          <c:tx>
            <c:strRef>
              <c:f>'[巴盟及相似场站1-3月月收益对比表.xlsx]Sheet1'!$A$3</c:f>
              <c:strCache>
                <c:ptCount val="1"/>
                <c:pt idx="0">
                  <c:v>泰垚鑫储储能电站</c:v>
                </c:pt>
              </c:strCache>
            </c:strRef>
          </c:tx>
          <c:spPr>
            <a:solidFill>
              <a:schemeClr val="accent2"/>
            </a:solidFill>
            <a:ln>
              <a:noFill/>
            </a:ln>
            <a:effectLst/>
          </c:spPr>
          <c:invertIfNegative val="0"/>
          <c:cat>
            <c:strRef>
              <c:f>'[巴盟及相似场站1-3月月收益对比表.xlsx]Sheet1'!$B$1:$CS$1</c:f>
              <c:strCache>
                <c:ptCount val="96"/>
                <c:pt idx="0">
                  <c:v>0:15</c:v>
                </c:pt>
                <c:pt idx="1">
                  <c:v>0:30</c:v>
                </c:pt>
                <c:pt idx="2">
                  <c:v>0:45</c:v>
                </c:pt>
                <c:pt idx="3">
                  <c:v>1:00</c:v>
                </c:pt>
                <c:pt idx="4">
                  <c:v>1:15</c:v>
                </c:pt>
                <c:pt idx="5">
                  <c:v>1:30</c:v>
                </c:pt>
                <c:pt idx="6">
                  <c:v>1:45</c:v>
                </c:pt>
                <c:pt idx="7">
                  <c:v>2:00</c:v>
                </c:pt>
                <c:pt idx="8">
                  <c:v>2:15</c:v>
                </c:pt>
                <c:pt idx="9">
                  <c:v>2:30</c:v>
                </c:pt>
                <c:pt idx="10">
                  <c:v>2:45</c:v>
                </c:pt>
                <c:pt idx="11">
                  <c:v>3:00</c:v>
                </c:pt>
                <c:pt idx="12">
                  <c:v>3:15</c:v>
                </c:pt>
                <c:pt idx="13">
                  <c:v>3:30</c:v>
                </c:pt>
                <c:pt idx="14">
                  <c:v>3:45</c:v>
                </c:pt>
                <c:pt idx="15">
                  <c:v>4:00</c:v>
                </c:pt>
                <c:pt idx="16">
                  <c:v>4:15</c:v>
                </c:pt>
                <c:pt idx="17">
                  <c:v>4:30</c:v>
                </c:pt>
                <c:pt idx="18">
                  <c:v>4:45</c:v>
                </c:pt>
                <c:pt idx="19">
                  <c:v>5:00</c:v>
                </c:pt>
                <c:pt idx="20">
                  <c:v>5:15</c:v>
                </c:pt>
                <c:pt idx="21">
                  <c:v>5:30</c:v>
                </c:pt>
                <c:pt idx="22">
                  <c:v>5:45</c:v>
                </c:pt>
                <c:pt idx="23">
                  <c:v>6:00</c:v>
                </c:pt>
                <c:pt idx="24">
                  <c:v>6:15</c:v>
                </c:pt>
                <c:pt idx="25">
                  <c:v>6:30</c:v>
                </c:pt>
                <c:pt idx="26">
                  <c:v>6:45</c:v>
                </c:pt>
                <c:pt idx="27">
                  <c:v>7:00</c:v>
                </c:pt>
                <c:pt idx="28">
                  <c:v>7:15</c:v>
                </c:pt>
                <c:pt idx="29">
                  <c:v>7:30</c:v>
                </c:pt>
                <c:pt idx="30">
                  <c:v>7:45</c:v>
                </c:pt>
                <c:pt idx="31">
                  <c:v>8:00</c:v>
                </c:pt>
                <c:pt idx="32">
                  <c:v>8:15</c:v>
                </c:pt>
                <c:pt idx="33">
                  <c:v>8:30</c:v>
                </c:pt>
                <c:pt idx="34">
                  <c:v>8:45</c:v>
                </c:pt>
                <c:pt idx="35">
                  <c:v>9:00</c:v>
                </c:pt>
                <c:pt idx="36">
                  <c:v>9:15</c:v>
                </c:pt>
                <c:pt idx="37">
                  <c:v>9:30</c:v>
                </c:pt>
                <c:pt idx="38">
                  <c:v>9:45</c:v>
                </c:pt>
                <c:pt idx="39">
                  <c:v>10:00</c:v>
                </c:pt>
                <c:pt idx="40">
                  <c:v>10:15</c:v>
                </c:pt>
                <c:pt idx="41">
                  <c:v>10:30</c:v>
                </c:pt>
                <c:pt idx="42">
                  <c:v>10:45</c:v>
                </c:pt>
                <c:pt idx="43">
                  <c:v>11:00</c:v>
                </c:pt>
                <c:pt idx="44">
                  <c:v>11:15</c:v>
                </c:pt>
                <c:pt idx="45">
                  <c:v>11:30</c:v>
                </c:pt>
                <c:pt idx="46">
                  <c:v>11:45</c:v>
                </c:pt>
                <c:pt idx="47">
                  <c:v>12:00</c:v>
                </c:pt>
                <c:pt idx="48">
                  <c:v>12:15</c:v>
                </c:pt>
                <c:pt idx="49">
                  <c:v>12:30</c:v>
                </c:pt>
                <c:pt idx="50">
                  <c:v>12:45</c:v>
                </c:pt>
                <c:pt idx="51">
                  <c:v>13:00</c:v>
                </c:pt>
                <c:pt idx="52">
                  <c:v>13:15</c:v>
                </c:pt>
                <c:pt idx="53">
                  <c:v>13:30</c:v>
                </c:pt>
                <c:pt idx="54">
                  <c:v>13:45</c:v>
                </c:pt>
                <c:pt idx="55">
                  <c:v>14:00</c:v>
                </c:pt>
                <c:pt idx="56">
                  <c:v>14:15</c:v>
                </c:pt>
                <c:pt idx="57">
                  <c:v>14:30</c:v>
                </c:pt>
                <c:pt idx="58">
                  <c:v>14:45</c:v>
                </c:pt>
                <c:pt idx="59">
                  <c:v>15:00</c:v>
                </c:pt>
                <c:pt idx="60">
                  <c:v>15:15</c:v>
                </c:pt>
                <c:pt idx="61">
                  <c:v>15:30</c:v>
                </c:pt>
                <c:pt idx="62">
                  <c:v>15:45</c:v>
                </c:pt>
                <c:pt idx="63">
                  <c:v>16:00</c:v>
                </c:pt>
                <c:pt idx="64">
                  <c:v>16:15</c:v>
                </c:pt>
                <c:pt idx="65">
                  <c:v>16:30</c:v>
                </c:pt>
                <c:pt idx="66">
                  <c:v>16:45</c:v>
                </c:pt>
                <c:pt idx="67">
                  <c:v>17:00</c:v>
                </c:pt>
                <c:pt idx="68">
                  <c:v>17:15</c:v>
                </c:pt>
                <c:pt idx="69">
                  <c:v>17:30</c:v>
                </c:pt>
                <c:pt idx="70">
                  <c:v>17:45</c:v>
                </c:pt>
                <c:pt idx="71">
                  <c:v>18:00</c:v>
                </c:pt>
                <c:pt idx="72">
                  <c:v>18:15</c:v>
                </c:pt>
                <c:pt idx="73">
                  <c:v>18:30</c:v>
                </c:pt>
                <c:pt idx="74">
                  <c:v>18:45</c:v>
                </c:pt>
                <c:pt idx="75">
                  <c:v>19:00</c:v>
                </c:pt>
                <c:pt idx="76">
                  <c:v>19:15</c:v>
                </c:pt>
                <c:pt idx="77">
                  <c:v>19:30</c:v>
                </c:pt>
                <c:pt idx="78">
                  <c:v>19:45</c:v>
                </c:pt>
                <c:pt idx="79">
                  <c:v>20:00</c:v>
                </c:pt>
                <c:pt idx="80">
                  <c:v>20:15</c:v>
                </c:pt>
                <c:pt idx="81">
                  <c:v>20:30</c:v>
                </c:pt>
                <c:pt idx="82">
                  <c:v>20:45</c:v>
                </c:pt>
                <c:pt idx="83">
                  <c:v>21:00</c:v>
                </c:pt>
                <c:pt idx="84">
                  <c:v>21:15</c:v>
                </c:pt>
                <c:pt idx="85">
                  <c:v>21:30</c:v>
                </c:pt>
                <c:pt idx="86">
                  <c:v>21:45</c:v>
                </c:pt>
                <c:pt idx="87">
                  <c:v>22:00</c:v>
                </c:pt>
                <c:pt idx="88">
                  <c:v>22:15</c:v>
                </c:pt>
                <c:pt idx="89">
                  <c:v>22:30</c:v>
                </c:pt>
                <c:pt idx="90">
                  <c:v>22:45</c:v>
                </c:pt>
                <c:pt idx="91">
                  <c:v>23:00</c:v>
                </c:pt>
                <c:pt idx="92">
                  <c:v>23:15</c:v>
                </c:pt>
                <c:pt idx="93">
                  <c:v>23:30</c:v>
                </c:pt>
                <c:pt idx="94">
                  <c:v>23:45</c:v>
                </c:pt>
                <c:pt idx="95">
                  <c:v>24:00</c:v>
                </c:pt>
              </c:strCache>
            </c:strRef>
          </c:cat>
          <c:val>
            <c:numRef>
              <c:f>'[巴盟及相似场站1-3月月收益对比表.xlsx]Sheet1'!$B$3:$CS$3</c:f>
              <c:numCache>
                <c:formatCode>General</c:formatCode>
                <c:ptCount val="96"/>
                <c:pt idx="0">
                  <c:v>247.47200000000001</c:v>
                </c:pt>
                <c:pt idx="1">
                  <c:v>267.36</c:v>
                </c:pt>
                <c:pt idx="2">
                  <c:v>270.56799999999998</c:v>
                </c:pt>
                <c:pt idx="3">
                  <c:v>277.33600000000001</c:v>
                </c:pt>
                <c:pt idx="4">
                  <c:v>287.23599999999999</c:v>
                </c:pt>
                <c:pt idx="5">
                  <c:v>397.4</c:v>
                </c:pt>
                <c:pt idx="6">
                  <c:v>330.66800000000001</c:v>
                </c:pt>
                <c:pt idx="7">
                  <c:v>371.83600000000001</c:v>
                </c:pt>
                <c:pt idx="8">
                  <c:v>392.92</c:v>
                </c:pt>
                <c:pt idx="9">
                  <c:v>500</c:v>
                </c:pt>
                <c:pt idx="10">
                  <c:v>500</c:v>
                </c:pt>
                <c:pt idx="11">
                  <c:v>500</c:v>
                </c:pt>
                <c:pt idx="12">
                  <c:v>338.036</c:v>
                </c:pt>
                <c:pt idx="13">
                  <c:v>398.11200000000002</c:v>
                </c:pt>
                <c:pt idx="14">
                  <c:v>375.37599999999998</c:v>
                </c:pt>
                <c:pt idx="15">
                  <c:v>331.14800000000002</c:v>
                </c:pt>
                <c:pt idx="16">
                  <c:v>313.2</c:v>
                </c:pt>
                <c:pt idx="17">
                  <c:v>238.684</c:v>
                </c:pt>
                <c:pt idx="18">
                  <c:v>91.587999999999994</c:v>
                </c:pt>
                <c:pt idx="19">
                  <c:v>-80</c:v>
                </c:pt>
                <c:pt idx="20">
                  <c:v>-320</c:v>
                </c:pt>
                <c:pt idx="21">
                  <c:v>-480</c:v>
                </c:pt>
                <c:pt idx="22">
                  <c:v>-320</c:v>
                </c:pt>
                <c:pt idx="23">
                  <c:v>-80</c:v>
                </c:pt>
                <c:pt idx="24">
                  <c:v>84.268000000000001</c:v>
                </c:pt>
                <c:pt idx="25">
                  <c:v>209.744</c:v>
                </c:pt>
                <c:pt idx="26">
                  <c:v>262.62799999999999</c:v>
                </c:pt>
                <c:pt idx="27">
                  <c:v>266.036</c:v>
                </c:pt>
                <c:pt idx="28">
                  <c:v>270.15199999999999</c:v>
                </c:pt>
                <c:pt idx="29">
                  <c:v>176.50399999999999</c:v>
                </c:pt>
                <c:pt idx="30">
                  <c:v>57.72</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-240</c:v>
                </c:pt>
                <c:pt idx="46">
                  <c:v>-480</c:v>
                </c:pt>
                <c:pt idx="47">
                  <c:v>-492</c:v>
                </c:pt>
                <c:pt idx="48">
                  <c:v>-492</c:v>
                </c:pt>
                <c:pt idx="49">
                  <c:v>-492</c:v>
                </c:pt>
                <c:pt idx="50">
                  <c:v>-492</c:v>
                </c:pt>
                <c:pt idx="51">
                  <c:v>-492</c:v>
                </c:pt>
                <c:pt idx="52">
                  <c:v>-492</c:v>
                </c:pt>
                <c:pt idx="53">
                  <c:v>-492</c:v>
                </c:pt>
                <c:pt idx="54">
                  <c:v>-492</c:v>
                </c:pt>
                <c:pt idx="55">
                  <c:v>-492</c:v>
                </c:pt>
                <c:pt idx="56">
                  <c:v>-492</c:v>
                </c:pt>
                <c:pt idx="57">
                  <c:v>-492</c:v>
                </c:pt>
                <c:pt idx="58">
                  <c:v>-492</c:v>
                </c:pt>
                <c:pt idx="59">
                  <c:v>-492</c:v>
                </c:pt>
                <c:pt idx="60">
                  <c:v>-480</c:v>
                </c:pt>
                <c:pt idx="61">
                  <c:v>-400</c:v>
                </c:pt>
                <c:pt idx="62">
                  <c:v>-160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7.9999999999999996E-6</c:v>
                </c:pt>
              </c:numCache>
            </c:numRef>
          </c:val>
          <c:extLst>
            <c:ext xmlns:c16="http://schemas.microsoft.com/office/drawing/2014/chart" uri="{C3380CC4-5D6E-409C-BE32-E72D297353CC}">
              <c16:uniqueId val="{00000000-BAE7-485A-B4A9-3FD0300B4382}"/>
            </c:ext>
          </c:extLst>
        </c:ser>
        <c:ser>
          <c:idx val="2"/>
          <c:order val="2"/>
          <c:tx>
            <c:strRef>
              <c:f>'[巴盟及相似场站1-3月月收益对比表.xlsx]Sheet1'!$A$4</c:f>
              <c:strCache>
                <c:ptCount val="1"/>
                <c:pt idx="0">
                  <c:v>景怡查干哈达储能电站</c:v>
                </c:pt>
              </c:strCache>
            </c:strRef>
          </c:tx>
          <c:spPr>
            <a:solidFill>
              <a:schemeClr val="accent3"/>
            </a:solidFill>
            <a:ln>
              <a:noFill/>
            </a:ln>
            <a:effectLst/>
          </c:spPr>
          <c:invertIfNegative val="0"/>
          <c:cat>
            <c:strRef>
              <c:f>'[巴盟及相似场站1-3月月收益对比表.xlsx]Sheet1'!$B$1:$CS$1</c:f>
              <c:strCache>
                <c:ptCount val="96"/>
                <c:pt idx="0">
                  <c:v>0:15</c:v>
                </c:pt>
                <c:pt idx="1">
                  <c:v>0:30</c:v>
                </c:pt>
                <c:pt idx="2">
                  <c:v>0:45</c:v>
                </c:pt>
                <c:pt idx="3">
                  <c:v>1:00</c:v>
                </c:pt>
                <c:pt idx="4">
                  <c:v>1:15</c:v>
                </c:pt>
                <c:pt idx="5">
                  <c:v>1:30</c:v>
                </c:pt>
                <c:pt idx="6">
                  <c:v>1:45</c:v>
                </c:pt>
                <c:pt idx="7">
                  <c:v>2:00</c:v>
                </c:pt>
                <c:pt idx="8">
                  <c:v>2:15</c:v>
                </c:pt>
                <c:pt idx="9">
                  <c:v>2:30</c:v>
                </c:pt>
                <c:pt idx="10">
                  <c:v>2:45</c:v>
                </c:pt>
                <c:pt idx="11">
                  <c:v>3:00</c:v>
                </c:pt>
                <c:pt idx="12">
                  <c:v>3:15</c:v>
                </c:pt>
                <c:pt idx="13">
                  <c:v>3:30</c:v>
                </c:pt>
                <c:pt idx="14">
                  <c:v>3:45</c:v>
                </c:pt>
                <c:pt idx="15">
                  <c:v>4:00</c:v>
                </c:pt>
                <c:pt idx="16">
                  <c:v>4:15</c:v>
                </c:pt>
                <c:pt idx="17">
                  <c:v>4:30</c:v>
                </c:pt>
                <c:pt idx="18">
                  <c:v>4:45</c:v>
                </c:pt>
                <c:pt idx="19">
                  <c:v>5:00</c:v>
                </c:pt>
                <c:pt idx="20">
                  <c:v>5:15</c:v>
                </c:pt>
                <c:pt idx="21">
                  <c:v>5:30</c:v>
                </c:pt>
                <c:pt idx="22">
                  <c:v>5:45</c:v>
                </c:pt>
                <c:pt idx="23">
                  <c:v>6:00</c:v>
                </c:pt>
                <c:pt idx="24">
                  <c:v>6:15</c:v>
                </c:pt>
                <c:pt idx="25">
                  <c:v>6:30</c:v>
                </c:pt>
                <c:pt idx="26">
                  <c:v>6:45</c:v>
                </c:pt>
                <c:pt idx="27">
                  <c:v>7:00</c:v>
                </c:pt>
                <c:pt idx="28">
                  <c:v>7:15</c:v>
                </c:pt>
                <c:pt idx="29">
                  <c:v>7:30</c:v>
                </c:pt>
                <c:pt idx="30">
                  <c:v>7:45</c:v>
                </c:pt>
                <c:pt idx="31">
                  <c:v>8:00</c:v>
                </c:pt>
                <c:pt idx="32">
                  <c:v>8:15</c:v>
                </c:pt>
                <c:pt idx="33">
                  <c:v>8:30</c:v>
                </c:pt>
                <c:pt idx="34">
                  <c:v>8:45</c:v>
                </c:pt>
                <c:pt idx="35">
                  <c:v>9:00</c:v>
                </c:pt>
                <c:pt idx="36">
                  <c:v>9:15</c:v>
                </c:pt>
                <c:pt idx="37">
                  <c:v>9:30</c:v>
                </c:pt>
                <c:pt idx="38">
                  <c:v>9:45</c:v>
                </c:pt>
                <c:pt idx="39">
                  <c:v>10:00</c:v>
                </c:pt>
                <c:pt idx="40">
                  <c:v>10:15</c:v>
                </c:pt>
                <c:pt idx="41">
                  <c:v>10:30</c:v>
                </c:pt>
                <c:pt idx="42">
                  <c:v>10:45</c:v>
                </c:pt>
                <c:pt idx="43">
                  <c:v>11:00</c:v>
                </c:pt>
                <c:pt idx="44">
                  <c:v>11:15</c:v>
                </c:pt>
                <c:pt idx="45">
                  <c:v>11:30</c:v>
                </c:pt>
                <c:pt idx="46">
                  <c:v>11:45</c:v>
                </c:pt>
                <c:pt idx="47">
                  <c:v>12:00</c:v>
                </c:pt>
                <c:pt idx="48">
                  <c:v>12:15</c:v>
                </c:pt>
                <c:pt idx="49">
                  <c:v>12:30</c:v>
                </c:pt>
                <c:pt idx="50">
                  <c:v>12:45</c:v>
                </c:pt>
                <c:pt idx="51">
                  <c:v>13:00</c:v>
                </c:pt>
                <c:pt idx="52">
                  <c:v>13:15</c:v>
                </c:pt>
                <c:pt idx="53">
                  <c:v>13:30</c:v>
                </c:pt>
                <c:pt idx="54">
                  <c:v>13:45</c:v>
                </c:pt>
                <c:pt idx="55">
                  <c:v>14:00</c:v>
                </c:pt>
                <c:pt idx="56">
                  <c:v>14:15</c:v>
                </c:pt>
                <c:pt idx="57">
                  <c:v>14:30</c:v>
                </c:pt>
                <c:pt idx="58">
                  <c:v>14:45</c:v>
                </c:pt>
                <c:pt idx="59">
                  <c:v>15:00</c:v>
                </c:pt>
                <c:pt idx="60">
                  <c:v>15:15</c:v>
                </c:pt>
                <c:pt idx="61">
                  <c:v>15:30</c:v>
                </c:pt>
                <c:pt idx="62">
                  <c:v>15:45</c:v>
                </c:pt>
                <c:pt idx="63">
                  <c:v>16:00</c:v>
                </c:pt>
                <c:pt idx="64">
                  <c:v>16:15</c:v>
                </c:pt>
                <c:pt idx="65">
                  <c:v>16:30</c:v>
                </c:pt>
                <c:pt idx="66">
                  <c:v>16:45</c:v>
                </c:pt>
                <c:pt idx="67">
                  <c:v>17:00</c:v>
                </c:pt>
                <c:pt idx="68">
                  <c:v>17:15</c:v>
                </c:pt>
                <c:pt idx="69">
                  <c:v>17:30</c:v>
                </c:pt>
                <c:pt idx="70">
                  <c:v>17:45</c:v>
                </c:pt>
                <c:pt idx="71">
                  <c:v>18:00</c:v>
                </c:pt>
                <c:pt idx="72">
                  <c:v>18:15</c:v>
                </c:pt>
                <c:pt idx="73">
                  <c:v>18:30</c:v>
                </c:pt>
                <c:pt idx="74">
                  <c:v>18:45</c:v>
                </c:pt>
                <c:pt idx="75">
                  <c:v>19:00</c:v>
                </c:pt>
                <c:pt idx="76">
                  <c:v>19:15</c:v>
                </c:pt>
                <c:pt idx="77">
                  <c:v>19:30</c:v>
                </c:pt>
                <c:pt idx="78">
                  <c:v>19:45</c:v>
                </c:pt>
                <c:pt idx="79">
                  <c:v>20:00</c:v>
                </c:pt>
                <c:pt idx="80">
                  <c:v>20:15</c:v>
                </c:pt>
                <c:pt idx="81">
                  <c:v>20:30</c:v>
                </c:pt>
                <c:pt idx="82">
                  <c:v>20:45</c:v>
                </c:pt>
                <c:pt idx="83">
                  <c:v>21:00</c:v>
                </c:pt>
                <c:pt idx="84">
                  <c:v>21:15</c:v>
                </c:pt>
                <c:pt idx="85">
                  <c:v>21:30</c:v>
                </c:pt>
                <c:pt idx="86">
                  <c:v>21:45</c:v>
                </c:pt>
                <c:pt idx="87">
                  <c:v>22:00</c:v>
                </c:pt>
                <c:pt idx="88">
                  <c:v>22:15</c:v>
                </c:pt>
                <c:pt idx="89">
                  <c:v>22:30</c:v>
                </c:pt>
                <c:pt idx="90">
                  <c:v>22:45</c:v>
                </c:pt>
                <c:pt idx="91">
                  <c:v>23:00</c:v>
                </c:pt>
                <c:pt idx="92">
                  <c:v>23:15</c:v>
                </c:pt>
                <c:pt idx="93">
                  <c:v>23:30</c:v>
                </c:pt>
                <c:pt idx="94">
                  <c:v>23:45</c:v>
                </c:pt>
                <c:pt idx="95">
                  <c:v>24:00</c:v>
                </c:pt>
              </c:strCache>
            </c:strRef>
          </c:cat>
          <c:val>
            <c:numRef>
              <c:f>'[巴盟及相似场站1-3月月收益对比表.xlsx]Sheet1'!$B$4:$CS$4</c:f>
              <c:numCache>
                <c:formatCode>General</c:formatCode>
                <c:ptCount val="96"/>
                <c:pt idx="0">
                  <c:v>462</c:v>
                </c:pt>
                <c:pt idx="1">
                  <c:v>924</c:v>
                </c:pt>
                <c:pt idx="2">
                  <c:v>1000</c:v>
                </c:pt>
                <c:pt idx="3">
                  <c:v>924</c:v>
                </c:pt>
                <c:pt idx="4">
                  <c:v>462</c:v>
                </c:pt>
                <c:pt idx="5">
                  <c:v>0</c:v>
                </c:pt>
                <c:pt idx="6">
                  <c:v>0</c:v>
                </c:pt>
                <c:pt idx="7">
                  <c:v>0</c:v>
                </c:pt>
                <c:pt idx="8">
                  <c:v>0</c:v>
                </c:pt>
                <c:pt idx="9">
                  <c:v>-154</c:v>
                </c:pt>
                <c:pt idx="10">
                  <c:v>-597.65800000000002</c:v>
                </c:pt>
                <c:pt idx="11">
                  <c:v>-1000</c:v>
                </c:pt>
                <c:pt idx="12">
                  <c:v>-598.31799999999998</c:v>
                </c:pt>
                <c:pt idx="13">
                  <c:v>-1000</c:v>
                </c:pt>
                <c:pt idx="14">
                  <c:v>-988.298</c:v>
                </c:pt>
                <c:pt idx="15">
                  <c:v>-793.16</c:v>
                </c:pt>
                <c:pt idx="16">
                  <c:v>-1000</c:v>
                </c:pt>
                <c:pt idx="17">
                  <c:v>-1000</c:v>
                </c:pt>
                <c:pt idx="18">
                  <c:v>-616</c:v>
                </c:pt>
                <c:pt idx="19">
                  <c:v>-154</c:v>
                </c:pt>
                <c:pt idx="20">
                  <c:v>0</c:v>
                </c:pt>
                <c:pt idx="21">
                  <c:v>0</c:v>
                </c:pt>
                <c:pt idx="22">
                  <c:v>462</c:v>
                </c:pt>
                <c:pt idx="23">
                  <c:v>924</c:v>
                </c:pt>
                <c:pt idx="24">
                  <c:v>1000</c:v>
                </c:pt>
                <c:pt idx="25">
                  <c:v>1000</c:v>
                </c:pt>
                <c:pt idx="26">
                  <c:v>1000</c:v>
                </c:pt>
                <c:pt idx="27">
                  <c:v>1000</c:v>
                </c:pt>
                <c:pt idx="28">
                  <c:v>1000</c:v>
                </c:pt>
                <c:pt idx="29">
                  <c:v>616</c:v>
                </c:pt>
                <c:pt idx="30">
                  <c:v>154</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-154</c:v>
                </c:pt>
                <c:pt idx="46">
                  <c:v>-616</c:v>
                </c:pt>
                <c:pt idx="47">
                  <c:v>-1000</c:v>
                </c:pt>
                <c:pt idx="48">
                  <c:v>-1000</c:v>
                </c:pt>
                <c:pt idx="49">
                  <c:v>-1000</c:v>
                </c:pt>
                <c:pt idx="50">
                  <c:v>-1000</c:v>
                </c:pt>
                <c:pt idx="51">
                  <c:v>-1000</c:v>
                </c:pt>
                <c:pt idx="52">
                  <c:v>-1000</c:v>
                </c:pt>
                <c:pt idx="53">
                  <c:v>-1000</c:v>
                </c:pt>
                <c:pt idx="54">
                  <c:v>-1000</c:v>
                </c:pt>
                <c:pt idx="55">
                  <c:v>-1000</c:v>
                </c:pt>
                <c:pt idx="56">
                  <c:v>-999.43200000000002</c:v>
                </c:pt>
                <c:pt idx="57">
                  <c:v>-1000</c:v>
                </c:pt>
                <c:pt idx="58">
                  <c:v>-999.54399999999998</c:v>
                </c:pt>
                <c:pt idx="59">
                  <c:v>-999.55200000000002</c:v>
                </c:pt>
                <c:pt idx="60">
                  <c:v>-924</c:v>
                </c:pt>
                <c:pt idx="61">
                  <c:v>-462</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val>
          <c:extLst>
            <c:ext xmlns:c16="http://schemas.microsoft.com/office/drawing/2014/chart" uri="{C3380CC4-5D6E-409C-BE32-E72D297353CC}">
              <c16:uniqueId val="{00000001-BAE7-485A-B4A9-3FD0300B4382}"/>
            </c:ext>
          </c:extLst>
        </c:ser>
        <c:dLbls>
          <c:showLegendKey val="0"/>
          <c:showVal val="0"/>
          <c:showCatName val="0"/>
          <c:showSerName val="0"/>
          <c:showPercent val="0"/>
          <c:showBubbleSize val="0"/>
        </c:dLbls>
        <c:gapWidth val="219"/>
        <c:overlap val="-27"/>
        <c:axId val="898900439"/>
        <c:axId val="25724878"/>
      </c:barChart>
      <c:lineChart>
        <c:grouping val="standard"/>
        <c:varyColors val="0"/>
        <c:ser>
          <c:idx val="0"/>
          <c:order val="0"/>
          <c:tx>
            <c:strRef>
              <c:f>'[巴盟及相似场站1-3月月收益对比表.xlsx]Sheet1'!$A$2</c:f>
              <c:strCache>
                <c:ptCount val="1"/>
                <c:pt idx="0">
                  <c:v>电价</c:v>
                </c:pt>
              </c:strCache>
            </c:strRef>
          </c:tx>
          <c:spPr>
            <a:ln w="28575" cap="rnd">
              <a:solidFill>
                <a:schemeClr val="accent1"/>
              </a:solidFill>
              <a:round/>
            </a:ln>
            <a:effectLst/>
          </c:spPr>
          <c:marker>
            <c:symbol val="none"/>
          </c:marker>
          <c:cat>
            <c:strRef>
              <c:f>'[巴盟及相似场站1-3月月收益对比表.xlsx]Sheet1'!$B$1:$CS$1</c:f>
              <c:strCache>
                <c:ptCount val="96"/>
                <c:pt idx="0">
                  <c:v>0:15</c:v>
                </c:pt>
                <c:pt idx="1">
                  <c:v>0:30</c:v>
                </c:pt>
                <c:pt idx="2">
                  <c:v>0:45</c:v>
                </c:pt>
                <c:pt idx="3">
                  <c:v>1:00</c:v>
                </c:pt>
                <c:pt idx="4">
                  <c:v>1:15</c:v>
                </c:pt>
                <c:pt idx="5">
                  <c:v>1:30</c:v>
                </c:pt>
                <c:pt idx="6">
                  <c:v>1:45</c:v>
                </c:pt>
                <c:pt idx="7">
                  <c:v>2:00</c:v>
                </c:pt>
                <c:pt idx="8">
                  <c:v>2:15</c:v>
                </c:pt>
                <c:pt idx="9">
                  <c:v>2:30</c:v>
                </c:pt>
                <c:pt idx="10">
                  <c:v>2:45</c:v>
                </c:pt>
                <c:pt idx="11">
                  <c:v>3:00</c:v>
                </c:pt>
                <c:pt idx="12">
                  <c:v>3:15</c:v>
                </c:pt>
                <c:pt idx="13">
                  <c:v>3:30</c:v>
                </c:pt>
                <c:pt idx="14">
                  <c:v>3:45</c:v>
                </c:pt>
                <c:pt idx="15">
                  <c:v>4:00</c:v>
                </c:pt>
                <c:pt idx="16">
                  <c:v>4:15</c:v>
                </c:pt>
                <c:pt idx="17">
                  <c:v>4:30</c:v>
                </c:pt>
                <c:pt idx="18">
                  <c:v>4:45</c:v>
                </c:pt>
                <c:pt idx="19">
                  <c:v>5:00</c:v>
                </c:pt>
                <c:pt idx="20">
                  <c:v>5:15</c:v>
                </c:pt>
                <c:pt idx="21">
                  <c:v>5:30</c:v>
                </c:pt>
                <c:pt idx="22">
                  <c:v>5:45</c:v>
                </c:pt>
                <c:pt idx="23">
                  <c:v>6:00</c:v>
                </c:pt>
                <c:pt idx="24">
                  <c:v>6:15</c:v>
                </c:pt>
                <c:pt idx="25">
                  <c:v>6:30</c:v>
                </c:pt>
                <c:pt idx="26">
                  <c:v>6:45</c:v>
                </c:pt>
                <c:pt idx="27">
                  <c:v>7:00</c:v>
                </c:pt>
                <c:pt idx="28">
                  <c:v>7:15</c:v>
                </c:pt>
                <c:pt idx="29">
                  <c:v>7:30</c:v>
                </c:pt>
                <c:pt idx="30">
                  <c:v>7:45</c:v>
                </c:pt>
                <c:pt idx="31">
                  <c:v>8:00</c:v>
                </c:pt>
                <c:pt idx="32">
                  <c:v>8:15</c:v>
                </c:pt>
                <c:pt idx="33">
                  <c:v>8:30</c:v>
                </c:pt>
                <c:pt idx="34">
                  <c:v>8:45</c:v>
                </c:pt>
                <c:pt idx="35">
                  <c:v>9:00</c:v>
                </c:pt>
                <c:pt idx="36">
                  <c:v>9:15</c:v>
                </c:pt>
                <c:pt idx="37">
                  <c:v>9:30</c:v>
                </c:pt>
                <c:pt idx="38">
                  <c:v>9:45</c:v>
                </c:pt>
                <c:pt idx="39">
                  <c:v>10:00</c:v>
                </c:pt>
                <c:pt idx="40">
                  <c:v>10:15</c:v>
                </c:pt>
                <c:pt idx="41">
                  <c:v>10:30</c:v>
                </c:pt>
                <c:pt idx="42">
                  <c:v>10:45</c:v>
                </c:pt>
                <c:pt idx="43">
                  <c:v>11:00</c:v>
                </c:pt>
                <c:pt idx="44">
                  <c:v>11:15</c:v>
                </c:pt>
                <c:pt idx="45">
                  <c:v>11:30</c:v>
                </c:pt>
                <c:pt idx="46">
                  <c:v>11:45</c:v>
                </c:pt>
                <c:pt idx="47">
                  <c:v>12:00</c:v>
                </c:pt>
                <c:pt idx="48">
                  <c:v>12:15</c:v>
                </c:pt>
                <c:pt idx="49">
                  <c:v>12:30</c:v>
                </c:pt>
                <c:pt idx="50">
                  <c:v>12:45</c:v>
                </c:pt>
                <c:pt idx="51">
                  <c:v>13:00</c:v>
                </c:pt>
                <c:pt idx="52">
                  <c:v>13:15</c:v>
                </c:pt>
                <c:pt idx="53">
                  <c:v>13:30</c:v>
                </c:pt>
                <c:pt idx="54">
                  <c:v>13:45</c:v>
                </c:pt>
                <c:pt idx="55">
                  <c:v>14:00</c:v>
                </c:pt>
                <c:pt idx="56">
                  <c:v>14:15</c:v>
                </c:pt>
                <c:pt idx="57">
                  <c:v>14:30</c:v>
                </c:pt>
                <c:pt idx="58">
                  <c:v>14:45</c:v>
                </c:pt>
                <c:pt idx="59">
                  <c:v>15:00</c:v>
                </c:pt>
                <c:pt idx="60">
                  <c:v>15:15</c:v>
                </c:pt>
                <c:pt idx="61">
                  <c:v>15:30</c:v>
                </c:pt>
                <c:pt idx="62">
                  <c:v>15:45</c:v>
                </c:pt>
                <c:pt idx="63">
                  <c:v>16:00</c:v>
                </c:pt>
                <c:pt idx="64">
                  <c:v>16:15</c:v>
                </c:pt>
                <c:pt idx="65">
                  <c:v>16:30</c:v>
                </c:pt>
                <c:pt idx="66">
                  <c:v>16:45</c:v>
                </c:pt>
                <c:pt idx="67">
                  <c:v>17:00</c:v>
                </c:pt>
                <c:pt idx="68">
                  <c:v>17:15</c:v>
                </c:pt>
                <c:pt idx="69">
                  <c:v>17:30</c:v>
                </c:pt>
                <c:pt idx="70">
                  <c:v>17:45</c:v>
                </c:pt>
                <c:pt idx="71">
                  <c:v>18:00</c:v>
                </c:pt>
                <c:pt idx="72">
                  <c:v>18:15</c:v>
                </c:pt>
                <c:pt idx="73">
                  <c:v>18:30</c:v>
                </c:pt>
                <c:pt idx="74">
                  <c:v>18:45</c:v>
                </c:pt>
                <c:pt idx="75">
                  <c:v>19:00</c:v>
                </c:pt>
                <c:pt idx="76">
                  <c:v>19:15</c:v>
                </c:pt>
                <c:pt idx="77">
                  <c:v>19:30</c:v>
                </c:pt>
                <c:pt idx="78">
                  <c:v>19:45</c:v>
                </c:pt>
                <c:pt idx="79">
                  <c:v>20:00</c:v>
                </c:pt>
                <c:pt idx="80">
                  <c:v>20:15</c:v>
                </c:pt>
                <c:pt idx="81">
                  <c:v>20:30</c:v>
                </c:pt>
                <c:pt idx="82">
                  <c:v>20:45</c:v>
                </c:pt>
                <c:pt idx="83">
                  <c:v>21:00</c:v>
                </c:pt>
                <c:pt idx="84">
                  <c:v>21:15</c:v>
                </c:pt>
                <c:pt idx="85">
                  <c:v>21:30</c:v>
                </c:pt>
                <c:pt idx="86">
                  <c:v>21:45</c:v>
                </c:pt>
                <c:pt idx="87">
                  <c:v>22:00</c:v>
                </c:pt>
                <c:pt idx="88">
                  <c:v>22:15</c:v>
                </c:pt>
                <c:pt idx="89">
                  <c:v>22:30</c:v>
                </c:pt>
                <c:pt idx="90">
                  <c:v>22:45</c:v>
                </c:pt>
                <c:pt idx="91">
                  <c:v>23:00</c:v>
                </c:pt>
                <c:pt idx="92">
                  <c:v>23:15</c:v>
                </c:pt>
                <c:pt idx="93">
                  <c:v>23:30</c:v>
                </c:pt>
                <c:pt idx="94">
                  <c:v>23:45</c:v>
                </c:pt>
                <c:pt idx="95">
                  <c:v>24:00</c:v>
                </c:pt>
              </c:strCache>
            </c:strRef>
          </c:cat>
          <c:val>
            <c:numRef>
              <c:f>'[巴盟及相似场站1-3月月收益对比表.xlsx]Sheet1'!$B$2:$CS$2</c:f>
              <c:numCache>
                <c:formatCode>General</c:formatCode>
                <c:ptCount val="96"/>
                <c:pt idx="0">
                  <c:v>-50</c:v>
                </c:pt>
                <c:pt idx="1">
                  <c:v>-50</c:v>
                </c:pt>
                <c:pt idx="2">
                  <c:v>-50</c:v>
                </c:pt>
                <c:pt idx="3">
                  <c:v>3.3140000000000001</c:v>
                </c:pt>
                <c:pt idx="4">
                  <c:v>190</c:v>
                </c:pt>
                <c:pt idx="5">
                  <c:v>280</c:v>
                </c:pt>
                <c:pt idx="6">
                  <c:v>280</c:v>
                </c:pt>
                <c:pt idx="7">
                  <c:v>280</c:v>
                </c:pt>
                <c:pt idx="8">
                  <c:v>290</c:v>
                </c:pt>
                <c:pt idx="9">
                  <c:v>280</c:v>
                </c:pt>
                <c:pt idx="10">
                  <c:v>290</c:v>
                </c:pt>
                <c:pt idx="11">
                  <c:v>280</c:v>
                </c:pt>
                <c:pt idx="12">
                  <c:v>220</c:v>
                </c:pt>
                <c:pt idx="13">
                  <c:v>270</c:v>
                </c:pt>
                <c:pt idx="14">
                  <c:v>220</c:v>
                </c:pt>
                <c:pt idx="15">
                  <c:v>220</c:v>
                </c:pt>
                <c:pt idx="16">
                  <c:v>200</c:v>
                </c:pt>
                <c:pt idx="17">
                  <c:v>0</c:v>
                </c:pt>
                <c:pt idx="18">
                  <c:v>-50</c:v>
                </c:pt>
                <c:pt idx="19">
                  <c:v>-50</c:v>
                </c:pt>
                <c:pt idx="20">
                  <c:v>-50</c:v>
                </c:pt>
                <c:pt idx="21">
                  <c:v>-50</c:v>
                </c:pt>
                <c:pt idx="22">
                  <c:v>-50</c:v>
                </c:pt>
                <c:pt idx="23">
                  <c:v>-50</c:v>
                </c:pt>
                <c:pt idx="24">
                  <c:v>-50</c:v>
                </c:pt>
                <c:pt idx="25">
                  <c:v>-50</c:v>
                </c:pt>
                <c:pt idx="26">
                  <c:v>-50</c:v>
                </c:pt>
                <c:pt idx="27">
                  <c:v>-50</c:v>
                </c:pt>
                <c:pt idx="28">
                  <c:v>-50</c:v>
                </c:pt>
                <c:pt idx="29">
                  <c:v>-50</c:v>
                </c:pt>
                <c:pt idx="30">
                  <c:v>-50</c:v>
                </c:pt>
                <c:pt idx="31">
                  <c:v>21.117000000000001</c:v>
                </c:pt>
                <c:pt idx="32">
                  <c:v>150</c:v>
                </c:pt>
                <c:pt idx="33">
                  <c:v>-50</c:v>
                </c:pt>
                <c:pt idx="34">
                  <c:v>-50</c:v>
                </c:pt>
                <c:pt idx="35">
                  <c:v>-50</c:v>
                </c:pt>
                <c:pt idx="36">
                  <c:v>-50</c:v>
                </c:pt>
                <c:pt idx="37">
                  <c:v>-50</c:v>
                </c:pt>
                <c:pt idx="38">
                  <c:v>-50</c:v>
                </c:pt>
                <c:pt idx="39">
                  <c:v>-50</c:v>
                </c:pt>
                <c:pt idx="40">
                  <c:v>-50</c:v>
                </c:pt>
                <c:pt idx="41">
                  <c:v>-50</c:v>
                </c:pt>
                <c:pt idx="42">
                  <c:v>-50</c:v>
                </c:pt>
                <c:pt idx="43">
                  <c:v>-50</c:v>
                </c:pt>
                <c:pt idx="44">
                  <c:v>-50</c:v>
                </c:pt>
                <c:pt idx="45">
                  <c:v>-50</c:v>
                </c:pt>
                <c:pt idx="46">
                  <c:v>-50</c:v>
                </c:pt>
                <c:pt idx="47">
                  <c:v>-50</c:v>
                </c:pt>
                <c:pt idx="48">
                  <c:v>-50</c:v>
                </c:pt>
                <c:pt idx="49">
                  <c:v>-50</c:v>
                </c:pt>
                <c:pt idx="50">
                  <c:v>-50</c:v>
                </c:pt>
                <c:pt idx="51">
                  <c:v>-50</c:v>
                </c:pt>
                <c:pt idx="52">
                  <c:v>-50</c:v>
                </c:pt>
                <c:pt idx="53">
                  <c:v>-50</c:v>
                </c:pt>
                <c:pt idx="54">
                  <c:v>-50</c:v>
                </c:pt>
                <c:pt idx="55">
                  <c:v>-50</c:v>
                </c:pt>
                <c:pt idx="56">
                  <c:v>-50</c:v>
                </c:pt>
                <c:pt idx="57">
                  <c:v>-50</c:v>
                </c:pt>
                <c:pt idx="58">
                  <c:v>-50</c:v>
                </c:pt>
                <c:pt idx="59">
                  <c:v>-50</c:v>
                </c:pt>
                <c:pt idx="60">
                  <c:v>-50</c:v>
                </c:pt>
                <c:pt idx="61">
                  <c:v>-50</c:v>
                </c:pt>
                <c:pt idx="62">
                  <c:v>-50</c:v>
                </c:pt>
                <c:pt idx="63">
                  <c:v>-50</c:v>
                </c:pt>
                <c:pt idx="64">
                  <c:v>-50</c:v>
                </c:pt>
                <c:pt idx="65">
                  <c:v>-50</c:v>
                </c:pt>
                <c:pt idx="66">
                  <c:v>-50</c:v>
                </c:pt>
                <c:pt idx="67">
                  <c:v>-50</c:v>
                </c:pt>
                <c:pt idx="68">
                  <c:v>-50</c:v>
                </c:pt>
                <c:pt idx="69">
                  <c:v>-50</c:v>
                </c:pt>
                <c:pt idx="70">
                  <c:v>-50</c:v>
                </c:pt>
                <c:pt idx="71">
                  <c:v>-50</c:v>
                </c:pt>
                <c:pt idx="72">
                  <c:v>24</c:v>
                </c:pt>
                <c:pt idx="73">
                  <c:v>200</c:v>
                </c:pt>
                <c:pt idx="74">
                  <c:v>21</c:v>
                </c:pt>
                <c:pt idx="75">
                  <c:v>21</c:v>
                </c:pt>
                <c:pt idx="76">
                  <c:v>17</c:v>
                </c:pt>
                <c:pt idx="77">
                  <c:v>41</c:v>
                </c:pt>
                <c:pt idx="78">
                  <c:v>117</c:v>
                </c:pt>
                <c:pt idx="79">
                  <c:v>170</c:v>
                </c:pt>
                <c:pt idx="80">
                  <c:v>69</c:v>
                </c:pt>
                <c:pt idx="81">
                  <c:v>240</c:v>
                </c:pt>
                <c:pt idx="82">
                  <c:v>200</c:v>
                </c:pt>
                <c:pt idx="83">
                  <c:v>150</c:v>
                </c:pt>
                <c:pt idx="84">
                  <c:v>117</c:v>
                </c:pt>
                <c:pt idx="85">
                  <c:v>150</c:v>
                </c:pt>
                <c:pt idx="86">
                  <c:v>117</c:v>
                </c:pt>
                <c:pt idx="87">
                  <c:v>139</c:v>
                </c:pt>
                <c:pt idx="88">
                  <c:v>41</c:v>
                </c:pt>
                <c:pt idx="89">
                  <c:v>150</c:v>
                </c:pt>
                <c:pt idx="90">
                  <c:v>180</c:v>
                </c:pt>
                <c:pt idx="91">
                  <c:v>220</c:v>
                </c:pt>
                <c:pt idx="92">
                  <c:v>150</c:v>
                </c:pt>
                <c:pt idx="93">
                  <c:v>56.738999999999997</c:v>
                </c:pt>
                <c:pt idx="94">
                  <c:v>24</c:v>
                </c:pt>
                <c:pt idx="95">
                  <c:v>180</c:v>
                </c:pt>
              </c:numCache>
            </c:numRef>
          </c:val>
          <c:smooth val="0"/>
          <c:extLst>
            <c:ext xmlns:c16="http://schemas.microsoft.com/office/drawing/2014/chart" uri="{C3380CC4-5D6E-409C-BE32-E72D297353CC}">
              <c16:uniqueId val="{00000002-BAE7-485A-B4A9-3FD0300B4382}"/>
            </c:ext>
          </c:extLst>
        </c:ser>
        <c:dLbls>
          <c:showLegendKey val="0"/>
          <c:showVal val="0"/>
          <c:showCatName val="0"/>
          <c:showSerName val="0"/>
          <c:showPercent val="0"/>
          <c:showBubbleSize val="0"/>
        </c:dLbls>
        <c:marker val="1"/>
        <c:smooth val="0"/>
        <c:axId val="34197086"/>
        <c:axId val="186258617"/>
      </c:lineChart>
      <c:lineChart>
        <c:grouping val="standard"/>
        <c:varyColors val="0"/>
        <c:dLbls>
          <c:showLegendKey val="0"/>
          <c:showVal val="0"/>
          <c:showCatName val="0"/>
          <c:showSerName val="0"/>
          <c:showPercent val="0"/>
          <c:showBubbleSize val="0"/>
        </c:dLbls>
        <c:marker val="1"/>
        <c:smooth val="0"/>
        <c:axId val="898900439"/>
        <c:axId val="25724878"/>
      </c:lineChart>
      <c:catAx>
        <c:axId val="34197086"/>
        <c:scaling>
          <c:orientation val="minMax"/>
        </c:scaling>
        <c:delete val="0"/>
        <c:axPos val="b"/>
        <c:numFmt formatCode="General"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186258617"/>
        <c:crosses val="autoZero"/>
        <c:auto val="1"/>
        <c:lblAlgn val="ctr"/>
        <c:lblOffset val="100"/>
        <c:noMultiLvlLbl val="0"/>
      </c:catAx>
      <c:valAx>
        <c:axId val="186258617"/>
        <c:scaling>
          <c:orientation val="minMax"/>
        </c:scaling>
        <c:delete val="0"/>
        <c:axPos val="l"/>
        <c:majorGridlines>
          <c:spPr>
            <a:ln w="9525" cap="flat" cmpd="sng" algn="ctr">
              <a:solidFill>
                <a:schemeClr val="lt1">
                  <a:lumMod val="90200"/>
                </a:schemeClr>
              </a:solidFill>
              <a:round/>
            </a:ln>
            <a:effectLst/>
          </c:spPr>
        </c:majorGridlines>
        <c:title>
          <c:tx>
            <c:rich>
              <a:bodyPr rot="-5400000" spcFirstLastPara="0" vertOverflow="ellipsis" vert="horz" wrap="square" anchor="ctr" anchorCtr="1"/>
              <a:lstStyle/>
              <a:p>
                <a:pPr defTabSz="914400">
                  <a:defRPr lang="zh-CN" sz="1000" b="0" i="0" u="none" strike="noStrike" kern="1200" baseline="0">
                    <a:solidFill>
                      <a:schemeClr val="tx1">
                        <a:lumMod val="65000"/>
                        <a:lumOff val="35000"/>
                      </a:schemeClr>
                    </a:solidFill>
                    <a:latin typeface="+mn-lt"/>
                    <a:ea typeface="+mn-ea"/>
                    <a:cs typeface="+mn-cs"/>
                  </a:defRPr>
                </a:pPr>
                <a:r>
                  <a:rPr lang="zh-CN" altLang="en-US"/>
                  <a:t>电价（元</a:t>
                </a:r>
                <a:r>
                  <a:rPr lang="en-US" altLang="zh-CN"/>
                  <a:t>/MWh</a:t>
                </a:r>
                <a:r>
                  <a:rPr lang="en-US" altLang="en-US"/>
                  <a:t>）</a:t>
                </a:r>
                <a:endParaRPr lang="en-US" altLang="zh-CN"/>
              </a:p>
            </c:rich>
          </c:tx>
          <c:overlay val="0"/>
          <c:spPr>
            <a:noFill/>
            <a:ln>
              <a:noFill/>
            </a:ln>
            <a:effectLst/>
          </c:spPr>
          <c:txPr>
            <a:bodyPr rot="-5400000" spcFirstLastPara="0" vertOverflow="ellipsis" vert="horz" wrap="square" anchor="ctr" anchorCtr="1"/>
            <a:lstStyle/>
            <a:p>
              <a:pPr defTabSz="914400">
                <a:defRPr lang="zh-CN" sz="1000" b="0" i="0" u="none" strike="noStrike" kern="1200" baseline="0">
                  <a:solidFill>
                    <a:schemeClr val="tx1">
                      <a:lumMod val="65000"/>
                      <a:lumOff val="35000"/>
                    </a:schemeClr>
                  </a:solidFill>
                  <a:latin typeface="+mn-lt"/>
                  <a:ea typeface="+mn-ea"/>
                  <a:cs typeface="+mn-cs"/>
                </a:defRPr>
              </a:pPr>
              <a:endParaRPr lang="en-US" altLang="zh-CN"/>
            </a:p>
          </c:txPr>
        </c:title>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34197086"/>
        <c:crosses val="autoZero"/>
        <c:crossBetween val="between"/>
      </c:valAx>
      <c:catAx>
        <c:axId val="898900439"/>
        <c:scaling>
          <c:orientation val="minMax"/>
        </c:scaling>
        <c:delete val="1"/>
        <c:axPos val="b"/>
        <c:numFmt formatCode="General" sourceLinked="1"/>
        <c:majorTickMark val="out"/>
        <c:minorTickMark val="none"/>
        <c:tickLblPos val="nextTo"/>
        <c:crossAx val="25724878"/>
        <c:crosses val="autoZero"/>
        <c:auto val="1"/>
        <c:lblAlgn val="ctr"/>
        <c:lblOffset val="100"/>
        <c:noMultiLvlLbl val="0"/>
      </c:catAx>
      <c:valAx>
        <c:axId val="25724878"/>
        <c:scaling>
          <c:orientation val="minMax"/>
        </c:scaling>
        <c:delete val="0"/>
        <c:axPos val="r"/>
        <c:title>
          <c:tx>
            <c:rich>
              <a:bodyPr rot="-5400000" spcFirstLastPara="0" vertOverflow="ellipsis" vert="horz" wrap="square" anchor="ctr" anchorCtr="1"/>
              <a:lstStyle/>
              <a:p>
                <a:pPr defTabSz="914400">
                  <a:defRPr lang="zh-CN" sz="1000" b="0" i="0" u="none" strike="noStrike" kern="1200" baseline="0">
                    <a:solidFill>
                      <a:schemeClr val="tx1">
                        <a:lumMod val="65000"/>
                        <a:lumOff val="35000"/>
                      </a:schemeClr>
                    </a:solidFill>
                    <a:latin typeface="+mn-lt"/>
                    <a:ea typeface="+mn-ea"/>
                    <a:cs typeface="+mn-cs"/>
                  </a:defRPr>
                </a:pPr>
                <a:r>
                  <a:rPr lang="zh-CN" altLang="en-US"/>
                  <a:t>出力（</a:t>
                </a:r>
                <a:r>
                  <a:rPr lang="en-US" altLang="zh-CN"/>
                  <a:t>MW</a:t>
                </a:r>
                <a:r>
                  <a:rPr lang="en-US" altLang="en-US"/>
                  <a:t>）</a:t>
                </a:r>
                <a:endParaRPr lang="en-US" altLang="zh-CN"/>
              </a:p>
            </c:rich>
          </c:tx>
          <c:overlay val="0"/>
          <c:spPr>
            <a:noFill/>
            <a:ln>
              <a:noFill/>
            </a:ln>
            <a:effectLst/>
          </c:spPr>
          <c:txPr>
            <a:bodyPr rot="-5400000" spcFirstLastPara="0" vertOverflow="ellipsis" vert="horz" wrap="square" anchor="ctr" anchorCtr="1"/>
            <a:lstStyle/>
            <a:p>
              <a:pPr defTabSz="914400">
                <a:defRPr lang="zh-CN" sz="1000" b="0" i="0" u="none" strike="noStrike" kern="1200" baseline="0">
                  <a:solidFill>
                    <a:schemeClr val="tx1">
                      <a:lumMod val="65000"/>
                      <a:lumOff val="35000"/>
                    </a:schemeClr>
                  </a:solidFill>
                  <a:latin typeface="+mn-lt"/>
                  <a:ea typeface="+mn-ea"/>
                  <a:cs typeface="+mn-cs"/>
                </a:defRPr>
              </a:pPr>
              <a:endParaRPr lang="en-US" altLang="zh-CN"/>
            </a:p>
          </c:txPr>
        </c:title>
        <c:numFmt formatCode="General" sourceLinked="1"/>
        <c:majorTickMark val="out"/>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898900439"/>
        <c:crosses val="max"/>
        <c:crossBetween val="between"/>
      </c:valAx>
      <c:spPr>
        <a:noFill/>
        <a:ln>
          <a:noFill/>
        </a:ln>
        <a:effectLst/>
      </c:spPr>
    </c:plotArea>
    <c:legend>
      <c:legendPos val="b"/>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c:ext uri="{0b15fc19-7d7d-44ad-8c2d-2c3a37ce22c3}">
        <chartProps xmlns="https://web.wps.cn/et/2018/main" chartId="{c386eee6-0ad2-4963-9b08-83ee1255b5bd}"/>
      </c:ext>
    </c:extLst>
  </c:chart>
  <c:spPr>
    <a:solidFill>
      <a:schemeClr val="bg1"/>
    </a:solidFill>
    <a:ln w="9525" cap="flat" cmpd="sng" algn="ctr">
      <a:solidFill>
        <a:schemeClr val="tx1">
          <a:lumMod val="15000"/>
          <a:lumOff val="85000"/>
        </a:schemeClr>
      </a:solidFill>
      <a:round/>
    </a:ln>
    <a:effectLst/>
  </c:spPr>
  <c:txPr>
    <a:bodyPr/>
    <a:lstStyle/>
    <a:p>
      <a:pPr>
        <a:defRPr lang="zh-CN"/>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withinLinear" id="18">
  <a:schemeClr val="accent5"/>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33">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9525" cap="flat" cmpd="sng" algn="ctr">
        <a:solidFill>
          <a:schemeClr val="lt1">
            <a:lumMod val="95000"/>
            <a:alpha val="10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10298">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10298">
  <cs:axisTitle>
    <cs:lnRef idx="0"/>
    <cs:fillRef idx="0"/>
    <cs:effectRef idx="0"/>
    <cs:fontRef idx="minor">
      <a:sysClr val="windowText" lastClr="000000">
        <a:lumMod val="65000"/>
        <a:lumOff val="35000"/>
      </a:sysClr>
    </cs:fontRef>
    <cs:defRPr sz="1000" kern="1200"/>
  </cs:axisTitle>
  <cs:categoryAxis>
    <cs:lnRef idx="0"/>
    <cs:fillRef idx="0"/>
    <cs:effectRef idx="0"/>
    <cs:fontRef idx="minor">
      <a:sysClr val="windowText" lastClr="000000">
        <a:lumMod val="65000"/>
        <a:lumOff val="35000"/>
      </a:sysClr>
    </cs:fontRef>
    <cs:spPr>
      <a:ln w="9525" cap="flat" cmpd="sng" algn="ctr">
        <a:solidFill>
          <a:sysClr val="windowText" lastClr="000000">
            <a:lumMod val="15000"/>
            <a:lumOff val="85000"/>
          </a:sysClr>
        </a:solidFill>
        <a:round/>
      </a:ln>
    </cs:spPr>
    <cs:defRPr sz="900" kern="1200"/>
  </cs:categoryAxis>
  <cs:chartArea mods="allowNoFillOverride allowNoLineOverride">
    <cs:lnRef idx="0"/>
    <cs:fillRef idx="0"/>
    <cs:effectRef idx="0"/>
    <cs:fontRef idx="minor">
      <a:sysClr val="windowText" lastClr="000000"/>
    </cs:fontRef>
    <cs:spPr>
      <a:solidFill>
        <a:sysClr val="window" lastClr="FFFFFF"/>
      </a:solidFill>
      <a:ln w="9525" cap="flat" cmpd="sng" algn="ctr">
        <a:solidFill>
          <a:sysClr val="windowText" lastClr="000000">
            <a:lumMod val="15000"/>
            <a:lumOff val="85000"/>
          </a:sysClr>
        </a:solidFill>
        <a:round/>
      </a:ln>
    </cs:spPr>
    <cs:defRPr sz="1000" kern="1200"/>
  </cs:chartArea>
  <cs:dataLabel>
    <cs:lnRef idx="0"/>
    <cs:fillRef idx="0"/>
    <cs:effectRef idx="0"/>
    <cs:fontRef idx="minor">
      <a:sysClr val="windowText" lastClr="000000">
        <a:lumMod val="75000"/>
        <a:lumOff val="25000"/>
      </a:sysClr>
    </cs:fontRef>
    <cs:defRPr sz="1000" kern="1200"/>
  </cs:dataLabel>
  <cs:dataLabelCallout>
    <cs:lnRef idx="0"/>
    <cs:fillRef idx="0"/>
    <cs:effectRef idx="0"/>
    <cs:fontRef idx="minor">
      <a:sysClr val="windowText" lastClr="000000">
        <a:lumMod val="65000"/>
        <a:lumOff val="35000"/>
      </a:sysClr>
    </cs:fontRef>
    <cs:spPr>
      <a:solidFill>
        <a:sysClr val="window" lastClr="FFFFFF"/>
      </a:solidFill>
      <a:ln>
        <a:solidFill>
          <a:sysClr val="windowText" lastClr="000000">
            <a:lumMod val="25000"/>
            <a:lumOff val="75000"/>
          </a:sys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ysClr val="windowText" lastClr="000000"/>
    </cs:fontRef>
    <cs:spPr>
      <a:ln>
        <a:noFill/>
      </a:ln>
      <a:effectLst/>
    </cs:spPr>
  </cs:dataPoint>
  <cs:dataPoint3D>
    <cs:lnRef idx="0"/>
    <cs:fillRef idx="1">
      <cs:styleClr val="auto"/>
    </cs:fillRef>
    <cs:effectRef idx="0"/>
    <cs:fontRef idx="minor">
      <a:sysClr val="windowText" lastClr="000000"/>
    </cs:fontRef>
  </cs:dataPoint3D>
  <cs:dataPointLine>
    <cs:lnRef idx="0">
      <cs:styleClr val="auto"/>
    </cs:lnRef>
    <cs:fillRef idx="1"/>
    <cs:effectRef idx="0"/>
    <cs:fontRef idx="minor">
      <a:sysClr val="windowText" lastClr="000000"/>
    </cs:fontRef>
    <cs:spPr>
      <a:ln w="28575" cap="rnd">
        <a:solidFill>
          <a:srgbClr val="FFFFFF"/>
        </a:solidFill>
        <a:round/>
      </a:ln>
    </cs:spPr>
  </cs:dataPointLine>
  <cs:dataPointMarker>
    <cs:lnRef idx="0">
      <cs:styleClr val="auto"/>
    </cs:lnRef>
    <cs:fillRef idx="1">
      <cs:styleClr val="auto"/>
    </cs:fillRef>
    <cs:effectRef idx="0"/>
    <cs:fontRef idx="minor">
      <a:sysClr val="windowText" lastClr="000000"/>
    </cs:fontRef>
    <cs:spPr>
      <a:ln w="9525">
        <a:solidFill>
          <a:srgbClr val="FFFFFF"/>
        </a:solidFill>
      </a:ln>
    </cs:spPr>
  </cs:dataPointMarker>
  <cs:dataPointMarkerLayout symbol="circle" size="5"/>
  <cs:dataPointWireframe>
    <cs:lnRef idx="0">
      <cs:styleClr val="auto"/>
    </cs:lnRef>
    <cs:fillRef idx="1"/>
    <cs:effectRef idx="0"/>
    <cs:fontRef idx="minor">
      <a:sysClr val="windowText" lastClr="000000"/>
    </cs:fontRef>
    <cs:spPr>
      <a:ln w="9525" cap="rnd">
        <a:solidFill>
          <a:srgbClr val="FFFFFF"/>
        </a:solidFill>
        <a:round/>
      </a:ln>
    </cs:spPr>
  </cs:dataPointWireframe>
  <cs:dataTable>
    <cs:lnRef idx="0"/>
    <cs:fillRef idx="0"/>
    <cs:effectRef idx="0"/>
    <cs:fontRef idx="minor">
      <a:sysClr val="windowText" lastClr="000000">
        <a:lumMod val="65000"/>
        <a:lumOff val="35000"/>
      </a:sysClr>
    </cs:fontRef>
    <cs:spPr>
      <a:noFill/>
      <a:ln w="9525" cap="flat" cmpd="sng" algn="ctr">
        <a:solidFill>
          <a:sysClr val="windowText" lastClr="000000">
            <a:lumMod val="15000"/>
            <a:lumOff val="85000"/>
          </a:sysClr>
        </a:solidFill>
        <a:round/>
      </a:ln>
    </cs:spPr>
    <cs:defRPr sz="900" kern="1200"/>
  </cs:dataTable>
  <cs:downBar>
    <cs:lnRef idx="0"/>
    <cs:fillRef idx="0"/>
    <cs:effectRef idx="0"/>
    <cs:fontRef idx="minor">
      <a:sysClr val="windowText" lastClr="000000"/>
    </cs:fontRef>
    <cs:spPr>
      <a:solidFill>
        <a:sysClr val="windowText" lastClr="000000">
          <a:lumMod val="75000"/>
          <a:lumOff val="25000"/>
        </a:sysClr>
      </a:solidFill>
      <a:ln w="9525" cap="flat" cmpd="sng" algn="ctr">
        <a:solidFill>
          <a:sysClr val="windowText" lastClr="000000">
            <a:lumMod val="65000"/>
            <a:lumOff val="35000"/>
          </a:sysClr>
        </a:solidFill>
        <a:round/>
      </a:ln>
    </cs:spPr>
  </cs:downBar>
  <cs:dropLine>
    <cs:lnRef idx="0"/>
    <cs:fillRef idx="0"/>
    <cs:effectRef idx="0"/>
    <cs:fontRef idx="minor">
      <a:sysClr val="windowText" lastClr="000000"/>
    </cs:fontRef>
    <cs:spPr>
      <a:ln w="9525" cap="flat" cmpd="sng" algn="ctr">
        <a:solidFill>
          <a:sysClr val="windowText" lastClr="000000">
            <a:lumMod val="35000"/>
            <a:lumOff val="65000"/>
          </a:sysClr>
        </a:solidFill>
        <a:round/>
      </a:ln>
    </cs:spPr>
  </cs:dropLine>
  <cs:errorBar>
    <cs:lnRef idx="0"/>
    <cs:fillRef idx="0"/>
    <cs:effectRef idx="0"/>
    <cs:fontRef idx="minor">
      <a:sysClr val="windowText" lastClr="000000"/>
    </cs:fontRef>
    <cs:spPr>
      <a:ln w="9525" cap="flat" cmpd="sng" algn="ctr">
        <a:solidFill>
          <a:sysClr val="windowText" lastClr="000000">
            <a:lumMod val="65000"/>
            <a:lumOff val="35000"/>
          </a:sysClr>
        </a:solidFill>
        <a:round/>
      </a:ln>
    </cs:spPr>
  </cs:errorBar>
  <cs:floor>
    <cs:lnRef idx="0"/>
    <cs:fillRef idx="0"/>
    <cs:effectRef idx="0"/>
    <cs:fontRef idx="minor">
      <a:sysClr val="windowText" lastClr="000000"/>
    </cs:fontRef>
    <cs:spPr>
      <a:noFill/>
      <a:ln>
        <a:noFill/>
      </a:ln>
    </cs:spPr>
  </cs:floor>
  <cs:gridlineMajor>
    <cs:lnRef idx="0"/>
    <cs:fillRef idx="0"/>
    <cs:effectRef idx="0"/>
    <cs:fontRef idx="minor">
      <a:sysClr val="windowText" lastClr="000000"/>
    </cs:fontRef>
    <cs:spPr>
      <a:ln w="9525" cap="flat" cmpd="sng" algn="ctr">
        <a:solidFill>
          <a:sysClr val="window" lastClr="FFFFFF">
            <a:lumMod val="90200"/>
          </a:sysClr>
        </a:solidFill>
        <a:round/>
      </a:ln>
    </cs:spPr>
  </cs:gridlineMajor>
  <cs:gridlineMinor>
    <cs:lnRef idx="0"/>
    <cs:fillRef idx="0"/>
    <cs:effectRef idx="0"/>
    <cs:fontRef idx="minor">
      <a:sysClr val="windowText" lastClr="000000"/>
    </cs:fontRef>
    <cs:spPr>
      <a:ln w="9525" cap="flat" cmpd="sng" algn="ctr">
        <a:solidFill>
          <a:sysClr val="windowText" lastClr="000000">
            <a:lumMod val="5000"/>
            <a:lumOff val="95000"/>
          </a:sysClr>
        </a:solidFill>
        <a:round/>
      </a:ln>
    </cs:spPr>
  </cs:gridlineMinor>
  <cs:hiLoLine>
    <cs:lnRef idx="0"/>
    <cs:fillRef idx="0"/>
    <cs:effectRef idx="0"/>
    <cs:fontRef idx="minor">
      <a:sysClr val="windowText" lastClr="000000"/>
    </cs:fontRef>
    <cs:spPr>
      <a:ln w="9525" cap="flat" cmpd="sng" algn="ctr">
        <a:solidFill>
          <a:sysClr val="windowText" lastClr="000000">
            <a:lumMod val="75000"/>
            <a:lumOff val="25000"/>
          </a:sysClr>
        </a:solidFill>
        <a:round/>
      </a:ln>
    </cs:spPr>
  </cs:hiLoLine>
  <cs:leaderLine>
    <cs:lnRef idx="0"/>
    <cs:fillRef idx="0"/>
    <cs:effectRef idx="0"/>
    <cs:fontRef idx="minor">
      <a:sysClr val="windowText" lastClr="000000"/>
    </cs:fontRef>
    <cs:spPr>
      <a:ln w="9525" cap="flat" cmpd="sng" algn="ctr">
        <a:solidFill>
          <a:sysClr val="windowText" lastClr="000000">
            <a:lumMod val="35000"/>
            <a:lumOff val="65000"/>
          </a:sysClr>
        </a:solidFill>
        <a:round/>
      </a:ln>
    </cs:spPr>
  </cs:leaderLine>
  <cs:legend>
    <cs:lnRef idx="0"/>
    <cs:fillRef idx="0"/>
    <cs:effectRef idx="0"/>
    <cs:fontRef idx="minor">
      <a:sysClr val="windowText" lastClr="000000">
        <a:lumMod val="65000"/>
        <a:lumOff val="35000"/>
      </a:sysClr>
    </cs:fontRef>
    <cs:defRPr sz="900" kern="1200"/>
  </cs:legend>
  <cs:plotArea mods="allowNoFillOverride allowNoLineOverride">
    <cs:lnRef idx="0"/>
    <cs:fillRef idx="0"/>
    <cs:effectRef idx="0"/>
    <cs:fontRef idx="minor">
      <a:sysClr val="windowText" lastClr="000000"/>
    </cs:fontRef>
  </cs:plotArea>
  <cs:plotArea3D mods="allowNoFillOverride allowNoLineOverride">
    <cs:lnRef idx="0"/>
    <cs:fillRef idx="0"/>
    <cs:effectRef idx="0"/>
    <cs:fontRef idx="minor">
      <a:sysClr val="windowText" lastClr="000000"/>
    </cs:fontRef>
  </cs:plotArea3D>
  <cs:seriesAxis>
    <cs:lnRef idx="0"/>
    <cs:fillRef idx="0"/>
    <cs:effectRef idx="0"/>
    <cs:fontRef idx="minor">
      <a:sysClr val="windowText" lastClr="000000">
        <a:lumMod val="65000"/>
        <a:lumOff val="35000"/>
      </a:sysClr>
    </cs:fontRef>
    <cs:spPr>
      <a:ln w="9525" cap="flat" cmpd="sng" algn="ctr">
        <a:solidFill>
          <a:sysClr val="windowText" lastClr="000000">
            <a:lumMod val="15000"/>
            <a:lumOff val="85000"/>
          </a:sysClr>
        </a:solidFill>
        <a:round/>
      </a:ln>
    </cs:spPr>
    <cs:defRPr sz="900" kern="1200"/>
  </cs:seriesAxis>
  <cs:seriesLine>
    <cs:lnRef idx="0"/>
    <cs:fillRef idx="0"/>
    <cs:effectRef idx="0"/>
    <cs:fontRef idx="minor">
      <a:sysClr val="windowText" lastClr="000000"/>
    </cs:fontRef>
    <cs:spPr>
      <a:ln w="9525" cap="flat" cmpd="sng" algn="ctr">
        <a:solidFill>
          <a:sysClr val="windowText" lastClr="000000">
            <a:lumMod val="35000"/>
            <a:lumOff val="65000"/>
          </a:sysClr>
        </a:solidFill>
        <a:round/>
      </a:ln>
    </cs:spPr>
  </cs:seriesLine>
  <cs:title>
    <cs:lnRef idx="0"/>
    <cs:fillRef idx="0"/>
    <cs:effectRef idx="0"/>
    <cs:fontRef idx="minor">
      <a:sysClr val="windowText" lastClr="000000">
        <a:lumMod val="75000"/>
        <a:lumOff val="25000"/>
      </a:sysClr>
    </cs:fontRef>
    <cs:defRPr sz="1400" b="1" kern="1200" baseline="0"/>
  </cs:title>
  <cs:trendline>
    <cs:lnRef idx="0">
      <cs:styleClr val="auto"/>
    </cs:lnRef>
    <cs:fillRef idx="0"/>
    <cs:effectRef idx="0"/>
    <cs:fontRef idx="minor">
      <a:sysClr val="windowText" lastClr="000000"/>
    </cs:fontRef>
    <cs:spPr>
      <a:ln w="19050" cap="rnd">
        <a:solidFill>
          <a:srgbClr val="FFFFFF"/>
        </a:solidFill>
        <a:prstDash val="sysDot"/>
      </a:ln>
    </cs:spPr>
  </cs:trendline>
  <cs:trendlineLabel>
    <cs:lnRef idx="0"/>
    <cs:fillRef idx="0"/>
    <cs:effectRef idx="0"/>
    <cs:fontRef idx="minor">
      <a:sysClr val="windowText" lastClr="000000">
        <a:lumMod val="65000"/>
        <a:lumOff val="35000"/>
      </a:sysClr>
    </cs:fontRef>
    <cs:defRPr sz="900" kern="1200"/>
  </cs:trendlineLabel>
  <cs:upBar>
    <cs:lnRef idx="0"/>
    <cs:fillRef idx="0"/>
    <cs:effectRef idx="0"/>
    <cs:fontRef idx="minor">
      <a:sysClr val="windowText" lastClr="000000"/>
    </cs:fontRef>
    <cs:spPr>
      <a:solidFill>
        <a:sysClr val="window" lastClr="FFFFFF"/>
      </a:solidFill>
      <a:ln w="9525" cap="flat" cmpd="sng" algn="ctr">
        <a:solidFill>
          <a:sysClr val="windowText" lastClr="000000">
            <a:lumMod val="65000"/>
            <a:lumOff val="35000"/>
          </a:sysClr>
        </a:solidFill>
        <a:round/>
      </a:ln>
    </cs:spPr>
  </cs:upBar>
  <cs:valueAxis>
    <cs:lnRef idx="0"/>
    <cs:fillRef idx="0"/>
    <cs:effectRef idx="0"/>
    <cs:fontRef idx="minor">
      <a:sysClr val="windowText" lastClr="000000">
        <a:lumMod val="65000"/>
        <a:lumOff val="35000"/>
      </a:sysClr>
    </cs:fontRef>
    <cs:defRPr sz="900" kern="1200"/>
  </cs:valueAxis>
  <cs:wall>
    <cs:lnRef idx="0"/>
    <cs:fillRef idx="0"/>
    <cs:effectRef idx="0"/>
    <cs:fontRef idx="minor">
      <a:sysClr val="windowText" lastClr="000000"/>
    </cs:fontRef>
    <cs:spPr>
      <a:noFill/>
      <a:ln>
        <a:noFill/>
      </a:ln>
    </cs:spPr>
  </cs:wall>
</cs:chartStyle>
</file>

<file path=ppt/charts/style4.xml><?xml version="1.0" encoding="utf-8"?>
<cs:chartStyle xmlns:cs="http://schemas.microsoft.com/office/drawing/2012/chartStyle" xmlns:a="http://schemas.openxmlformats.org/drawingml/2006/main" id="10001">
  <cs:axisTitle>
    <cs:lnRef idx="0"/>
    <cs:fillRef idx="0"/>
    <cs:effectRef idx="0"/>
    <cs:fontRef idx="minor">
      <a:sysClr val="windowText" lastClr="000000">
        <a:lumMod val="65000"/>
        <a:lumOff val="35000"/>
      </a:sysClr>
    </cs:fontRef>
    <cs:defRPr sz="1000" kern="1200"/>
  </cs:axisTitle>
  <cs:categoryAxis>
    <cs:lnRef idx="0"/>
    <cs:fillRef idx="0"/>
    <cs:effectRef idx="0"/>
    <cs:fontRef idx="minor">
      <a:sysClr val="windowText" lastClr="000000">
        <a:lumMod val="65000"/>
        <a:lumOff val="35000"/>
      </a:sysClr>
    </cs:fontRef>
    <cs:spPr>
      <a:ln w="9525" cap="flat" cmpd="sng" algn="ctr">
        <a:solidFill>
          <a:sysClr val="windowText" lastClr="000000">
            <a:lumMod val="15000"/>
            <a:lumOff val="85000"/>
          </a:sysClr>
        </a:solidFill>
        <a:round/>
      </a:ln>
    </cs:spPr>
    <cs:defRPr sz="900" kern="1200"/>
  </cs:categoryAxis>
  <cs:chartArea mods="allowNoFillOverride allowNoLineOverride">
    <cs:lnRef idx="0"/>
    <cs:fillRef idx="0"/>
    <cs:effectRef idx="0"/>
    <cs:fontRef idx="minor">
      <a:sysClr val="windowText" lastClr="000000"/>
    </cs:fontRef>
    <cs:spPr>
      <a:solidFill>
        <a:sysClr val="window" lastClr="FFFFFF"/>
      </a:solidFill>
      <a:ln w="9525" cap="flat" cmpd="sng" algn="ctr">
        <a:solidFill>
          <a:sysClr val="windowText" lastClr="000000">
            <a:lumMod val="15000"/>
            <a:lumOff val="85000"/>
          </a:sysClr>
        </a:solidFill>
        <a:round/>
      </a:ln>
    </cs:spPr>
    <cs:defRPr sz="1000" kern="1200"/>
  </cs:chartArea>
  <cs:dataLabel>
    <cs:lnRef idx="0"/>
    <cs:fillRef idx="0"/>
    <cs:effectRef idx="0"/>
    <cs:fontRef idx="minor">
      <a:sysClr val="windowText" lastClr="000000">
        <a:lumMod val="75000"/>
        <a:lumOff val="25000"/>
      </a:sysClr>
    </cs:fontRef>
    <cs:defRPr sz="1000" kern="1200"/>
  </cs:dataLabel>
  <cs:dataLabelCallout>
    <cs:lnRef idx="0"/>
    <cs:fillRef idx="0"/>
    <cs:effectRef idx="0"/>
    <cs:fontRef idx="minor">
      <a:sysClr val="windowText" lastClr="000000">
        <a:lumMod val="65000"/>
        <a:lumOff val="35000"/>
      </a:sysClr>
    </cs:fontRef>
    <cs:spPr>
      <a:solidFill>
        <a:sysClr val="window" lastClr="FFFFFF"/>
      </a:solidFill>
      <a:ln>
        <a:solidFill>
          <a:sysClr val="windowText" lastClr="000000">
            <a:lumMod val="25000"/>
            <a:lumOff val="75000"/>
          </a:sys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ysClr val="windowText" lastClr="000000"/>
    </cs:fontRef>
    <cs:spPr>
      <a:ln>
        <a:noFill/>
      </a:ln>
      <a:effectLst/>
    </cs:spPr>
  </cs:dataPoint>
  <cs:dataPoint3D>
    <cs:lnRef idx="0"/>
    <cs:fillRef idx="1">
      <cs:styleClr val="auto"/>
    </cs:fillRef>
    <cs:effectRef idx="0"/>
    <cs:fontRef idx="minor">
      <a:sysClr val="windowText" lastClr="000000"/>
    </cs:fontRef>
  </cs:dataPoint3D>
  <cs:dataPointLine>
    <cs:lnRef idx="0">
      <cs:styleClr val="auto"/>
    </cs:lnRef>
    <cs:fillRef idx="1"/>
    <cs:effectRef idx="0"/>
    <cs:fontRef idx="minor">
      <a:sysClr val="windowText" lastClr="000000"/>
    </cs:fontRef>
    <cs:spPr>
      <a:ln w="28575" cap="rnd">
        <a:solidFill>
          <a:srgbClr val="FFFFFF"/>
        </a:solidFill>
        <a:round/>
      </a:ln>
    </cs:spPr>
  </cs:dataPointLine>
  <cs:dataPointMarker>
    <cs:lnRef idx="0">
      <cs:styleClr val="auto"/>
    </cs:lnRef>
    <cs:fillRef idx="1">
      <cs:styleClr val="auto"/>
    </cs:fillRef>
    <cs:effectRef idx="0"/>
    <cs:fontRef idx="minor">
      <a:sysClr val="windowText" lastClr="000000"/>
    </cs:fontRef>
    <cs:spPr>
      <a:ln w="9525">
        <a:solidFill>
          <a:srgbClr val="FFFFFF"/>
        </a:solidFill>
      </a:ln>
    </cs:spPr>
  </cs:dataPointMarker>
  <cs:dataPointMarkerLayout symbol="circle" size="5"/>
  <cs:dataPointWireframe>
    <cs:lnRef idx="0">
      <cs:styleClr val="auto"/>
    </cs:lnRef>
    <cs:fillRef idx="1"/>
    <cs:effectRef idx="0"/>
    <cs:fontRef idx="minor">
      <a:sysClr val="windowText" lastClr="000000"/>
    </cs:fontRef>
    <cs:spPr>
      <a:ln w="9525" cap="rnd">
        <a:solidFill>
          <a:srgbClr val="FFFFFF"/>
        </a:solidFill>
        <a:round/>
      </a:ln>
    </cs:spPr>
  </cs:dataPointWireframe>
  <cs:dataTable>
    <cs:lnRef idx="0"/>
    <cs:fillRef idx="0"/>
    <cs:effectRef idx="0"/>
    <cs:fontRef idx="minor">
      <a:sysClr val="windowText" lastClr="000000">
        <a:lumMod val="65000"/>
        <a:lumOff val="35000"/>
      </a:sysClr>
    </cs:fontRef>
    <cs:spPr>
      <a:noFill/>
      <a:ln w="9525" cap="flat" cmpd="sng" algn="ctr">
        <a:solidFill>
          <a:sysClr val="windowText" lastClr="000000">
            <a:lumMod val="15000"/>
            <a:lumOff val="85000"/>
          </a:sysClr>
        </a:solidFill>
        <a:round/>
      </a:ln>
    </cs:spPr>
    <cs:defRPr sz="900" kern="1200"/>
  </cs:dataTable>
  <cs:downBar>
    <cs:lnRef idx="0"/>
    <cs:fillRef idx="0"/>
    <cs:effectRef idx="0"/>
    <cs:fontRef idx="minor">
      <a:sysClr val="windowText" lastClr="000000"/>
    </cs:fontRef>
    <cs:spPr>
      <a:solidFill>
        <a:sysClr val="windowText" lastClr="000000">
          <a:lumMod val="65000"/>
          <a:lumOff val="35000"/>
        </a:sysClr>
      </a:solidFill>
      <a:ln w="9525">
        <a:solidFill>
          <a:sysClr val="windowText" lastClr="000000">
            <a:lumMod val="65000"/>
            <a:lumOff val="35000"/>
          </a:sysClr>
        </a:solidFill>
      </a:ln>
    </cs:spPr>
  </cs:downBar>
  <cs:dropLine>
    <cs:lnRef idx="0"/>
    <cs:fillRef idx="0"/>
    <cs:effectRef idx="0"/>
    <cs:fontRef idx="minor">
      <a:sysClr val="windowText" lastClr="000000"/>
    </cs:fontRef>
    <cs:spPr>
      <a:ln w="9525" cap="flat" cmpd="sng" algn="ctr">
        <a:solidFill>
          <a:sysClr val="windowText" lastClr="000000">
            <a:lumMod val="35000"/>
            <a:lumOff val="65000"/>
          </a:sysClr>
        </a:solidFill>
        <a:round/>
      </a:ln>
    </cs:spPr>
  </cs:dropLine>
  <cs:errorBar>
    <cs:lnRef idx="0"/>
    <cs:fillRef idx="0"/>
    <cs:effectRef idx="0"/>
    <cs:fontRef idx="minor">
      <a:sysClr val="windowText" lastClr="000000"/>
    </cs:fontRef>
    <cs:spPr>
      <a:ln w="9525" cap="flat" cmpd="sng" algn="ctr">
        <a:solidFill>
          <a:sysClr val="windowText" lastClr="000000">
            <a:lumMod val="65000"/>
            <a:lumOff val="35000"/>
          </a:sysClr>
        </a:solidFill>
        <a:round/>
      </a:ln>
    </cs:spPr>
  </cs:errorBar>
  <cs:floor>
    <cs:lnRef idx="0"/>
    <cs:fillRef idx="0"/>
    <cs:effectRef idx="0"/>
    <cs:fontRef idx="minor">
      <a:sysClr val="windowText" lastClr="000000"/>
    </cs:fontRef>
    <cs:spPr>
      <a:noFill/>
      <a:ln>
        <a:noFill/>
      </a:ln>
    </cs:spPr>
  </cs:floor>
  <cs:gridlineMajor>
    <cs:lnRef idx="0"/>
    <cs:fillRef idx="0"/>
    <cs:effectRef idx="0"/>
    <cs:fontRef idx="minor">
      <a:sysClr val="windowText" lastClr="000000"/>
    </cs:fontRef>
    <cs:spPr>
      <a:ln w="9525" cap="flat" cmpd="sng" algn="ctr">
        <a:solidFill>
          <a:sysClr val="window" lastClr="FFFFFF">
            <a:lumMod val="90200"/>
          </a:sysClr>
        </a:solidFill>
        <a:round/>
      </a:ln>
    </cs:spPr>
  </cs:gridlineMajor>
  <cs:gridlineMinor>
    <cs:lnRef idx="0"/>
    <cs:fillRef idx="0"/>
    <cs:effectRef idx="0"/>
    <cs:fontRef idx="minor">
      <a:sysClr val="windowText" lastClr="000000"/>
    </cs:fontRef>
    <cs:spPr>
      <a:ln w="9525" cap="flat" cmpd="sng" algn="ctr">
        <a:solidFill>
          <a:sysClr val="windowText" lastClr="000000">
            <a:lumMod val="5000"/>
            <a:lumOff val="95000"/>
          </a:sysClr>
        </a:solidFill>
        <a:round/>
      </a:ln>
    </cs:spPr>
  </cs:gridlineMinor>
  <cs:hiLoLine>
    <cs:lnRef idx="0"/>
    <cs:fillRef idx="0"/>
    <cs:effectRef idx="0"/>
    <cs:fontRef idx="minor">
      <a:sysClr val="windowText" lastClr="000000"/>
    </cs:fontRef>
    <cs:spPr>
      <a:ln w="9525" cap="flat" cmpd="sng" algn="ctr">
        <a:solidFill>
          <a:sysClr val="windowText" lastClr="000000">
            <a:lumMod val="75000"/>
            <a:lumOff val="25000"/>
          </a:sysClr>
        </a:solidFill>
        <a:round/>
      </a:ln>
    </cs:spPr>
  </cs:hiLoLine>
  <cs:leaderLine>
    <cs:lnRef idx="0"/>
    <cs:fillRef idx="0"/>
    <cs:effectRef idx="0"/>
    <cs:fontRef idx="minor">
      <a:sysClr val="windowText" lastClr="000000"/>
    </cs:fontRef>
    <cs:spPr>
      <a:ln w="9525" cap="flat" cmpd="sng" algn="ctr">
        <a:solidFill>
          <a:sysClr val="windowText" lastClr="000000">
            <a:lumMod val="35000"/>
            <a:lumOff val="65000"/>
          </a:sysClr>
        </a:solidFill>
        <a:round/>
      </a:ln>
    </cs:spPr>
  </cs:leaderLine>
  <cs:legend>
    <cs:lnRef idx="0"/>
    <cs:fillRef idx="0"/>
    <cs:effectRef idx="0"/>
    <cs:fontRef idx="minor">
      <a:sysClr val="windowText" lastClr="000000">
        <a:lumMod val="65000"/>
        <a:lumOff val="35000"/>
      </a:sysClr>
    </cs:fontRef>
    <cs:defRPr sz="900" kern="1200"/>
  </cs:legend>
  <cs:plotArea mods="allowNoFillOverride allowNoLineOverride">
    <cs:lnRef idx="0"/>
    <cs:fillRef idx="0"/>
    <cs:effectRef idx="0"/>
    <cs:fontRef idx="minor">
      <a:sysClr val="windowText" lastClr="000000"/>
    </cs:fontRef>
  </cs:plotArea>
  <cs:plotArea3D mods="allowNoFillOverride allowNoLineOverride">
    <cs:lnRef idx="0"/>
    <cs:fillRef idx="0"/>
    <cs:effectRef idx="0"/>
    <cs:fontRef idx="minor">
      <a:sysClr val="windowText" lastClr="000000"/>
    </cs:fontRef>
  </cs:plotArea3D>
  <cs:seriesAxis>
    <cs:lnRef idx="0"/>
    <cs:fillRef idx="0"/>
    <cs:effectRef idx="0"/>
    <cs:fontRef idx="minor">
      <a:sysClr val="windowText" lastClr="000000">
        <a:lumMod val="65000"/>
        <a:lumOff val="35000"/>
      </a:sysClr>
    </cs:fontRef>
    <cs:defRPr sz="900" kern="1200"/>
  </cs:seriesAxis>
  <cs:seriesLine>
    <cs:lnRef idx="0"/>
    <cs:fillRef idx="0"/>
    <cs:effectRef idx="0"/>
    <cs:fontRef idx="minor">
      <a:sysClr val="windowText" lastClr="000000"/>
    </cs:fontRef>
    <cs:spPr>
      <a:ln w="9525" cap="flat" cmpd="sng" algn="ctr">
        <a:solidFill>
          <a:sysClr val="windowText" lastClr="000000">
            <a:lumMod val="35000"/>
            <a:lumOff val="65000"/>
          </a:sysClr>
        </a:solidFill>
        <a:round/>
      </a:ln>
    </cs:spPr>
  </cs:seriesLine>
  <cs:title>
    <cs:lnRef idx="0"/>
    <cs:fillRef idx="0"/>
    <cs:effectRef idx="0"/>
    <cs:fontRef idx="minor">
      <a:sysClr val="windowText" lastClr="000000">
        <a:lumMod val="75000"/>
        <a:lumOff val="25000"/>
      </a:sysClr>
    </cs:fontRef>
    <cs:defRPr sz="1400" b="1" kern="1200" baseline="0"/>
  </cs:title>
  <cs:trendline>
    <cs:lnRef idx="0">
      <cs:styleClr val="auto"/>
    </cs:lnRef>
    <cs:fillRef idx="0"/>
    <cs:effectRef idx="0"/>
    <cs:fontRef idx="minor">
      <a:sysClr val="windowText" lastClr="000000"/>
    </cs:fontRef>
    <cs:spPr>
      <a:ln w="19050" cap="rnd">
        <a:solidFill>
          <a:srgbClr val="FFFFFF"/>
        </a:solidFill>
        <a:prstDash val="sysDot"/>
      </a:ln>
    </cs:spPr>
  </cs:trendline>
  <cs:trendlineLabel>
    <cs:lnRef idx="0"/>
    <cs:fillRef idx="0"/>
    <cs:effectRef idx="0"/>
    <cs:fontRef idx="minor">
      <a:sysClr val="windowText" lastClr="000000">
        <a:lumMod val="65000"/>
        <a:lumOff val="35000"/>
      </a:sysClr>
    </cs:fontRef>
    <cs:defRPr sz="900" kern="1200"/>
  </cs:trendlineLabel>
  <cs:upBar>
    <cs:lnRef idx="0"/>
    <cs:fillRef idx="0"/>
    <cs:effectRef idx="0"/>
    <cs:fontRef idx="minor">
      <a:sysClr val="windowText" lastClr="000000"/>
    </cs:fontRef>
    <cs:spPr>
      <a:solidFill>
        <a:sysClr val="window" lastClr="FFFFFF"/>
      </a:solidFill>
      <a:ln w="9525">
        <a:solidFill>
          <a:sysClr val="windowText" lastClr="000000">
            <a:lumMod val="15000"/>
            <a:lumOff val="85000"/>
          </a:sysClr>
        </a:solidFill>
      </a:ln>
    </cs:spPr>
  </cs:upBar>
  <cs:valueAxis>
    <cs:lnRef idx="0"/>
    <cs:fillRef idx="0"/>
    <cs:effectRef idx="0"/>
    <cs:fontRef idx="minor">
      <a:sysClr val="windowText" lastClr="000000">
        <a:lumMod val="65000"/>
        <a:lumOff val="35000"/>
      </a:sysClr>
    </cs:fontRef>
    <cs:defRPr sz="900" kern="1200"/>
  </cs:valueAxis>
  <cs:wall>
    <cs:lnRef idx="0"/>
    <cs:fillRef idx="0"/>
    <cs:effectRef idx="0"/>
    <cs:fontRef idx="minor">
      <a:sysClr val="windowText" lastClr="000000"/>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10298">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224EDD-08E7-4802-9E3E-629F646AB6D8}" type="datetimeFigureOut">
              <a:rPr lang="en-US" smtClean="0"/>
              <a:t>7/7/2026</a:t>
            </a:fld>
            <a:endParaRPr 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CEDD14-4813-44A5-894A-1090C6B24021}"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FC23980-F958-4A75-90E1-B886C2D5999F}"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2</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5267C-5D45-3FD7-BC69-6B12F886F10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A38FAFB-6050-B95F-0B6D-3F718D17BCC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425C48D-B6B4-EE2D-745A-F6BD3B72A158}"/>
              </a:ext>
            </a:extLst>
          </p:cNvPr>
          <p:cNvSpPr>
            <a:spLocks noGrp="1"/>
          </p:cNvSpPr>
          <p:nvPr>
            <p:ph type="body" idx="1"/>
          </p:nvPr>
        </p:nvSpPr>
        <p:spPr/>
        <p:txBody>
          <a:bodyPr/>
          <a:lstStyle/>
          <a:p>
            <a:endParaRPr lang="en-US"/>
          </a:p>
        </p:txBody>
      </p:sp>
      <p:sp>
        <p:nvSpPr>
          <p:cNvPr id="4" name="灯片编号占位符 3">
            <a:extLst>
              <a:ext uri="{FF2B5EF4-FFF2-40B4-BE49-F238E27FC236}">
                <a16:creationId xmlns:a16="http://schemas.microsoft.com/office/drawing/2014/main" id="{7633C9EB-5DF1-C435-58E5-55CE939C412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D543DC-5563-48F3-AC25-2F754CC3F2E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283719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88B02-CA83-D86D-5C8D-B6DAB9F3607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6ACABD6-3F23-3B53-A389-67199136950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F1D51C4-EBE6-386A-F24F-5D178DF48D85}"/>
              </a:ext>
            </a:extLst>
          </p:cNvPr>
          <p:cNvSpPr>
            <a:spLocks noGrp="1"/>
          </p:cNvSpPr>
          <p:nvPr>
            <p:ph type="body" idx="1"/>
          </p:nvPr>
        </p:nvSpPr>
        <p:spPr/>
        <p:txBody>
          <a:bodyPr/>
          <a:lstStyle/>
          <a:p>
            <a:endParaRPr lang="en-US"/>
          </a:p>
        </p:txBody>
      </p:sp>
      <p:sp>
        <p:nvSpPr>
          <p:cNvPr id="4" name="灯片编号占位符 3">
            <a:extLst>
              <a:ext uri="{FF2B5EF4-FFF2-40B4-BE49-F238E27FC236}">
                <a16:creationId xmlns:a16="http://schemas.microsoft.com/office/drawing/2014/main" id="{F908E585-1F8B-592C-69F8-5C3E29BD68C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D543DC-5563-48F3-AC25-2F754CC3F2E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158182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ED4E1-7451-2B6E-3E48-77918EF80CB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04A6786-81E4-B4E9-88E8-46A786C6F36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9F5F9AD-80FE-1797-95B3-A5CD607AFBF4}"/>
              </a:ext>
            </a:extLst>
          </p:cNvPr>
          <p:cNvSpPr>
            <a:spLocks noGrp="1"/>
          </p:cNvSpPr>
          <p:nvPr>
            <p:ph type="body" idx="1"/>
          </p:nvPr>
        </p:nvSpPr>
        <p:spPr/>
        <p:txBody>
          <a:bodyPr/>
          <a:lstStyle/>
          <a:p>
            <a:endParaRPr lang="en-US"/>
          </a:p>
        </p:txBody>
      </p:sp>
      <p:sp>
        <p:nvSpPr>
          <p:cNvPr id="4" name="灯片编号占位符 3">
            <a:extLst>
              <a:ext uri="{FF2B5EF4-FFF2-40B4-BE49-F238E27FC236}">
                <a16:creationId xmlns:a16="http://schemas.microsoft.com/office/drawing/2014/main" id="{D798DF47-5F6C-4954-A700-880759F64E9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D543DC-5563-48F3-AC25-2F754CC3F2E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642103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08517-053E-8110-B3A7-FBACB0E9FFC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DB3F13E-AF00-346B-9A9B-9FB8379444F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5E2D4BB-B003-217C-7BF8-5DB9DADA0B98}"/>
              </a:ext>
            </a:extLst>
          </p:cNvPr>
          <p:cNvSpPr>
            <a:spLocks noGrp="1"/>
          </p:cNvSpPr>
          <p:nvPr>
            <p:ph type="body" idx="1"/>
          </p:nvPr>
        </p:nvSpPr>
        <p:spPr/>
        <p:txBody>
          <a:bodyPr/>
          <a:lstStyle/>
          <a:p>
            <a:endParaRPr lang="en-US"/>
          </a:p>
        </p:txBody>
      </p:sp>
      <p:sp>
        <p:nvSpPr>
          <p:cNvPr id="4" name="灯片编号占位符 3">
            <a:extLst>
              <a:ext uri="{FF2B5EF4-FFF2-40B4-BE49-F238E27FC236}">
                <a16:creationId xmlns:a16="http://schemas.microsoft.com/office/drawing/2014/main" id="{E1CDB8F5-7AF2-C08D-A000-4DDED05FFA3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D543DC-5563-48F3-AC25-2F754CC3F2E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070070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F4D3A-AC6E-9303-117D-52B75FF39D1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66627EF-C694-89B4-C0AF-485BD8DAFE0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0754FDB-308C-039E-67E4-9E306F91DCC2}"/>
              </a:ext>
            </a:extLst>
          </p:cNvPr>
          <p:cNvSpPr>
            <a:spLocks noGrp="1"/>
          </p:cNvSpPr>
          <p:nvPr>
            <p:ph type="body" idx="1"/>
          </p:nvPr>
        </p:nvSpPr>
        <p:spPr/>
        <p:txBody>
          <a:bodyPr/>
          <a:lstStyle/>
          <a:p>
            <a:pPr>
              <a:buNone/>
            </a:pPr>
            <a:r>
              <a:rPr lang="en-US" altLang="zh-CN" b="0">
                <a:effectLst/>
              </a:rPr>
              <a:t>2026</a:t>
            </a:r>
            <a:r>
              <a:rPr lang="zh-CN" altLang="en-US" b="0">
                <a:effectLst/>
              </a:rPr>
              <a:t>年</a:t>
            </a:r>
            <a:r>
              <a:rPr lang="en-US" altLang="zh-CN" b="0">
                <a:effectLst/>
              </a:rPr>
              <a:t>3</a:t>
            </a:r>
            <a:r>
              <a:rPr lang="zh-CN" altLang="en-US" b="0">
                <a:effectLst/>
              </a:rPr>
              <a:t>月，虽然同比负荷几乎持平，但更高的竞价空间并没有</a:t>
            </a:r>
            <a:r>
              <a:rPr lang="en-US" altLang="zh-CN" b="0">
                <a:effectLst/>
              </a:rPr>
              <a:t>trigger</a:t>
            </a:r>
            <a:r>
              <a:rPr lang="zh-CN" altLang="en-US" b="0">
                <a:effectLst/>
              </a:rPr>
              <a:t>更强的电价，因此可以看出，除了竞价空间的绝对大小外，更关键的是竞价空间里的供给结构也会很大程度影响电价。</a:t>
            </a:r>
          </a:p>
          <a:p>
            <a:r>
              <a:rPr lang="en-US" altLang="zh-CN" b="0" i="0">
                <a:effectLst/>
                <a:latin typeface="Inter"/>
              </a:rPr>
              <a:t>3</a:t>
            </a:r>
            <a:r>
              <a:rPr lang="zh-CN" altLang="en-US" b="0" i="0">
                <a:effectLst/>
                <a:latin typeface="Inter"/>
              </a:rPr>
              <a:t>月现货价格环比提高，但同比仍偏弱，说明市场并非总量性紧张，而是结构性或时序性不匹配；尤其是东送增加、风光结构调整和区域供需分化，共同导致在竞价空间扩大的情况下，价格并未同步走强。</a:t>
            </a:r>
            <a:endParaRPr lang="en-US" altLang="zh-CN" b="0" i="0">
              <a:effectLst/>
              <a:latin typeface="Inter"/>
            </a:endParaRPr>
          </a:p>
          <a:p>
            <a:endParaRPr lang="en-US" b="0" i="0">
              <a:effectLst/>
              <a:latin typeface="Inter"/>
            </a:endParaRPr>
          </a:p>
          <a:p>
            <a:r>
              <a:rPr lang="zh-CN" altLang="en-US" b="0" i="0">
                <a:effectLst/>
                <a:latin typeface="Inter"/>
              </a:rPr>
              <a:t>结论</a:t>
            </a:r>
            <a:r>
              <a:rPr lang="en-US" altLang="zh-CN" b="0" i="0">
                <a:effectLst/>
                <a:latin typeface="Inter"/>
              </a:rPr>
              <a:t>123 </a:t>
            </a:r>
            <a:r>
              <a:rPr lang="zh-CN" altLang="en-US" b="0" i="0">
                <a:effectLst/>
                <a:latin typeface="Inter"/>
              </a:rPr>
              <a:t>储能的影响</a:t>
            </a:r>
            <a:endParaRPr lang="en-US" b="0"/>
          </a:p>
        </p:txBody>
      </p:sp>
      <p:sp>
        <p:nvSpPr>
          <p:cNvPr id="4" name="灯片编号占位符 3">
            <a:extLst>
              <a:ext uri="{FF2B5EF4-FFF2-40B4-BE49-F238E27FC236}">
                <a16:creationId xmlns:a16="http://schemas.microsoft.com/office/drawing/2014/main" id="{DABFD9A8-5BEE-7D12-5293-744877B1BB3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D543DC-5563-48F3-AC25-2F754CC3F2E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270499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ED39B-0046-1D2F-7B02-65EBAD1A438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4D6617D-AB15-34BA-6C47-D2CA2F3576E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21FC1EC-46E4-CE64-FD1B-22D9FA3CF4F8}"/>
              </a:ext>
            </a:extLst>
          </p:cNvPr>
          <p:cNvSpPr>
            <a:spLocks noGrp="1"/>
          </p:cNvSpPr>
          <p:nvPr>
            <p:ph type="body" idx="1"/>
          </p:nvPr>
        </p:nvSpPr>
        <p:spPr/>
        <p:txBody>
          <a:bodyPr/>
          <a:lstStyle/>
          <a:p>
            <a:r>
              <a:rPr lang="zh-CN" altLang="en-US">
                <a:ea typeface="等线"/>
              </a:rPr>
              <a:t>前</a:t>
            </a:r>
            <a:r>
              <a:rPr lang="en-US" altLang="zh-CN">
                <a:ea typeface="等线"/>
              </a:rPr>
              <a:t>10，和自己排名，</a:t>
            </a:r>
            <a:endParaRPr lang="en-US"/>
          </a:p>
        </p:txBody>
      </p:sp>
      <p:sp>
        <p:nvSpPr>
          <p:cNvPr id="4" name="灯片编号占位符 3">
            <a:extLst>
              <a:ext uri="{FF2B5EF4-FFF2-40B4-BE49-F238E27FC236}">
                <a16:creationId xmlns:a16="http://schemas.microsoft.com/office/drawing/2014/main" id="{CF6A4758-BA9A-167A-1F24-8BABBB1B750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D543DC-5563-48F3-AC25-2F754CC3F2E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514520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8B418-1003-586F-B1BC-F0CCE6714E5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4E55E3E-64BF-756D-99D8-F27DEDDDFB5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8706090-F783-7C9D-7A63-B9B68EE6E592}"/>
              </a:ext>
            </a:extLst>
          </p:cNvPr>
          <p:cNvSpPr>
            <a:spLocks noGrp="1"/>
          </p:cNvSpPr>
          <p:nvPr>
            <p:ph type="body" idx="1"/>
          </p:nvPr>
        </p:nvSpPr>
        <p:spPr/>
        <p:txBody>
          <a:bodyPr/>
          <a:lstStyle/>
          <a:p>
            <a:endParaRPr lang="en-US" altLang="zh-CN"/>
          </a:p>
        </p:txBody>
      </p:sp>
      <p:sp>
        <p:nvSpPr>
          <p:cNvPr id="4" name="灯片编号占位符 3">
            <a:extLst>
              <a:ext uri="{FF2B5EF4-FFF2-40B4-BE49-F238E27FC236}">
                <a16:creationId xmlns:a16="http://schemas.microsoft.com/office/drawing/2014/main" id="{B43D4442-BCA4-4EA1-4B66-BF6611BE69F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D543DC-5563-48F3-AC25-2F754CC3F2E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516347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39377-79C6-D250-A605-108A9BC758D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5BAB766-AE8B-EDEC-603C-D2EFB94157F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3E01832-AE4E-5BDB-6D5F-492685BB18E6}"/>
              </a:ext>
            </a:extLst>
          </p:cNvPr>
          <p:cNvSpPr>
            <a:spLocks noGrp="1"/>
          </p:cNvSpPr>
          <p:nvPr>
            <p:ph type="body" idx="1"/>
          </p:nvPr>
        </p:nvSpPr>
        <p:spPr/>
        <p:txBody>
          <a:bodyPr/>
          <a:lstStyle/>
          <a:p>
            <a:endParaRPr lang="en-US" altLang="zh-CN"/>
          </a:p>
        </p:txBody>
      </p:sp>
      <p:sp>
        <p:nvSpPr>
          <p:cNvPr id="4" name="灯片编号占位符 3">
            <a:extLst>
              <a:ext uri="{FF2B5EF4-FFF2-40B4-BE49-F238E27FC236}">
                <a16:creationId xmlns:a16="http://schemas.microsoft.com/office/drawing/2014/main" id="{1A91A180-71AF-71D2-F5C7-CDF35B6EF18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D543DC-5563-48F3-AC25-2F754CC3F2E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426103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577C51-327E-2B92-7462-37D7E9CC369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825FFC1-564B-1CF1-6B3A-33A755340DB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1A0A9CF-8087-B03B-C913-FC97A5D0FE92}"/>
              </a:ext>
            </a:extLst>
          </p:cNvPr>
          <p:cNvSpPr>
            <a:spLocks noGrp="1"/>
          </p:cNvSpPr>
          <p:nvPr>
            <p:ph type="body" idx="1"/>
          </p:nvPr>
        </p:nvSpPr>
        <p:spPr/>
        <p:txBody>
          <a:bodyPr/>
          <a:lstStyle/>
          <a:p>
            <a:r>
              <a:rPr lang="zh-CN" altLang="en-US"/>
              <a:t>月前预测上网</a:t>
            </a:r>
            <a:r>
              <a:rPr lang="en-US" altLang="zh-CN"/>
              <a:t>1</a:t>
            </a:r>
            <a:r>
              <a:rPr lang="zh-CN" altLang="en-US"/>
              <a:t>亿</a:t>
            </a:r>
            <a:r>
              <a:rPr lang="en-US" altLang="zh-CN" err="1"/>
              <a:t>KWh</a:t>
            </a:r>
            <a:r>
              <a:rPr lang="zh-CN" altLang="en-US"/>
              <a:t>，全月目标仓位</a:t>
            </a:r>
            <a:r>
              <a:rPr lang="en-US" altLang="zh-CN"/>
              <a:t>110%</a:t>
            </a:r>
            <a:r>
              <a:rPr lang="zh-CN" altLang="en-US"/>
              <a:t>，年度跨省合约</a:t>
            </a:r>
            <a:r>
              <a:rPr lang="en-US" altLang="zh-CN"/>
              <a:t>0.5</a:t>
            </a:r>
            <a:r>
              <a:rPr lang="zh-CN" altLang="en-US"/>
              <a:t>亿，月度挂牌成交</a:t>
            </a:r>
            <a:r>
              <a:rPr lang="en-US" altLang="zh-CN"/>
              <a:t>0.5</a:t>
            </a:r>
            <a:r>
              <a:rPr lang="zh-CN" altLang="en-US"/>
              <a:t>亿，月内计划加仓罗总渠道用户</a:t>
            </a:r>
            <a:r>
              <a:rPr lang="en-US" altLang="zh-CN"/>
              <a:t>0.15</a:t>
            </a:r>
            <a:r>
              <a:rPr lang="zh-CN" altLang="en-US"/>
              <a:t>亿；月底风速明显下降，目前预计上网</a:t>
            </a:r>
            <a:r>
              <a:rPr lang="en-US" altLang="zh-CN"/>
              <a:t>0.9</a:t>
            </a:r>
            <a:r>
              <a:rPr lang="zh-CN" altLang="en-US"/>
              <a:t>亿，预计全天仓位</a:t>
            </a:r>
            <a:r>
              <a:rPr lang="en-US" altLang="zh-CN"/>
              <a:t>120%</a:t>
            </a:r>
            <a:r>
              <a:rPr lang="zh-CN" altLang="en-US"/>
              <a:t>，谷段仓位</a:t>
            </a:r>
            <a:r>
              <a:rPr lang="en-US" altLang="zh-CN"/>
              <a:t>160%</a:t>
            </a:r>
            <a:r>
              <a:rPr lang="zh-CN" altLang="en-US"/>
              <a:t>，将触发超签考核，结算价降低</a:t>
            </a:r>
            <a:r>
              <a:rPr lang="en-US" altLang="zh-CN"/>
              <a:t>13</a:t>
            </a:r>
            <a:r>
              <a:rPr lang="zh-CN" altLang="en-US"/>
              <a:t>元</a:t>
            </a:r>
            <a:r>
              <a:rPr lang="en-US" altLang="zh-CN"/>
              <a:t>/MWh</a:t>
            </a:r>
          </a:p>
        </p:txBody>
      </p:sp>
      <p:sp>
        <p:nvSpPr>
          <p:cNvPr id="4" name="灯片编号占位符 3">
            <a:extLst>
              <a:ext uri="{FF2B5EF4-FFF2-40B4-BE49-F238E27FC236}">
                <a16:creationId xmlns:a16="http://schemas.microsoft.com/office/drawing/2014/main" id="{9104A8FA-2C33-E6A3-AEEB-7D9D18EBF94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D543DC-5563-48F3-AC25-2F754CC3F2E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798649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EA4AAB-944A-3D0D-855B-9828F2C8803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F2E7048-8050-BC6D-637B-A67405B1F5B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6799C7C-3080-D4A7-7019-996880E9C802}"/>
              </a:ext>
            </a:extLst>
          </p:cNvPr>
          <p:cNvSpPr>
            <a:spLocks noGrp="1"/>
          </p:cNvSpPr>
          <p:nvPr>
            <p:ph type="body" idx="1"/>
          </p:nvPr>
        </p:nvSpPr>
        <p:spPr/>
        <p:txBody>
          <a:bodyPr/>
          <a:lstStyle/>
          <a:p>
            <a:r>
              <a:rPr lang="zh-CN" altLang="en-US"/>
              <a:t>月前预测上网</a:t>
            </a:r>
            <a:r>
              <a:rPr lang="en-US" altLang="zh-CN"/>
              <a:t>1</a:t>
            </a:r>
            <a:r>
              <a:rPr lang="zh-CN" altLang="en-US"/>
              <a:t>亿</a:t>
            </a:r>
            <a:r>
              <a:rPr lang="en-US" altLang="zh-CN" err="1"/>
              <a:t>KWh</a:t>
            </a:r>
            <a:r>
              <a:rPr lang="zh-CN" altLang="en-US"/>
              <a:t>，全月目标仓位</a:t>
            </a:r>
            <a:r>
              <a:rPr lang="en-US" altLang="zh-CN"/>
              <a:t>110%</a:t>
            </a:r>
            <a:r>
              <a:rPr lang="zh-CN" altLang="en-US"/>
              <a:t>，年度跨省合约</a:t>
            </a:r>
            <a:r>
              <a:rPr lang="en-US" altLang="zh-CN"/>
              <a:t>0.5</a:t>
            </a:r>
            <a:r>
              <a:rPr lang="zh-CN" altLang="en-US"/>
              <a:t>亿，月度挂牌成交</a:t>
            </a:r>
            <a:r>
              <a:rPr lang="en-US" altLang="zh-CN"/>
              <a:t>0.5</a:t>
            </a:r>
            <a:r>
              <a:rPr lang="zh-CN" altLang="en-US"/>
              <a:t>亿，月内计划加仓罗总渠道用户</a:t>
            </a:r>
            <a:r>
              <a:rPr lang="en-US" altLang="zh-CN"/>
              <a:t>0.15</a:t>
            </a:r>
            <a:r>
              <a:rPr lang="zh-CN" altLang="en-US"/>
              <a:t>亿；月底风速明显下降，目前预计上网</a:t>
            </a:r>
            <a:r>
              <a:rPr lang="en-US" altLang="zh-CN"/>
              <a:t>0.9</a:t>
            </a:r>
            <a:r>
              <a:rPr lang="zh-CN" altLang="en-US"/>
              <a:t>亿，预计全天仓位</a:t>
            </a:r>
            <a:r>
              <a:rPr lang="en-US" altLang="zh-CN"/>
              <a:t>120%</a:t>
            </a:r>
            <a:r>
              <a:rPr lang="zh-CN" altLang="en-US"/>
              <a:t>，谷段仓位</a:t>
            </a:r>
            <a:r>
              <a:rPr lang="en-US" altLang="zh-CN"/>
              <a:t>160%</a:t>
            </a:r>
            <a:r>
              <a:rPr lang="zh-CN" altLang="en-US"/>
              <a:t>，将触发超签考核，结算价降低</a:t>
            </a:r>
            <a:r>
              <a:rPr lang="en-US" altLang="zh-CN"/>
              <a:t>13</a:t>
            </a:r>
            <a:r>
              <a:rPr lang="zh-CN" altLang="en-US"/>
              <a:t>元</a:t>
            </a:r>
            <a:r>
              <a:rPr lang="en-US" altLang="zh-CN"/>
              <a:t>/MWh</a:t>
            </a:r>
          </a:p>
        </p:txBody>
      </p:sp>
      <p:sp>
        <p:nvSpPr>
          <p:cNvPr id="4" name="灯片编号占位符 3">
            <a:extLst>
              <a:ext uri="{FF2B5EF4-FFF2-40B4-BE49-F238E27FC236}">
                <a16:creationId xmlns:a16="http://schemas.microsoft.com/office/drawing/2014/main" id="{202FA9CD-A781-4049-AC6E-51E22BB306E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D543DC-5563-48F3-AC25-2F754CC3F2E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49669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2D1F7-FD73-CA9F-C9C8-A116FF3B02D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3CD0403-14D0-D8E1-B2A3-6BF646AE66C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664BC80-0C38-98C7-0F5A-56774C0878EE}"/>
              </a:ext>
            </a:extLst>
          </p:cNvPr>
          <p:cNvSpPr>
            <a:spLocks noGrp="1"/>
          </p:cNvSpPr>
          <p:nvPr>
            <p:ph type="body" idx="1"/>
          </p:nvPr>
        </p:nvSpPr>
        <p:spPr/>
        <p:txBody>
          <a:bodyPr/>
          <a:lstStyle/>
          <a:p>
            <a:endParaRPr lang="en-US" altLang="zh-CN"/>
          </a:p>
        </p:txBody>
      </p:sp>
      <p:sp>
        <p:nvSpPr>
          <p:cNvPr id="4" name="灯片编号占位符 3">
            <a:extLst>
              <a:ext uri="{FF2B5EF4-FFF2-40B4-BE49-F238E27FC236}">
                <a16:creationId xmlns:a16="http://schemas.microsoft.com/office/drawing/2014/main" id="{AF87C384-52CC-41B3-83A1-9CA8C2F187A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D543DC-5563-48F3-AC25-2F754CC3F2E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390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4E2D2-0268-256F-2DA8-D47950AA9F6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5CA58EC-6DAF-8F89-C97E-0955802846A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AB87CFD-13D6-C995-C144-759333FA3ADB}"/>
              </a:ext>
            </a:extLst>
          </p:cNvPr>
          <p:cNvSpPr>
            <a:spLocks noGrp="1"/>
          </p:cNvSpPr>
          <p:nvPr>
            <p:ph type="body" idx="1"/>
          </p:nvPr>
        </p:nvSpPr>
        <p:spPr/>
        <p:txBody>
          <a:bodyPr/>
          <a:lstStyle/>
          <a:p>
            <a:endParaRPr lang="en-US"/>
          </a:p>
        </p:txBody>
      </p:sp>
      <p:sp>
        <p:nvSpPr>
          <p:cNvPr id="4" name="灯片编号占位符 3">
            <a:extLst>
              <a:ext uri="{FF2B5EF4-FFF2-40B4-BE49-F238E27FC236}">
                <a16:creationId xmlns:a16="http://schemas.microsoft.com/office/drawing/2014/main" id="{E85EFE00-353C-658C-4306-B19F645E46D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D543DC-5563-48F3-AC25-2F754CC3F2E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695314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3ACB9-821F-09E4-8A72-F4359A5E346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CB3DB75-28B0-A4A3-BE00-36518C0718E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AB2EA53-6BB2-CEA7-348C-984F46724326}"/>
              </a:ext>
            </a:extLst>
          </p:cNvPr>
          <p:cNvSpPr>
            <a:spLocks noGrp="1"/>
          </p:cNvSpPr>
          <p:nvPr>
            <p:ph type="body" idx="1"/>
          </p:nvPr>
        </p:nvSpPr>
        <p:spPr/>
        <p:txBody>
          <a:bodyPr/>
          <a:lstStyle/>
          <a:p>
            <a:endParaRPr lang="en-US"/>
          </a:p>
        </p:txBody>
      </p:sp>
      <p:sp>
        <p:nvSpPr>
          <p:cNvPr id="4" name="灯片编号占位符 3">
            <a:extLst>
              <a:ext uri="{FF2B5EF4-FFF2-40B4-BE49-F238E27FC236}">
                <a16:creationId xmlns:a16="http://schemas.microsoft.com/office/drawing/2014/main" id="{66881392-1CE5-B14F-B540-1B316EAE3C2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D543DC-5563-48F3-AC25-2F754CC3F2E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148703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22D9C1-538B-C4BB-E390-4396AA25112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483B1F4-781E-0254-704C-17F12E26975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54383F4-3EC3-1ACD-25CB-F8D83BABB650}"/>
              </a:ext>
            </a:extLst>
          </p:cNvPr>
          <p:cNvSpPr>
            <a:spLocks noGrp="1"/>
          </p:cNvSpPr>
          <p:nvPr>
            <p:ph type="body" idx="1"/>
          </p:nvPr>
        </p:nvSpPr>
        <p:spPr/>
        <p:txBody>
          <a:bodyPr/>
          <a:lstStyle/>
          <a:p>
            <a:endParaRPr lang="en-US"/>
          </a:p>
        </p:txBody>
      </p:sp>
      <p:sp>
        <p:nvSpPr>
          <p:cNvPr id="4" name="灯片编号占位符 3">
            <a:extLst>
              <a:ext uri="{FF2B5EF4-FFF2-40B4-BE49-F238E27FC236}">
                <a16:creationId xmlns:a16="http://schemas.microsoft.com/office/drawing/2014/main" id="{697D1CB0-E093-5DDB-038D-00F488D8A54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D543DC-5563-48F3-AC25-2F754CC3F2E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5326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9BE7E-B3CA-B058-3AEE-80EACE49753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E7D0CC2-D1F0-9A0D-F80A-42917545948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91C2206-5F43-3EAD-5154-7E3E75958D5B}"/>
              </a:ext>
            </a:extLst>
          </p:cNvPr>
          <p:cNvSpPr>
            <a:spLocks noGrp="1"/>
          </p:cNvSpPr>
          <p:nvPr>
            <p:ph type="body" idx="1"/>
          </p:nvPr>
        </p:nvSpPr>
        <p:spPr/>
        <p:txBody>
          <a:bodyPr/>
          <a:lstStyle/>
          <a:p>
            <a:r>
              <a:rPr lang="zh-CN" altLang="en-US"/>
              <a:t>月前预测上网</a:t>
            </a:r>
            <a:r>
              <a:rPr lang="en-US" altLang="zh-CN"/>
              <a:t>1</a:t>
            </a:r>
            <a:r>
              <a:rPr lang="zh-CN" altLang="en-US"/>
              <a:t>亿</a:t>
            </a:r>
            <a:r>
              <a:rPr lang="en-US" altLang="zh-CN" err="1"/>
              <a:t>KWh</a:t>
            </a:r>
            <a:r>
              <a:rPr lang="zh-CN" altLang="en-US"/>
              <a:t>，全月目标仓位</a:t>
            </a:r>
            <a:r>
              <a:rPr lang="en-US" altLang="zh-CN"/>
              <a:t>110%</a:t>
            </a:r>
            <a:r>
              <a:rPr lang="zh-CN" altLang="en-US"/>
              <a:t>，年度跨省合约</a:t>
            </a:r>
            <a:r>
              <a:rPr lang="en-US" altLang="zh-CN"/>
              <a:t>0.5</a:t>
            </a:r>
            <a:r>
              <a:rPr lang="zh-CN" altLang="en-US"/>
              <a:t>亿，月度挂牌成交</a:t>
            </a:r>
            <a:r>
              <a:rPr lang="en-US" altLang="zh-CN"/>
              <a:t>0.5</a:t>
            </a:r>
            <a:r>
              <a:rPr lang="zh-CN" altLang="en-US"/>
              <a:t>亿，月内计划加仓罗总渠道用户</a:t>
            </a:r>
            <a:r>
              <a:rPr lang="en-US" altLang="zh-CN"/>
              <a:t>0.15</a:t>
            </a:r>
            <a:r>
              <a:rPr lang="zh-CN" altLang="en-US"/>
              <a:t>亿；月底风速明显下降，目前预计上网</a:t>
            </a:r>
            <a:r>
              <a:rPr lang="en-US" altLang="zh-CN"/>
              <a:t>0.9</a:t>
            </a:r>
            <a:r>
              <a:rPr lang="zh-CN" altLang="en-US"/>
              <a:t>亿，预计全天仓位</a:t>
            </a:r>
            <a:r>
              <a:rPr lang="en-US" altLang="zh-CN"/>
              <a:t>120%</a:t>
            </a:r>
            <a:r>
              <a:rPr lang="zh-CN" altLang="en-US"/>
              <a:t>，谷段仓位</a:t>
            </a:r>
            <a:r>
              <a:rPr lang="en-US" altLang="zh-CN"/>
              <a:t>160%</a:t>
            </a:r>
            <a:r>
              <a:rPr lang="zh-CN" altLang="en-US"/>
              <a:t>，将触发超签考核，结算价降低</a:t>
            </a:r>
            <a:r>
              <a:rPr lang="en-US" altLang="zh-CN"/>
              <a:t>13</a:t>
            </a:r>
            <a:r>
              <a:rPr lang="zh-CN" altLang="en-US"/>
              <a:t>元</a:t>
            </a:r>
            <a:r>
              <a:rPr lang="en-US" altLang="zh-CN"/>
              <a:t>/MWh</a:t>
            </a:r>
          </a:p>
        </p:txBody>
      </p:sp>
      <p:sp>
        <p:nvSpPr>
          <p:cNvPr id="4" name="灯片编号占位符 3">
            <a:extLst>
              <a:ext uri="{FF2B5EF4-FFF2-40B4-BE49-F238E27FC236}">
                <a16:creationId xmlns:a16="http://schemas.microsoft.com/office/drawing/2014/main" id="{41A9ACE9-F4CB-4C99-2C79-EA276727F01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D543DC-5563-48F3-AC25-2F754CC3F2E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559015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819D9-241C-9D64-4947-CC4BF4F706A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47A43A5-983E-E8BE-245E-158C60C5834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F05D357-DFEC-45F9-4687-8BCE02A298B3}"/>
              </a:ext>
            </a:extLst>
          </p:cNvPr>
          <p:cNvSpPr>
            <a:spLocks noGrp="1"/>
          </p:cNvSpPr>
          <p:nvPr>
            <p:ph type="body" idx="1"/>
          </p:nvPr>
        </p:nvSpPr>
        <p:spPr/>
        <p:txBody>
          <a:bodyPr/>
          <a:lstStyle/>
          <a:p>
            <a:endParaRPr lang="en-US"/>
          </a:p>
        </p:txBody>
      </p:sp>
      <p:sp>
        <p:nvSpPr>
          <p:cNvPr id="4" name="灯片编号占位符 3">
            <a:extLst>
              <a:ext uri="{FF2B5EF4-FFF2-40B4-BE49-F238E27FC236}">
                <a16:creationId xmlns:a16="http://schemas.microsoft.com/office/drawing/2014/main" id="{1EF5D40C-8EF6-F215-2B26-D2511A7E1DD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CD543DC-5563-48F3-AC25-2F754CC3F2E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309255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B7FD933-44A9-4286-9228-1CCFFBEA77D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21</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B7FD933-44A9-4286-9228-1CCFFBEA77D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22</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236C8-202D-4A4D-C32A-B89B76BCFB8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8483581-F1BC-5F8C-794E-C84F3577BB8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76C96CC-B45E-8287-05AA-F9C88ADDB262}"/>
              </a:ext>
            </a:extLst>
          </p:cNvPr>
          <p:cNvSpPr>
            <a:spLocks noGrp="1"/>
          </p:cNvSpPr>
          <p:nvPr>
            <p:ph type="body" idx="1"/>
          </p:nvPr>
        </p:nvSpPr>
        <p:spPr/>
        <p:txBody>
          <a:bodyPr/>
          <a:lstStyle/>
          <a:p>
            <a:r>
              <a:rPr lang="zh-CN" altLang="en-US"/>
              <a:t>月前预测上网</a:t>
            </a:r>
            <a:r>
              <a:rPr lang="en-US" altLang="zh-CN"/>
              <a:t>1</a:t>
            </a:r>
            <a:r>
              <a:rPr lang="zh-CN" altLang="en-US"/>
              <a:t>亿</a:t>
            </a:r>
            <a:r>
              <a:rPr lang="en-US" altLang="zh-CN" err="1"/>
              <a:t>KWh</a:t>
            </a:r>
            <a:r>
              <a:rPr lang="zh-CN" altLang="en-US"/>
              <a:t>，全月目标仓位</a:t>
            </a:r>
            <a:r>
              <a:rPr lang="en-US" altLang="zh-CN"/>
              <a:t>110%</a:t>
            </a:r>
            <a:r>
              <a:rPr lang="zh-CN" altLang="en-US"/>
              <a:t>，年度跨省合约</a:t>
            </a:r>
            <a:r>
              <a:rPr lang="en-US" altLang="zh-CN"/>
              <a:t>0.5</a:t>
            </a:r>
            <a:r>
              <a:rPr lang="zh-CN" altLang="en-US"/>
              <a:t>亿，月度挂牌成交</a:t>
            </a:r>
            <a:r>
              <a:rPr lang="en-US" altLang="zh-CN"/>
              <a:t>0.5</a:t>
            </a:r>
            <a:r>
              <a:rPr lang="zh-CN" altLang="en-US"/>
              <a:t>亿，月内计划加仓罗总渠道用户</a:t>
            </a:r>
            <a:r>
              <a:rPr lang="en-US" altLang="zh-CN"/>
              <a:t>0.15</a:t>
            </a:r>
            <a:r>
              <a:rPr lang="zh-CN" altLang="en-US"/>
              <a:t>亿；月底风速明显下降，目前预计上网</a:t>
            </a:r>
            <a:r>
              <a:rPr lang="en-US" altLang="zh-CN"/>
              <a:t>0.9</a:t>
            </a:r>
            <a:r>
              <a:rPr lang="zh-CN" altLang="en-US"/>
              <a:t>亿，预计全天仓位</a:t>
            </a:r>
            <a:r>
              <a:rPr lang="en-US" altLang="zh-CN"/>
              <a:t>120%</a:t>
            </a:r>
            <a:r>
              <a:rPr lang="zh-CN" altLang="en-US"/>
              <a:t>，谷段仓位</a:t>
            </a:r>
            <a:r>
              <a:rPr lang="en-US" altLang="zh-CN"/>
              <a:t>160%</a:t>
            </a:r>
            <a:r>
              <a:rPr lang="zh-CN" altLang="en-US"/>
              <a:t>，将触发超签考核，结算价降低</a:t>
            </a:r>
            <a:r>
              <a:rPr lang="en-US" altLang="zh-CN"/>
              <a:t>13</a:t>
            </a:r>
            <a:r>
              <a:rPr lang="zh-CN" altLang="en-US"/>
              <a:t>元</a:t>
            </a:r>
            <a:r>
              <a:rPr lang="en-US" altLang="zh-CN"/>
              <a:t>/MWh</a:t>
            </a:r>
          </a:p>
        </p:txBody>
      </p:sp>
      <p:sp>
        <p:nvSpPr>
          <p:cNvPr id="4" name="灯片编号占位符 3">
            <a:extLst>
              <a:ext uri="{FF2B5EF4-FFF2-40B4-BE49-F238E27FC236}">
                <a16:creationId xmlns:a16="http://schemas.microsoft.com/office/drawing/2014/main" id="{8E50CAE6-B7E5-6CF8-783F-B8C06613829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D543DC-5563-48F3-AC25-2F754CC3F2E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150822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64933-BF82-9A71-8C6C-FA5AF447CE1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880B14A-CBB1-EA50-A066-21AD548C756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60B1E05-9915-FC4E-30C0-FCCC0259321D}"/>
              </a:ext>
            </a:extLst>
          </p:cNvPr>
          <p:cNvSpPr>
            <a:spLocks noGrp="1"/>
          </p:cNvSpPr>
          <p:nvPr>
            <p:ph type="body" idx="1"/>
          </p:nvPr>
        </p:nvSpPr>
        <p:spPr/>
        <p:txBody>
          <a:bodyPr/>
          <a:lstStyle/>
          <a:p>
            <a:endParaRPr lang="en-US"/>
          </a:p>
        </p:txBody>
      </p:sp>
      <p:sp>
        <p:nvSpPr>
          <p:cNvPr id="4" name="灯片编号占位符 3">
            <a:extLst>
              <a:ext uri="{FF2B5EF4-FFF2-40B4-BE49-F238E27FC236}">
                <a16:creationId xmlns:a16="http://schemas.microsoft.com/office/drawing/2014/main" id="{4DF5C3DB-1ED4-AA49-F137-DD8C9402669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D543DC-5563-48F3-AC25-2F754CC3F2E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004501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D6EFF-33ED-B2D2-ABAE-5CA5591B007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C6C2994-160B-BBE3-1A9B-53B3268522B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F6D82BE-537C-DA35-DB19-66069C6A6809}"/>
              </a:ext>
            </a:extLst>
          </p:cNvPr>
          <p:cNvSpPr>
            <a:spLocks noGrp="1"/>
          </p:cNvSpPr>
          <p:nvPr>
            <p:ph type="body" idx="1"/>
          </p:nvPr>
        </p:nvSpPr>
        <p:spPr/>
        <p:txBody>
          <a:bodyPr/>
          <a:lstStyle/>
          <a:p>
            <a:endParaRPr lang="en-US"/>
          </a:p>
        </p:txBody>
      </p:sp>
      <p:sp>
        <p:nvSpPr>
          <p:cNvPr id="4" name="灯片编号占位符 3">
            <a:extLst>
              <a:ext uri="{FF2B5EF4-FFF2-40B4-BE49-F238E27FC236}">
                <a16:creationId xmlns:a16="http://schemas.microsoft.com/office/drawing/2014/main" id="{F522FDAA-0175-3013-0DD8-E90716BF9A3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D543DC-5563-48F3-AC25-2F754CC3F2E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732435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50D00F-7254-692D-13D1-BD5377305D9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D58FE63-9A65-E903-E0D0-12AF24FA581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98EB4A5-D590-BE92-751B-BBF3CA270C93}"/>
              </a:ext>
            </a:extLst>
          </p:cNvPr>
          <p:cNvSpPr>
            <a:spLocks noGrp="1"/>
          </p:cNvSpPr>
          <p:nvPr>
            <p:ph type="body" idx="1"/>
          </p:nvPr>
        </p:nvSpPr>
        <p:spPr/>
        <p:txBody>
          <a:bodyPr/>
          <a:lstStyle/>
          <a:p>
            <a:endParaRPr lang="en-US"/>
          </a:p>
        </p:txBody>
      </p:sp>
      <p:sp>
        <p:nvSpPr>
          <p:cNvPr id="4" name="灯片编号占位符 3">
            <a:extLst>
              <a:ext uri="{FF2B5EF4-FFF2-40B4-BE49-F238E27FC236}">
                <a16:creationId xmlns:a16="http://schemas.microsoft.com/office/drawing/2014/main" id="{64E34FFF-C044-4845-B8BE-AECF9174041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D543DC-5563-48F3-AC25-2F754CC3F2E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273636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05585-3FDA-5800-0B15-2636057156A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0F39911-6BB6-18DA-AF8E-149F69B9224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AE6280F-5119-683F-A795-EBDDB4454F75}"/>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703AC45F-1B97-8464-3179-8E738398C46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D543DC-5563-48F3-AC25-2F754CC3F2E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963216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F3B97-7403-0B47-3F9A-D27FD9487FF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EE0AE51-E2E0-1FC5-E755-4D086034678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19436F1-E00F-6206-93FE-BB4C1010C4DF}"/>
              </a:ext>
            </a:extLst>
          </p:cNvPr>
          <p:cNvSpPr>
            <a:spLocks noGrp="1"/>
          </p:cNvSpPr>
          <p:nvPr>
            <p:ph type="body" idx="1"/>
          </p:nvPr>
        </p:nvSpPr>
        <p:spPr/>
        <p:txBody>
          <a:bodyPr/>
          <a:lstStyle/>
          <a:p>
            <a:r>
              <a:rPr lang="en-US"/>
              <a:t>SOC</a:t>
            </a:r>
            <a:r>
              <a:rPr lang="zh-CN" altLang="en-US"/>
              <a:t>管理、大小储协同策略管理、复盘、</a:t>
            </a:r>
            <a:r>
              <a:rPr lang="en-US" altLang="zh-CN"/>
              <a:t>AI</a:t>
            </a:r>
            <a:r>
              <a:rPr lang="zh-CN" altLang="en-US"/>
              <a:t>策略工具</a:t>
            </a:r>
            <a:endParaRPr lang="en-US"/>
          </a:p>
        </p:txBody>
      </p:sp>
      <p:sp>
        <p:nvSpPr>
          <p:cNvPr id="4" name="灯片编号占位符 3">
            <a:extLst>
              <a:ext uri="{FF2B5EF4-FFF2-40B4-BE49-F238E27FC236}">
                <a16:creationId xmlns:a16="http://schemas.microsoft.com/office/drawing/2014/main" id="{1CD79884-2DEC-87C9-2EB8-343B1901E8D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CD543DC-5563-48F3-AC25-2F754CC3F2E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28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0541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16DC9-6B5C-B5AE-34B8-6E9B4A03B57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CF2E32D-1EDA-6BD8-FA76-1BCE48DFD90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168657A-49C3-A582-D0FD-2D92B2D796A8}"/>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686A0E6F-8FF9-3DBA-DF92-E62090F0014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D543DC-5563-48F3-AC25-2F754CC3F2E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5113446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4F239-BB5A-4377-F56A-FB30A10175B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8083379-F3BB-97E0-0C2F-7C64A1BE417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7947FE2-EF50-BE5D-BE41-601B121E4454}"/>
              </a:ext>
            </a:extLst>
          </p:cNvPr>
          <p:cNvSpPr>
            <a:spLocks noGrp="1"/>
          </p:cNvSpPr>
          <p:nvPr>
            <p:ph type="body" idx="1"/>
          </p:nvPr>
        </p:nvSpPr>
        <p:spPr/>
        <p:txBody>
          <a:bodyPr/>
          <a:lstStyle/>
          <a:p>
            <a:r>
              <a:rPr lang="zh-CN" altLang="en-US"/>
              <a:t>月前预测上网</a:t>
            </a:r>
            <a:r>
              <a:rPr lang="en-US" altLang="zh-CN"/>
              <a:t>1</a:t>
            </a:r>
            <a:r>
              <a:rPr lang="zh-CN" altLang="en-US"/>
              <a:t>亿</a:t>
            </a:r>
            <a:r>
              <a:rPr lang="en-US" altLang="zh-CN" err="1"/>
              <a:t>KWh</a:t>
            </a:r>
            <a:r>
              <a:rPr lang="zh-CN" altLang="en-US"/>
              <a:t>，全月目标仓位</a:t>
            </a:r>
            <a:r>
              <a:rPr lang="en-US" altLang="zh-CN"/>
              <a:t>110%</a:t>
            </a:r>
            <a:r>
              <a:rPr lang="zh-CN" altLang="en-US"/>
              <a:t>，年度跨省合约</a:t>
            </a:r>
            <a:r>
              <a:rPr lang="en-US" altLang="zh-CN"/>
              <a:t>0.5</a:t>
            </a:r>
            <a:r>
              <a:rPr lang="zh-CN" altLang="en-US"/>
              <a:t>亿，月度挂牌成交</a:t>
            </a:r>
            <a:r>
              <a:rPr lang="en-US" altLang="zh-CN"/>
              <a:t>0.5</a:t>
            </a:r>
            <a:r>
              <a:rPr lang="zh-CN" altLang="en-US"/>
              <a:t>亿，月内计划加仓罗总渠道用户</a:t>
            </a:r>
            <a:r>
              <a:rPr lang="en-US" altLang="zh-CN"/>
              <a:t>0.15</a:t>
            </a:r>
            <a:r>
              <a:rPr lang="zh-CN" altLang="en-US"/>
              <a:t>亿；月底风速明显下降，目前预计上网</a:t>
            </a:r>
            <a:r>
              <a:rPr lang="en-US" altLang="zh-CN"/>
              <a:t>0.9</a:t>
            </a:r>
            <a:r>
              <a:rPr lang="zh-CN" altLang="en-US"/>
              <a:t>亿，预计全天仓位</a:t>
            </a:r>
            <a:r>
              <a:rPr lang="en-US" altLang="zh-CN"/>
              <a:t>120%</a:t>
            </a:r>
            <a:r>
              <a:rPr lang="zh-CN" altLang="en-US"/>
              <a:t>，谷段仓位</a:t>
            </a:r>
            <a:r>
              <a:rPr lang="en-US" altLang="zh-CN"/>
              <a:t>160%</a:t>
            </a:r>
            <a:r>
              <a:rPr lang="zh-CN" altLang="en-US"/>
              <a:t>，将触发超签考核，结算价降低</a:t>
            </a:r>
            <a:r>
              <a:rPr lang="en-US" altLang="zh-CN"/>
              <a:t>13</a:t>
            </a:r>
            <a:r>
              <a:rPr lang="zh-CN" altLang="en-US"/>
              <a:t>元</a:t>
            </a:r>
            <a:r>
              <a:rPr lang="en-US" altLang="zh-CN"/>
              <a:t>/MWh</a:t>
            </a:r>
          </a:p>
        </p:txBody>
      </p:sp>
      <p:sp>
        <p:nvSpPr>
          <p:cNvPr id="4" name="灯片编号占位符 3">
            <a:extLst>
              <a:ext uri="{FF2B5EF4-FFF2-40B4-BE49-F238E27FC236}">
                <a16:creationId xmlns:a16="http://schemas.microsoft.com/office/drawing/2014/main" id="{F15EDCC4-6C57-70B8-E9DB-2AAD7298AD9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D543DC-5563-48F3-AC25-2F754CC3F2E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522017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05585-3FDA-5800-0B15-2636057156A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0F39911-6BB6-18DA-AF8E-149F69B9224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AE6280F-5119-683F-A795-EBDDB4454F75}"/>
              </a:ext>
            </a:extLst>
          </p:cNvPr>
          <p:cNvSpPr>
            <a:spLocks noGrp="1"/>
          </p:cNvSpPr>
          <p:nvPr>
            <p:ph type="body" idx="1"/>
          </p:nvPr>
        </p:nvSpPr>
        <p:spPr/>
        <p:txBody>
          <a:bodyPr/>
          <a:lstStyle/>
          <a:p>
            <a:endParaRPr lang="en-US" altLang="zh-CN"/>
          </a:p>
        </p:txBody>
      </p:sp>
      <p:sp>
        <p:nvSpPr>
          <p:cNvPr id="4" name="灯片编号占位符 3">
            <a:extLst>
              <a:ext uri="{FF2B5EF4-FFF2-40B4-BE49-F238E27FC236}">
                <a16:creationId xmlns:a16="http://schemas.microsoft.com/office/drawing/2014/main" id="{703AC45F-1B97-8464-3179-8E738398C46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D543DC-5563-48F3-AC25-2F754CC3F2E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366995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3E5FD-ACAC-5710-780B-E6D444E56B2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8E197DF-268A-6E35-9EC1-FE04157D743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A1A42D2-B9CB-BC16-2280-DC1DD36B00D3}"/>
              </a:ext>
            </a:extLst>
          </p:cNvPr>
          <p:cNvSpPr>
            <a:spLocks noGrp="1"/>
          </p:cNvSpPr>
          <p:nvPr>
            <p:ph type="body" idx="1"/>
          </p:nvPr>
        </p:nvSpPr>
        <p:spPr/>
        <p:txBody>
          <a:bodyPr/>
          <a:lstStyle/>
          <a:p>
            <a:endParaRPr lang="en-US"/>
          </a:p>
        </p:txBody>
      </p:sp>
      <p:sp>
        <p:nvSpPr>
          <p:cNvPr id="4" name="灯片编号占位符 3">
            <a:extLst>
              <a:ext uri="{FF2B5EF4-FFF2-40B4-BE49-F238E27FC236}">
                <a16:creationId xmlns:a16="http://schemas.microsoft.com/office/drawing/2014/main" id="{626371C0-F3C3-DE12-B90E-AA8EEF0C47D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CD543DC-5563-48F3-AC25-2F754CC3F2E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36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4793035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1F29A-C8F8-1386-4E95-3EB92964D74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3D58219-B6C2-552B-2F1F-8680799D5A6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737A122-3088-5AC0-4F0D-1681251F4478}"/>
              </a:ext>
            </a:extLst>
          </p:cNvPr>
          <p:cNvSpPr>
            <a:spLocks noGrp="1"/>
          </p:cNvSpPr>
          <p:nvPr>
            <p:ph type="body" idx="1"/>
          </p:nvPr>
        </p:nvSpPr>
        <p:spPr/>
        <p:txBody>
          <a:bodyPr/>
          <a:lstStyle/>
          <a:p>
            <a:endParaRPr lang="en-US"/>
          </a:p>
        </p:txBody>
      </p:sp>
      <p:sp>
        <p:nvSpPr>
          <p:cNvPr id="4" name="灯片编号占位符 3">
            <a:extLst>
              <a:ext uri="{FF2B5EF4-FFF2-40B4-BE49-F238E27FC236}">
                <a16:creationId xmlns:a16="http://schemas.microsoft.com/office/drawing/2014/main" id="{21A2DC94-8349-A946-2A3E-E89F77703FA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D543DC-5563-48F3-AC25-2F754CC3F2E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4324451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D2503-E6AE-8408-A4A4-F7F1C46BB7D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5B9DF18-613C-F173-E2BA-7FAEF0B54C2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268D484-4BDA-8573-99A9-CBC6338DC02C}"/>
              </a:ext>
            </a:extLst>
          </p:cNvPr>
          <p:cNvSpPr>
            <a:spLocks noGrp="1"/>
          </p:cNvSpPr>
          <p:nvPr>
            <p:ph type="body" idx="1"/>
          </p:nvPr>
        </p:nvSpPr>
        <p:spPr/>
        <p:txBody>
          <a:bodyPr/>
          <a:lstStyle/>
          <a:p>
            <a:r>
              <a:rPr lang="zh-CN" altLang="en-US"/>
              <a:t>月前预测上网</a:t>
            </a:r>
            <a:r>
              <a:rPr lang="en-US" altLang="zh-CN"/>
              <a:t>1</a:t>
            </a:r>
            <a:r>
              <a:rPr lang="zh-CN" altLang="en-US"/>
              <a:t>亿</a:t>
            </a:r>
            <a:r>
              <a:rPr lang="en-US" altLang="zh-CN" err="1"/>
              <a:t>KWh</a:t>
            </a:r>
            <a:r>
              <a:rPr lang="zh-CN" altLang="en-US"/>
              <a:t>，全月目标仓位</a:t>
            </a:r>
            <a:r>
              <a:rPr lang="en-US" altLang="zh-CN"/>
              <a:t>110%</a:t>
            </a:r>
            <a:r>
              <a:rPr lang="zh-CN" altLang="en-US"/>
              <a:t>，年度跨省合约</a:t>
            </a:r>
            <a:r>
              <a:rPr lang="en-US" altLang="zh-CN"/>
              <a:t>0.5</a:t>
            </a:r>
            <a:r>
              <a:rPr lang="zh-CN" altLang="en-US"/>
              <a:t>亿，月度挂牌成交</a:t>
            </a:r>
            <a:r>
              <a:rPr lang="en-US" altLang="zh-CN"/>
              <a:t>0.5</a:t>
            </a:r>
            <a:r>
              <a:rPr lang="zh-CN" altLang="en-US"/>
              <a:t>亿，月内计划加仓罗总渠道用户</a:t>
            </a:r>
            <a:r>
              <a:rPr lang="en-US" altLang="zh-CN"/>
              <a:t>0.15</a:t>
            </a:r>
            <a:r>
              <a:rPr lang="zh-CN" altLang="en-US"/>
              <a:t>亿；月底风速明显下降，目前预计上网</a:t>
            </a:r>
            <a:r>
              <a:rPr lang="en-US" altLang="zh-CN"/>
              <a:t>0.9</a:t>
            </a:r>
            <a:r>
              <a:rPr lang="zh-CN" altLang="en-US"/>
              <a:t>亿，预计全天仓位</a:t>
            </a:r>
            <a:r>
              <a:rPr lang="en-US" altLang="zh-CN"/>
              <a:t>120%</a:t>
            </a:r>
            <a:r>
              <a:rPr lang="zh-CN" altLang="en-US"/>
              <a:t>，谷段仓位</a:t>
            </a:r>
            <a:r>
              <a:rPr lang="en-US" altLang="zh-CN"/>
              <a:t>160%</a:t>
            </a:r>
            <a:r>
              <a:rPr lang="zh-CN" altLang="en-US"/>
              <a:t>，将触发超签考核，结算价降低</a:t>
            </a:r>
            <a:r>
              <a:rPr lang="en-US" altLang="zh-CN"/>
              <a:t>13</a:t>
            </a:r>
            <a:r>
              <a:rPr lang="zh-CN" altLang="en-US"/>
              <a:t>元</a:t>
            </a:r>
            <a:r>
              <a:rPr lang="en-US" altLang="zh-CN"/>
              <a:t>/MWh</a:t>
            </a:r>
          </a:p>
        </p:txBody>
      </p:sp>
      <p:sp>
        <p:nvSpPr>
          <p:cNvPr id="4" name="灯片编号占位符 3">
            <a:extLst>
              <a:ext uri="{FF2B5EF4-FFF2-40B4-BE49-F238E27FC236}">
                <a16:creationId xmlns:a16="http://schemas.microsoft.com/office/drawing/2014/main" id="{0285C645-9707-F342-4AD7-93CE665C06D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D543DC-5563-48F3-AC25-2F754CC3F2E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8226169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1D84B-6A45-2CDB-CBFC-B4A8F776BDA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AC69074-3445-E89A-E336-91C24E055DE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039EA86-202B-3E3B-DBB5-88A5E67C3ADF}"/>
              </a:ext>
            </a:extLst>
          </p:cNvPr>
          <p:cNvSpPr>
            <a:spLocks noGrp="1"/>
          </p:cNvSpPr>
          <p:nvPr>
            <p:ph type="body" idx="1"/>
          </p:nvPr>
        </p:nvSpPr>
        <p:spPr/>
        <p:txBody>
          <a:bodyPr/>
          <a:lstStyle/>
          <a:p>
            <a:endParaRPr lang="en-US"/>
          </a:p>
        </p:txBody>
      </p:sp>
      <p:sp>
        <p:nvSpPr>
          <p:cNvPr id="4" name="灯片编号占位符 3">
            <a:extLst>
              <a:ext uri="{FF2B5EF4-FFF2-40B4-BE49-F238E27FC236}">
                <a16:creationId xmlns:a16="http://schemas.microsoft.com/office/drawing/2014/main" id="{B6C00011-C0D5-AAFD-FE84-F1C24E5D6A9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D543DC-5563-48F3-AC25-2F754CC3F2E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9225873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F27CA-D2F5-92E5-9BDC-3430512CAFC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F758DEE-907C-0CC5-09EE-BDF3F6CE900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1C4E3A3-1EE8-F7F4-5F7E-906637E27927}"/>
              </a:ext>
            </a:extLst>
          </p:cNvPr>
          <p:cNvSpPr>
            <a:spLocks noGrp="1"/>
          </p:cNvSpPr>
          <p:nvPr>
            <p:ph type="body" idx="1"/>
          </p:nvPr>
        </p:nvSpPr>
        <p:spPr/>
        <p:txBody>
          <a:bodyPr/>
          <a:lstStyle/>
          <a:p>
            <a:endParaRPr lang="en-US"/>
          </a:p>
        </p:txBody>
      </p:sp>
      <p:sp>
        <p:nvSpPr>
          <p:cNvPr id="4" name="灯片编号占位符 3">
            <a:extLst>
              <a:ext uri="{FF2B5EF4-FFF2-40B4-BE49-F238E27FC236}">
                <a16:creationId xmlns:a16="http://schemas.microsoft.com/office/drawing/2014/main" id="{4199AC61-79D7-72E7-1EC1-51B8B0548EA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D543DC-5563-48F3-AC25-2F754CC3F2E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290704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82E2F-8575-7F49-8E44-4A0438A9E6A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FF9C8E7-E125-4357-5738-CE2AECA03BE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744FE66-F750-8242-90E5-E5235EBC9FDE}"/>
              </a:ext>
            </a:extLst>
          </p:cNvPr>
          <p:cNvSpPr>
            <a:spLocks noGrp="1"/>
          </p:cNvSpPr>
          <p:nvPr>
            <p:ph type="body" idx="1"/>
          </p:nvPr>
        </p:nvSpPr>
        <p:spPr/>
        <p:txBody>
          <a:bodyPr/>
          <a:lstStyle/>
          <a:p>
            <a:endParaRPr lang="en-US"/>
          </a:p>
        </p:txBody>
      </p:sp>
      <p:sp>
        <p:nvSpPr>
          <p:cNvPr id="4" name="灯片编号占位符 3">
            <a:extLst>
              <a:ext uri="{FF2B5EF4-FFF2-40B4-BE49-F238E27FC236}">
                <a16:creationId xmlns:a16="http://schemas.microsoft.com/office/drawing/2014/main" id="{DAA5D989-9B0F-14FC-6704-017D15F9CBE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D543DC-5563-48F3-AC25-2F754CC3F2E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0244502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815AF6-2A4E-9AE9-68D8-F434BAAF037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55ABC6C-D954-07BC-1987-66992660F7E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B870E90-4D41-649B-1974-3AB0C8A1548F}"/>
              </a:ext>
            </a:extLst>
          </p:cNvPr>
          <p:cNvSpPr>
            <a:spLocks noGrp="1"/>
          </p:cNvSpPr>
          <p:nvPr>
            <p:ph type="body" idx="1"/>
          </p:nvPr>
        </p:nvSpPr>
        <p:spPr/>
        <p:txBody>
          <a:bodyPr/>
          <a:lstStyle/>
          <a:p>
            <a:endParaRPr lang="en-US" altLang="zh-CN"/>
          </a:p>
        </p:txBody>
      </p:sp>
      <p:sp>
        <p:nvSpPr>
          <p:cNvPr id="4" name="灯片编号占位符 3">
            <a:extLst>
              <a:ext uri="{FF2B5EF4-FFF2-40B4-BE49-F238E27FC236}">
                <a16:creationId xmlns:a16="http://schemas.microsoft.com/office/drawing/2014/main" id="{8EAD60D8-71DD-C9F9-0C6E-D868D67B580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D543DC-5563-48F3-AC25-2F754CC3F2E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795189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5" name="矩形 4"/>
          <p:cNvSpPr/>
          <p:nvPr userDrawn="1"/>
        </p:nvSpPr>
        <p:spPr>
          <a:xfrm>
            <a:off x="0" y="1"/>
            <a:ext cx="12192000" cy="6857999"/>
          </a:xfrm>
          <a:prstGeom prst="rect">
            <a:avLst/>
          </a:prstGeom>
          <a:solidFill>
            <a:schemeClr val="bg1">
              <a:lumMod val="9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400"/>
          </a:p>
        </p:txBody>
      </p:sp>
      <p:pic>
        <p:nvPicPr>
          <p:cNvPr id="7" name="图片 6"/>
          <p:cNvPicPr>
            <a:picLocks noChangeAspect="1"/>
          </p:cNvPicPr>
          <p:nvPr userDrawn="1"/>
        </p:nvPicPr>
        <p:blipFill>
          <a:blip r:embed="rId2"/>
          <a:stretch>
            <a:fillRect/>
          </a:stretch>
        </p:blipFill>
        <p:spPr>
          <a:xfrm>
            <a:off x="0" y="6230112"/>
            <a:ext cx="12192000" cy="627888"/>
          </a:xfrm>
          <a:prstGeom prst="rect">
            <a:avLst/>
          </a:prstGeom>
        </p:spPr>
      </p:pic>
      <p:pic>
        <p:nvPicPr>
          <p:cNvPr id="8" name="Picture 2" descr="C:\Users\vip\Desktop\DIGITAL PPT-06.jpg"/>
          <p:cNvPicPr>
            <a:picLocks noChangeAspect="1" noChangeArrowheads="1"/>
          </p:cNvPicPr>
          <p:nvPr userDrawn="1"/>
        </p:nvPicPr>
        <p:blipFill>
          <a:blip r:embed="rId3"/>
          <a:srcRect/>
          <a:stretch>
            <a:fillRect/>
          </a:stretch>
        </p:blipFill>
        <p:spPr bwMode="auto">
          <a:xfrm>
            <a:off x="0" y="6231731"/>
            <a:ext cx="12192000" cy="626269"/>
          </a:xfrm>
          <a:prstGeom prst="rect">
            <a:avLst/>
          </a:prstGeom>
          <a:noFill/>
        </p:spPr>
      </p:pic>
      <p:pic>
        <p:nvPicPr>
          <p:cNvPr id="9" name="图片 8"/>
          <p:cNvPicPr>
            <a:picLocks noChangeAspect="1"/>
          </p:cNvPicPr>
          <p:nvPr userDrawn="1"/>
        </p:nvPicPr>
        <p:blipFill>
          <a:blip r:embed="rId4"/>
          <a:stretch>
            <a:fillRect/>
          </a:stretch>
        </p:blipFill>
        <p:spPr>
          <a:xfrm>
            <a:off x="7330980" y="6259368"/>
            <a:ext cx="4324208" cy="475188"/>
          </a:xfrm>
          <a:prstGeom prst="rect">
            <a:avLst/>
          </a:prstGeom>
        </p:spPr>
      </p:pic>
      <p:sp>
        <p:nvSpPr>
          <p:cNvPr id="11" name="文本框 10"/>
          <p:cNvSpPr txBox="1"/>
          <p:nvPr userDrawn="1"/>
        </p:nvSpPr>
        <p:spPr>
          <a:xfrm>
            <a:off x="2145890" y="6224570"/>
            <a:ext cx="10046110" cy="677108"/>
          </a:xfrm>
          <a:prstGeom prst="rect">
            <a:avLst/>
          </a:prstGeom>
          <a:noFill/>
        </p:spPr>
        <p:txBody>
          <a:bodyPr wrap="square" rtlCol="0">
            <a:spAutoFit/>
          </a:bodyPr>
          <a:lstStyle/>
          <a:p>
            <a:r>
              <a:rPr lang="zh-CN" altLang="en-US" sz="1400">
                <a:solidFill>
                  <a:schemeClr val="bg1"/>
                </a:solidFill>
                <a:latin typeface="微软雅黑 Light" panose="020B0502040204020203" pitchFamily="34" charset="-122"/>
                <a:ea typeface="微软雅黑 Light" panose="020B0502040204020203" pitchFamily="34" charset="-122"/>
              </a:rPr>
              <a:t>未经明确授权，本文档禁止拷贝、截屏、拍摄及其他扩散行为，如有发现按违反远景信息安全红线处理</a:t>
            </a:r>
            <a:endParaRPr lang="en-US" altLang="zh-CN" sz="1400">
              <a:solidFill>
                <a:schemeClr val="bg1"/>
              </a:solidFill>
              <a:latin typeface="微软雅黑 Light" panose="020B0502040204020203" pitchFamily="34" charset="-122"/>
              <a:ea typeface="微软雅黑 Light" panose="020B0502040204020203" pitchFamily="34" charset="-122"/>
            </a:endParaRPr>
          </a:p>
          <a:p>
            <a:r>
              <a:rPr lang="en-US" altLang="zh-CN" sz="1200" b="0" i="0" kern="1200">
                <a:solidFill>
                  <a:schemeClr val="bg1"/>
                </a:solidFill>
                <a:effectLst/>
                <a:latin typeface="+mn-lt"/>
                <a:ea typeface="+mn-ea"/>
                <a:cs typeface="+mn-cs"/>
              </a:rPr>
              <a:t>Without explicit authorization, this document prohibits copying, screen capture, filming and other proliferation actions, if found, it will be handled in accordance with the Envision information security red line.</a:t>
            </a:r>
            <a:endParaRPr lang="zh-CN" altLang="en-US" sz="1200" b="0" i="0" kern="1200">
              <a:solidFill>
                <a:schemeClr val="bg1"/>
              </a:solidFill>
              <a:effectLst/>
              <a:latin typeface="+mn-lt"/>
              <a:ea typeface="+mn-ea"/>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94F96CE-D536-4AE0-8FEC-6B7DDB73F5DC}"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自定义版式 拷贝 1">
    <p:spTree>
      <p:nvGrpSpPr>
        <p:cNvPr id="1" name=""/>
        <p:cNvGrpSpPr/>
        <p:nvPr/>
      </p:nvGrpSpPr>
      <p:grpSpPr>
        <a:xfrm>
          <a:off x="0" y="0"/>
          <a:ext cx="0" cy="0"/>
          <a:chOff x="0" y="0"/>
          <a:chExt cx="0" cy="0"/>
        </a:xfrm>
      </p:grpSpPr>
      <p:sp>
        <p:nvSpPr>
          <p:cNvPr id="14"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9739313" y="68263"/>
            <a:ext cx="2447925" cy="522287"/>
          </a:xfrm>
          <a:prstGeom prst="rect">
            <a:avLst/>
          </a:prstGeom>
          <a:noFill/>
          <a:ln>
            <a:noFill/>
          </a:ln>
        </p:spPr>
        <p:txBody>
          <a:bodyPr wrap="none">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9pPr>
          </a:lstStyle>
          <a:p>
            <a:pPr eaLnBrk="1" hangingPunct="1">
              <a:defRPr/>
            </a:pPr>
            <a:r>
              <a:rPr lang="zh-CN" altLang="en-US" sz="1400">
                <a:latin typeface="微软雅黑 Light" panose="020B0502040204020203" pitchFamily="34" charset="-122"/>
                <a:ea typeface="微软雅黑 Light" panose="020B0502040204020203" pitchFamily="34" charset="-122"/>
              </a:rPr>
              <a:t>文档密级：秘密</a:t>
            </a:r>
            <a:endParaRPr lang="en-US" altLang="zh-CN" sz="1400">
              <a:latin typeface="微软雅黑 Light" panose="020B0502040204020203" pitchFamily="34" charset="-122"/>
              <a:ea typeface="微软雅黑 Light" panose="020B0502040204020203" pitchFamily="34" charset="-122"/>
            </a:endParaRPr>
          </a:p>
          <a:p>
            <a:pPr eaLnBrk="1" hangingPunct="1">
              <a:defRPr/>
            </a:pPr>
            <a:r>
              <a:rPr lang="en-US" altLang="zh-CN" sz="1400">
                <a:cs typeface="Arial" panose="020B0604020202020204" pitchFamily="34" charset="0"/>
              </a:rPr>
              <a:t>Documentlevel:Confidential</a:t>
            </a:r>
            <a:endParaRPr lang="en-US" altLang="zh-CN" sz="1400">
              <a:cs typeface="Arial" panose="020B0604020202020204" pitchFamily="34" charset="0"/>
              <a:sym typeface="+mn-ea"/>
            </a:endParaRPr>
          </a:p>
        </p:txBody>
      </p:sp>
      <p:pic>
        <p:nvPicPr>
          <p:cNvPr id="3" name="图片 7"/>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6229350"/>
            <a:ext cx="12192000"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6230938"/>
            <a:ext cx="12192000" cy="627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9"/>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7331075" y="6259513"/>
            <a:ext cx="4324350"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p:cNvSpPr txBox="1">
            <a:spLocks noChangeArrowheads="1"/>
          </p:cNvSpPr>
          <p:nvPr userDrawn="1"/>
        </p:nvSpPr>
        <p:spPr bwMode="auto">
          <a:xfrm>
            <a:off x="2146300" y="6224588"/>
            <a:ext cx="10045700" cy="676275"/>
          </a:xfrm>
          <a:prstGeom prst="rect">
            <a:avLst/>
          </a:prstGeom>
          <a:noFill/>
          <a:ln>
            <a:noFill/>
          </a:ln>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9pPr>
          </a:lstStyle>
          <a:p>
            <a:pPr eaLnBrk="1" hangingPunct="1">
              <a:defRPr/>
            </a:pPr>
            <a:r>
              <a:rPr lang="zh-CN" altLang="en-US" sz="1400">
                <a:solidFill>
                  <a:schemeClr val="bg1"/>
                </a:solidFill>
                <a:latin typeface="微软雅黑 Light" panose="020B0502040204020203" pitchFamily="34" charset="-122"/>
                <a:ea typeface="微软雅黑 Light" panose="020B0502040204020203" pitchFamily="34" charset="-122"/>
              </a:rPr>
              <a:t>未经明确授权，本文档禁止拷贝.截屏.拍摄及其他扩散行为，如有发现按违反远景信息安全红线处理</a:t>
            </a:r>
            <a:endParaRPr lang="en-US" altLang="zh-CN" sz="1400">
              <a:solidFill>
                <a:schemeClr val="bg1"/>
              </a:solidFill>
              <a:latin typeface="微软雅黑 Light" panose="020B0502040204020203" pitchFamily="34" charset="-122"/>
              <a:ea typeface="微软雅黑 Light" panose="020B0502040204020203" pitchFamily="34" charset="-122"/>
            </a:endParaRPr>
          </a:p>
          <a:p>
            <a:pPr eaLnBrk="1" hangingPunct="1">
              <a:defRPr/>
            </a:pPr>
            <a:r>
              <a:rPr lang="en-US" altLang="zh-CN" sz="1200">
                <a:solidFill>
                  <a:schemeClr val="bg1"/>
                </a:solidFill>
              </a:rPr>
              <a:t>Withoutexplicitauthorization,thisdocumentprohibitscopying,screencapture,filmingandotherproliferationactions,iffound,itwillbehandledinaccordancewiththeEnvisioninformationsecurityredline.</a:t>
            </a:r>
            <a:endParaRPr lang="zh-CN" altLang="en-US" sz="1200">
              <a:solidFill>
                <a:schemeClr val="bg1"/>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3_自定义版式">
    <p:spTree>
      <p:nvGrpSpPr>
        <p:cNvPr id="1" name=""/>
        <p:cNvGrpSpPr/>
        <p:nvPr/>
      </p:nvGrpSpPr>
      <p:grpSpPr>
        <a:xfrm>
          <a:off x="0" y="0"/>
          <a:ext cx="0" cy="0"/>
          <a:chOff x="0" y="0"/>
          <a:chExt cx="0" cy="0"/>
        </a:xfrm>
      </p:grpSpPr>
      <p:sp>
        <p:nvSpPr>
          <p:cNvPr id="5" name="矩形 4"/>
          <p:cNvSpPr/>
          <p:nvPr userDrawn="1"/>
        </p:nvSpPr>
        <p:spPr>
          <a:xfrm>
            <a:off x="0" y="1"/>
            <a:ext cx="12192000" cy="6857999"/>
          </a:xfrm>
          <a:prstGeom prst="rect">
            <a:avLst/>
          </a:prstGeom>
          <a:solidFill>
            <a:schemeClr val="bg1">
              <a:lumMod val="9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400">
              <a:latin typeface="微软雅黑" panose="020B0503020204020204" pitchFamily="34" charset="-122"/>
              <a:ea typeface="微软雅黑" panose="020B0503020204020204" pitchFamily="34" charset="-122"/>
            </a:endParaRPr>
          </a:p>
        </p:txBody>
      </p:sp>
      <p:pic>
        <p:nvPicPr>
          <p:cNvPr id="7" name="图片 6"/>
          <p:cNvPicPr>
            <a:picLocks noChangeAspect="1"/>
          </p:cNvPicPr>
          <p:nvPr userDrawn="1"/>
        </p:nvPicPr>
        <p:blipFill>
          <a:blip r:embed="rId2"/>
          <a:stretch>
            <a:fillRect/>
          </a:stretch>
        </p:blipFill>
        <p:spPr>
          <a:xfrm>
            <a:off x="0" y="6230112"/>
            <a:ext cx="12192000" cy="627888"/>
          </a:xfrm>
          <a:prstGeom prst="rect">
            <a:avLst/>
          </a:prstGeom>
        </p:spPr>
      </p:pic>
      <p:pic>
        <p:nvPicPr>
          <p:cNvPr id="8" name="Picture 2" descr="C:\Users\vip\Desktop\DIGITAL PPT-06.jpg"/>
          <p:cNvPicPr>
            <a:picLocks noChangeAspect="1" noChangeArrowheads="1"/>
          </p:cNvPicPr>
          <p:nvPr userDrawn="1"/>
        </p:nvPicPr>
        <p:blipFill>
          <a:blip r:embed="rId3"/>
          <a:srcRect/>
          <a:stretch>
            <a:fillRect/>
          </a:stretch>
        </p:blipFill>
        <p:spPr bwMode="auto">
          <a:xfrm>
            <a:off x="0" y="6231731"/>
            <a:ext cx="12192000" cy="626269"/>
          </a:xfrm>
          <a:prstGeom prst="rect">
            <a:avLst/>
          </a:prstGeom>
          <a:noFill/>
        </p:spPr>
      </p:pic>
      <p:pic>
        <p:nvPicPr>
          <p:cNvPr id="9" name="图片 8"/>
          <p:cNvPicPr>
            <a:picLocks noChangeAspect="1"/>
          </p:cNvPicPr>
          <p:nvPr userDrawn="1"/>
        </p:nvPicPr>
        <p:blipFill>
          <a:blip r:embed="rId4"/>
          <a:stretch>
            <a:fillRect/>
          </a:stretch>
        </p:blipFill>
        <p:spPr>
          <a:xfrm>
            <a:off x="7330980" y="6259368"/>
            <a:ext cx="4324208" cy="475188"/>
          </a:xfrm>
          <a:prstGeom prst="rect">
            <a:avLst/>
          </a:prstGeom>
        </p:spPr>
      </p:pic>
      <p:sp>
        <p:nvSpPr>
          <p:cNvPr id="11" name="文本框 10"/>
          <p:cNvSpPr txBox="1"/>
          <p:nvPr userDrawn="1"/>
        </p:nvSpPr>
        <p:spPr>
          <a:xfrm>
            <a:off x="2145890" y="6224570"/>
            <a:ext cx="10046110" cy="677108"/>
          </a:xfrm>
          <a:prstGeom prst="rect">
            <a:avLst/>
          </a:prstGeom>
          <a:noFill/>
        </p:spPr>
        <p:txBody>
          <a:bodyPr wrap="square" rtlCol="0">
            <a:spAutoFit/>
          </a:bodyPr>
          <a:lstStyle/>
          <a:p>
            <a:r>
              <a:rPr lang="zh-CN" altLang="en-US" sz="1400">
                <a:solidFill>
                  <a:schemeClr val="bg1"/>
                </a:solidFill>
                <a:latin typeface="微软雅黑" panose="020B0503020204020204" pitchFamily="34" charset="-122"/>
                <a:ea typeface="微软雅黑" panose="020B0503020204020204" pitchFamily="34" charset="-122"/>
              </a:rPr>
              <a:t>未经明确授权，本文档禁止拷贝、截屏、拍摄及其他扩散行为，如有发现按违反远景信息安全红线处理</a:t>
            </a:r>
            <a:endParaRPr lang="en-US" altLang="zh-CN" sz="1400">
              <a:solidFill>
                <a:schemeClr val="bg1"/>
              </a:solidFill>
              <a:latin typeface="微软雅黑" panose="020B0503020204020204" pitchFamily="34" charset="-122"/>
              <a:ea typeface="微软雅黑" panose="020B0503020204020204" pitchFamily="34" charset="-122"/>
            </a:endParaRPr>
          </a:p>
          <a:p>
            <a:r>
              <a:rPr lang="en-US" altLang="zh-CN" sz="1200" b="0" i="0" kern="1200">
                <a:solidFill>
                  <a:schemeClr val="bg1"/>
                </a:solidFill>
                <a:effectLst/>
                <a:latin typeface="微软雅黑" panose="020B0503020204020204" pitchFamily="34" charset="-122"/>
                <a:ea typeface="微软雅黑" panose="020B0503020204020204" pitchFamily="34" charset="-122"/>
                <a:cs typeface="+mn-cs"/>
              </a:rPr>
              <a:t>Withoutexplicitauthorization,thisdocumentprohibitscopying,screencapture,filmingandotherproliferationactions,iffound,itwillbehandledinaccordancewiththeEnvisioninformationsecurityredline.</a:t>
            </a:r>
            <a:endParaRPr lang="zh-CN" altLang="en-US" sz="1200" b="0" i="0" kern="1200">
              <a:solidFill>
                <a:schemeClr val="bg1"/>
              </a:solidFill>
              <a:effectLst/>
              <a:latin typeface="微软雅黑" panose="020B0503020204020204" pitchFamily="34" charset="-122"/>
              <a:ea typeface="微软雅黑" panose="020B0503020204020204" pitchFamily="34" charset="-122"/>
              <a:cs typeface="+mn-cs"/>
            </a:endParaRPr>
          </a:p>
        </p:txBody>
      </p:sp>
      <p:sp>
        <p:nvSpPr>
          <p:cNvPr id="2" name="文本框 1"/>
          <p:cNvSpPr txBox="1"/>
          <p:nvPr userDrawn="1"/>
        </p:nvSpPr>
        <p:spPr>
          <a:xfrm>
            <a:off x="11201400" y="5857875"/>
            <a:ext cx="552450" cy="369332"/>
          </a:xfrm>
          <a:prstGeom prst="rect">
            <a:avLst/>
          </a:prstGeom>
          <a:noFill/>
        </p:spPr>
        <p:txBody>
          <a:bodyPr wrap="square" rtlCol="0">
            <a:spAutoFit/>
          </a:bodyPr>
          <a:lstStyle/>
          <a:p>
            <a:endParaRPr lang="zh-CN" altLang="en-US"/>
          </a:p>
        </p:txBody>
      </p:sp>
      <p:sp>
        <p:nvSpPr>
          <p:cNvPr id="4" name="内容占位符 3"/>
          <p:cNvSpPr>
            <a:spLocks noGrp="1"/>
          </p:cNvSpPr>
          <p:nvPr>
            <p:ph sz="quarter" idx="10"/>
          </p:nvPr>
        </p:nvSpPr>
        <p:spPr>
          <a:xfrm>
            <a:off x="1371600" y="749300"/>
            <a:ext cx="7099300" cy="800100"/>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27661130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A3AFFC-B7CC-A6B8-1F4E-FE5DC74DC5AD}"/>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3AD0E9B0-BBD9-1D13-91AB-CEF44CA841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Tree>
    <p:extLst>
      <p:ext uri="{BB962C8B-B14F-4D97-AF65-F5344CB8AC3E}">
        <p14:creationId xmlns:p14="http://schemas.microsoft.com/office/powerpoint/2010/main" val="2327938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4.png"/><Relationship Id="rId5" Type="http://schemas.openxmlformats.org/officeDocument/2006/relationships/slideLayout" Target="../slideLayouts/slideLayout5.xml"/><Relationship Id="rId10" Type="http://schemas.openxmlformats.org/officeDocument/2006/relationships/image" Target="../media/image3.jpeg"/><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theme" Target="../theme/theme2.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8"/>
          <a:stretch>
            <a:fillRect/>
          </a:stretch>
        </p:blipFill>
        <p:spPr>
          <a:xfrm>
            <a:off x="0" y="0"/>
            <a:ext cx="12192000" cy="6858000"/>
          </a:xfrm>
          <a:prstGeom prst="rect">
            <a:avLst/>
          </a:prstGeom>
        </p:spPr>
      </p:pic>
      <p:pic>
        <p:nvPicPr>
          <p:cNvPr id="6" name="图片 5"/>
          <p:cNvPicPr>
            <a:picLocks noChangeAspect="1"/>
          </p:cNvPicPr>
          <p:nvPr userDrawn="1"/>
        </p:nvPicPr>
        <p:blipFill>
          <a:blip r:embed="rId9"/>
          <a:stretch>
            <a:fillRect/>
          </a:stretch>
        </p:blipFill>
        <p:spPr>
          <a:xfrm>
            <a:off x="0" y="6230112"/>
            <a:ext cx="12192000" cy="627888"/>
          </a:xfrm>
          <a:prstGeom prst="rect">
            <a:avLst/>
          </a:prstGeom>
        </p:spPr>
      </p:pic>
      <p:pic>
        <p:nvPicPr>
          <p:cNvPr id="7" name="Picture 2" descr="C:\Users\vip\Desktop\DIGITAL PPT-06.jpg"/>
          <p:cNvPicPr>
            <a:picLocks noChangeAspect="1" noChangeArrowheads="1"/>
          </p:cNvPicPr>
          <p:nvPr userDrawn="1"/>
        </p:nvPicPr>
        <p:blipFill>
          <a:blip r:embed="rId10"/>
          <a:srcRect/>
          <a:stretch>
            <a:fillRect/>
          </a:stretch>
        </p:blipFill>
        <p:spPr bwMode="auto">
          <a:xfrm>
            <a:off x="0" y="6231731"/>
            <a:ext cx="12192000" cy="626269"/>
          </a:xfrm>
          <a:prstGeom prst="rect">
            <a:avLst/>
          </a:prstGeom>
          <a:noFill/>
        </p:spPr>
      </p:pic>
      <p:pic>
        <p:nvPicPr>
          <p:cNvPr id="8" name="图片 7"/>
          <p:cNvPicPr>
            <a:picLocks noChangeAspect="1"/>
          </p:cNvPicPr>
          <p:nvPr userDrawn="1"/>
        </p:nvPicPr>
        <p:blipFill>
          <a:blip r:embed="rId11"/>
          <a:stretch>
            <a:fillRect/>
          </a:stretch>
        </p:blipFill>
        <p:spPr>
          <a:xfrm>
            <a:off x="7330980" y="6259368"/>
            <a:ext cx="4324208" cy="475188"/>
          </a:xfrm>
          <a:prstGeom prst="rect">
            <a:avLst/>
          </a:prstGeom>
        </p:spPr>
      </p:pic>
      <p:sp>
        <p:nvSpPr>
          <p:cNvPr id="10" name="文本框 9"/>
          <p:cNvSpPr txBox="1"/>
          <p:nvPr userDrawn="1"/>
        </p:nvSpPr>
        <p:spPr>
          <a:xfrm>
            <a:off x="2145890" y="6224570"/>
            <a:ext cx="10046110" cy="677108"/>
          </a:xfrm>
          <a:prstGeom prst="rect">
            <a:avLst/>
          </a:prstGeom>
          <a:noFill/>
        </p:spPr>
        <p:txBody>
          <a:bodyPr wrap="square" rtlCol="0">
            <a:spAutoFit/>
          </a:bodyPr>
          <a:lstStyle/>
          <a:p>
            <a:r>
              <a:rPr lang="zh-CN" altLang="en-US" sz="1400">
                <a:solidFill>
                  <a:schemeClr val="bg1"/>
                </a:solidFill>
                <a:latin typeface="微软雅黑 Light" panose="020B0502040204020203" pitchFamily="34" charset="-122"/>
                <a:ea typeface="微软雅黑 Light" panose="020B0502040204020203" pitchFamily="34" charset="-122"/>
              </a:rPr>
              <a:t>未经明确授权，本文档禁止拷贝、截屏、拍摄及其他扩散行为，如有发现按违反远景信息安全红线处理</a:t>
            </a:r>
            <a:endParaRPr lang="en-US" altLang="zh-CN" sz="1400">
              <a:solidFill>
                <a:schemeClr val="bg1"/>
              </a:solidFill>
              <a:latin typeface="微软雅黑 Light" panose="020B0502040204020203" pitchFamily="34" charset="-122"/>
              <a:ea typeface="微软雅黑 Light" panose="020B0502040204020203" pitchFamily="34" charset="-122"/>
            </a:endParaRPr>
          </a:p>
          <a:p>
            <a:r>
              <a:rPr lang="en-US" altLang="zh-CN" sz="1200" b="0" i="0" kern="1200">
                <a:solidFill>
                  <a:schemeClr val="bg1"/>
                </a:solidFill>
                <a:effectLst/>
                <a:latin typeface="+mn-lt"/>
                <a:ea typeface="+mn-ea"/>
                <a:cs typeface="+mn-cs"/>
              </a:rPr>
              <a:t>Without explicit authorization, this document prohibits copying, screen capture, filming and other proliferation actions, if found, it will be handled in accordance with the Envision information security red line.</a:t>
            </a:r>
            <a:endParaRPr lang="zh-CN" altLang="en-US" sz="1200" b="0" i="0" kern="1200">
              <a:solidFill>
                <a:schemeClr val="bg1"/>
              </a:solidFill>
              <a:effectLst/>
              <a:latin typeface="+mn-lt"/>
              <a:ea typeface="+mn-ea"/>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2" name="矩形 21"/>
          <p:cNvSpPr/>
          <p:nvPr userDrawn="1"/>
        </p:nvSpPr>
        <p:spPr>
          <a:xfrm>
            <a:off x="0" y="0"/>
            <a:ext cx="12192000" cy="6858000"/>
          </a:xfrm>
          <a:prstGeom prst="rect">
            <a:avLst/>
          </a:prstGeom>
          <a:solidFill>
            <a:srgbClr val="211F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文本占位符 2"/>
          <p:cNvSpPr>
            <a:spLocks noGrp="1"/>
          </p:cNvSpPr>
          <p:nvPr>
            <p:ph type="body" idx="1"/>
          </p:nvPr>
        </p:nvSpPr>
        <p:spPr>
          <a:xfrm>
            <a:off x="318374" y="1180800"/>
            <a:ext cx="11454525" cy="5004000"/>
          </a:xfrm>
          <a:prstGeom prst="rect">
            <a:avLst/>
          </a:prstGeom>
        </p:spPr>
        <p:txBody>
          <a:bodyPr vert="horz" lIns="91440" tIns="45720" rIns="91440" bIns="45720" rtlCol="0">
            <a:normAutofit/>
          </a:bodyPr>
          <a:lstStyle/>
          <a:p>
            <a:pPr lvl="0"/>
            <a:r>
              <a:rPr kumimoji="1" lang="en-US" altLang="zh-CN"/>
              <a:t>Content Level 1</a:t>
            </a:r>
          </a:p>
          <a:p>
            <a:pPr lvl="1"/>
            <a:r>
              <a:rPr kumimoji="1" lang="en-US" altLang="zh-CN"/>
              <a:t>Content Level 2</a:t>
            </a:r>
          </a:p>
          <a:p>
            <a:pPr lvl="1"/>
            <a:r>
              <a:rPr kumimoji="1" lang="en-US" altLang="zh-CN"/>
              <a:t>	Content Level 3</a:t>
            </a:r>
            <a:endParaRPr kumimoji="1" lang="zh-CN" altLang="en-US"/>
          </a:p>
        </p:txBody>
      </p:sp>
      <p:sp>
        <p:nvSpPr>
          <p:cNvPr id="8" name="标题占位符 1"/>
          <p:cNvSpPr>
            <a:spLocks noGrp="1"/>
          </p:cNvSpPr>
          <p:nvPr>
            <p:ph type="title"/>
          </p:nvPr>
        </p:nvSpPr>
        <p:spPr>
          <a:xfrm>
            <a:off x="318374" y="215901"/>
            <a:ext cx="11454525" cy="604800"/>
          </a:xfrm>
          <a:prstGeom prst="rect">
            <a:avLst/>
          </a:prstGeom>
        </p:spPr>
        <p:txBody>
          <a:bodyPr vert="horz" lIns="91440" tIns="45720" rIns="91440" bIns="45720" rtlCol="0" anchor="t">
            <a:normAutofit/>
          </a:bodyPr>
          <a:lstStyle/>
          <a:p>
            <a:r>
              <a:rPr kumimoji="1" lang="en-US" altLang="zh-CN"/>
              <a:t>Page Title</a:t>
            </a:r>
            <a:endParaRPr kumimoji="1" lang="zh-CN" altLang="en-US"/>
          </a:p>
        </p:txBody>
      </p:sp>
      <p:sp>
        <p:nvSpPr>
          <p:cNvPr id="23" name="矩形 22"/>
          <p:cNvSpPr/>
          <p:nvPr userDrawn="1"/>
        </p:nvSpPr>
        <p:spPr>
          <a:xfrm>
            <a:off x="-4463" y="6414196"/>
            <a:ext cx="1804688" cy="443804"/>
          </a:xfrm>
          <a:prstGeom prst="rect">
            <a:avLst/>
          </a:prstGeom>
          <a:solidFill>
            <a:srgbClr val="FD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24" name="图形 23"/>
          <p:cNvPicPr>
            <a:picLocks noChangeAspect="1"/>
          </p:cNvPicPr>
          <p:nvPr userDrawn="1"/>
        </p:nvPicPr>
        <p:blipFill>
          <a:blip r:embed="rId3" cstate="screen">
            <a:extLst>
              <a:ext uri="{96DAC541-7B7A-43D3-8B79-37D633B846F1}">
                <asvg:svgBlip xmlns:asvg="http://schemas.microsoft.com/office/drawing/2016/SVG/main" r:embed="rId4"/>
              </a:ext>
            </a:extLst>
          </a:blip>
          <a:stretch>
            <a:fillRect/>
          </a:stretch>
        </p:blipFill>
        <p:spPr>
          <a:xfrm>
            <a:off x="402512" y="6478985"/>
            <a:ext cx="990739" cy="314227"/>
          </a:xfrm>
          <a:prstGeom prst="rect">
            <a:avLst/>
          </a:prstGeom>
        </p:spPr>
      </p:pic>
      <p:sp>
        <p:nvSpPr>
          <p:cNvPr id="25" name="矩形 24"/>
          <p:cNvSpPr/>
          <p:nvPr userDrawn="1"/>
        </p:nvSpPr>
        <p:spPr>
          <a:xfrm>
            <a:off x="1800224" y="6414196"/>
            <a:ext cx="10391776" cy="443804"/>
          </a:xfrm>
          <a:prstGeom prst="rect">
            <a:avLst/>
          </a:prstGeom>
          <a:solidFill>
            <a:srgbClr val="3C3D43"/>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rIns="288000" rtlCol="0" anchor="ctr"/>
          <a:lstStyle/>
          <a:p>
            <a:pPr algn="r"/>
            <a:endParaRPr kumimoji="1" lang="zh-CN" altLang="en-US" sz="1000"/>
          </a:p>
        </p:txBody>
      </p:sp>
      <p:sp>
        <p:nvSpPr>
          <p:cNvPr id="26" name="灯片编号占位符 6"/>
          <p:cNvSpPr txBox="1"/>
          <p:nvPr userDrawn="1"/>
        </p:nvSpPr>
        <p:spPr>
          <a:xfrm>
            <a:off x="6954715" y="6465713"/>
            <a:ext cx="5155659" cy="340769"/>
          </a:xfrm>
          <a:prstGeom prst="rect">
            <a:avLst/>
          </a:prstGeom>
        </p:spPr>
        <p:txBody>
          <a:bodyPr vert="horz" lIns="91440" tIns="45720" rIns="91440" bIns="45720" rtlCol="0" anchor="ctr"/>
          <a:lstStyle>
            <a:defPPr>
              <a:defRPr lang="zh-CN"/>
            </a:defPPr>
            <a:lvl1pPr marL="0" algn="r" defTabSz="914400" rtl="0" eaLnBrk="1" latinLnBrk="0" hangingPunct="1">
              <a:defRPr sz="10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altLang="zh-CN">
                <a:latin typeface="Calibri" panose="020F0502020204030204" pitchFamily="34" charset="0"/>
                <a:cs typeface="Calibri" panose="020F0502020204030204" pitchFamily="34" charset="0"/>
              </a:rPr>
              <a:t>© 2021 Envision Digital. All Rights Reserved</a:t>
            </a:r>
            <a:r>
              <a:rPr lang="en-US" altLang="zh-CN">
                <a:latin typeface="Calibri" panose="020F0502020204030204" pitchFamily="34" charset="0"/>
                <a:cs typeface="Calibri" panose="020F0502020204030204" pitchFamily="34" charset="0"/>
              </a:rPr>
              <a:t>|Page</a:t>
            </a:r>
            <a:fld id="{CCD584DD-5604-4DED-B8D6-A28E3F71D8B2}" type="slidenum">
              <a:rPr lang="zh-CN" altLang="en-US" smtClean="0">
                <a:latin typeface="Calibri" panose="020F0502020204030204" pitchFamily="34" charset="0"/>
                <a:cs typeface="Calibri" panose="020F0502020204030204" pitchFamily="34" charset="0"/>
              </a:rPr>
              <a:t>‹#›</a:t>
            </a:fld>
            <a:endParaRPr lang="zh-CN" altLang="en-US">
              <a:latin typeface="Calibri" panose="020F0502020204030204" pitchFamily="34" charset="0"/>
              <a:cs typeface="Calibri" panose="020F0502020204030204" pitchFamily="34" charset="0"/>
            </a:endParaRPr>
          </a:p>
        </p:txBody>
      </p:sp>
      <p:sp>
        <p:nvSpPr>
          <p:cNvPr id="57" name="矩形 56"/>
          <p:cNvSpPr/>
          <p:nvPr userDrawn="1"/>
        </p:nvSpPr>
        <p:spPr>
          <a:xfrm>
            <a:off x="12283768" y="0"/>
            <a:ext cx="1073927" cy="461665"/>
          </a:xfrm>
          <a:prstGeom prst="rect">
            <a:avLst/>
          </a:prstGeom>
        </p:spPr>
        <p:txBody>
          <a:bodyPr wrap="square">
            <a:spAutoFit/>
          </a:bodyPr>
          <a:lstStyle/>
          <a:p>
            <a:pPr algn="l"/>
            <a:r>
              <a:rPr lang="en-US" altLang="zh-CN" sz="1200" b="1">
                <a:solidFill>
                  <a:srgbClr val="A3A5B3"/>
                </a:solidFill>
                <a:latin typeface="+mj-lt"/>
              </a:rPr>
              <a:t>Dark Theme Palette</a:t>
            </a:r>
            <a:endParaRPr lang="zh-CN" altLang="en-US" sz="1200" b="1">
              <a:solidFill>
                <a:srgbClr val="A3A5B3"/>
              </a:solidFill>
              <a:latin typeface="+mj-lt"/>
            </a:endParaRPr>
          </a:p>
        </p:txBody>
      </p:sp>
      <p:sp>
        <p:nvSpPr>
          <p:cNvPr id="58" name="矩形 57"/>
          <p:cNvSpPr/>
          <p:nvPr userDrawn="1"/>
        </p:nvSpPr>
        <p:spPr>
          <a:xfrm>
            <a:off x="12368385" y="467912"/>
            <a:ext cx="432000" cy="432000"/>
          </a:xfrm>
          <a:prstGeom prst="rect">
            <a:avLst/>
          </a:prstGeom>
          <a:solidFill>
            <a:srgbClr val="199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9" name="矩形 58"/>
          <p:cNvSpPr/>
          <p:nvPr userDrawn="1"/>
        </p:nvSpPr>
        <p:spPr>
          <a:xfrm>
            <a:off x="12368385" y="972332"/>
            <a:ext cx="432000" cy="432000"/>
          </a:xfrm>
          <a:prstGeom prst="rect">
            <a:avLst/>
          </a:prstGeom>
          <a:solidFill>
            <a:srgbClr val="7F78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60" name="矩形 59"/>
          <p:cNvSpPr/>
          <p:nvPr userDrawn="1"/>
        </p:nvSpPr>
        <p:spPr>
          <a:xfrm>
            <a:off x="12368385" y="1476752"/>
            <a:ext cx="432000" cy="432000"/>
          </a:xfrm>
          <a:prstGeom prst="rect">
            <a:avLst/>
          </a:prstGeom>
          <a:solidFill>
            <a:srgbClr val="09CF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61" name="矩形 60"/>
          <p:cNvSpPr/>
          <p:nvPr userDrawn="1"/>
        </p:nvSpPr>
        <p:spPr>
          <a:xfrm>
            <a:off x="12377694" y="1981172"/>
            <a:ext cx="432000" cy="432000"/>
          </a:xfrm>
          <a:prstGeom prst="rect">
            <a:avLst/>
          </a:prstGeom>
          <a:solidFill>
            <a:srgbClr val="30C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2" name="矩形 61"/>
          <p:cNvSpPr/>
          <p:nvPr userDrawn="1"/>
        </p:nvSpPr>
        <p:spPr>
          <a:xfrm>
            <a:off x="12377694" y="2485592"/>
            <a:ext cx="432000" cy="432000"/>
          </a:xfrm>
          <a:prstGeom prst="rect">
            <a:avLst/>
          </a:prstGeom>
          <a:solidFill>
            <a:srgbClr val="F7D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3" name="矩形 62"/>
          <p:cNvSpPr/>
          <p:nvPr userDrawn="1"/>
        </p:nvSpPr>
        <p:spPr>
          <a:xfrm>
            <a:off x="12377694" y="2990012"/>
            <a:ext cx="432000" cy="432000"/>
          </a:xfrm>
          <a:prstGeom prst="rect">
            <a:avLst/>
          </a:prstGeom>
          <a:solidFill>
            <a:srgbClr val="B862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4" name="矩形 63"/>
          <p:cNvSpPr/>
          <p:nvPr userDrawn="1"/>
        </p:nvSpPr>
        <p:spPr>
          <a:xfrm>
            <a:off x="12368385" y="3494432"/>
            <a:ext cx="432000" cy="432000"/>
          </a:xfrm>
          <a:prstGeom prst="rect">
            <a:avLst/>
          </a:prstGeom>
          <a:solidFill>
            <a:srgbClr val="9ED9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5" name="矩形 64"/>
          <p:cNvSpPr/>
          <p:nvPr userDrawn="1"/>
        </p:nvSpPr>
        <p:spPr>
          <a:xfrm>
            <a:off x="12368385" y="3998852"/>
            <a:ext cx="432000" cy="432000"/>
          </a:xfrm>
          <a:prstGeom prst="rect">
            <a:avLst/>
          </a:prstGeom>
          <a:solidFill>
            <a:srgbClr val="FAA2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6" name="矩形 65"/>
          <p:cNvSpPr/>
          <p:nvPr userDrawn="1"/>
        </p:nvSpPr>
        <p:spPr>
          <a:xfrm>
            <a:off x="12368385" y="4503272"/>
            <a:ext cx="432000" cy="432000"/>
          </a:xfrm>
          <a:prstGeom prst="rect">
            <a:avLst/>
          </a:prstGeom>
          <a:solidFill>
            <a:srgbClr val="F54F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7" name="矩形 66"/>
          <p:cNvSpPr/>
          <p:nvPr userDrawn="1"/>
        </p:nvSpPr>
        <p:spPr>
          <a:xfrm>
            <a:off x="12368385" y="5007690"/>
            <a:ext cx="432000" cy="432000"/>
          </a:xfrm>
          <a:prstGeom prst="rect">
            <a:avLst/>
          </a:prstGeom>
          <a:solidFill>
            <a:srgbClr val="F66E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8" name="矩形 67"/>
          <p:cNvSpPr/>
          <p:nvPr userDrawn="1"/>
        </p:nvSpPr>
        <p:spPr>
          <a:xfrm>
            <a:off x="12925695" y="467912"/>
            <a:ext cx="432000" cy="432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a:p>
        </p:txBody>
      </p:sp>
      <p:sp>
        <p:nvSpPr>
          <p:cNvPr id="69" name="矩形 68"/>
          <p:cNvSpPr/>
          <p:nvPr userDrawn="1"/>
        </p:nvSpPr>
        <p:spPr>
          <a:xfrm>
            <a:off x="12925695" y="972332"/>
            <a:ext cx="432000" cy="432000"/>
          </a:xfrm>
          <a:prstGeom prst="rect">
            <a:avLst/>
          </a:prstGeom>
          <a:solidFill>
            <a:srgbClr val="F8F5F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a:p>
        </p:txBody>
      </p:sp>
      <p:sp>
        <p:nvSpPr>
          <p:cNvPr id="70" name="矩形 69"/>
          <p:cNvSpPr/>
          <p:nvPr userDrawn="1"/>
        </p:nvSpPr>
        <p:spPr>
          <a:xfrm>
            <a:off x="12925695" y="1476752"/>
            <a:ext cx="432000" cy="432000"/>
          </a:xfrm>
          <a:prstGeom prst="rect">
            <a:avLst/>
          </a:prstGeom>
          <a:solidFill>
            <a:srgbClr val="D6D9D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a:p>
        </p:txBody>
      </p:sp>
      <p:sp>
        <p:nvSpPr>
          <p:cNvPr id="71" name="矩形 70"/>
          <p:cNvSpPr/>
          <p:nvPr userDrawn="1"/>
        </p:nvSpPr>
        <p:spPr>
          <a:xfrm>
            <a:off x="12925695" y="1988160"/>
            <a:ext cx="432000" cy="432000"/>
          </a:xfrm>
          <a:prstGeom prst="rect">
            <a:avLst/>
          </a:prstGeom>
          <a:solidFill>
            <a:srgbClr val="A3A5B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a:p>
        </p:txBody>
      </p:sp>
      <p:sp>
        <p:nvSpPr>
          <p:cNvPr id="72" name="矩形 71"/>
          <p:cNvSpPr/>
          <p:nvPr userDrawn="1"/>
        </p:nvSpPr>
        <p:spPr>
          <a:xfrm>
            <a:off x="12925695" y="2485592"/>
            <a:ext cx="432000" cy="432000"/>
          </a:xfrm>
          <a:prstGeom prst="rect">
            <a:avLst/>
          </a:prstGeom>
          <a:solidFill>
            <a:srgbClr val="76768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a:p>
        </p:txBody>
      </p:sp>
      <p:sp>
        <p:nvSpPr>
          <p:cNvPr id="73" name="矩形 72"/>
          <p:cNvSpPr/>
          <p:nvPr userDrawn="1"/>
        </p:nvSpPr>
        <p:spPr>
          <a:xfrm>
            <a:off x="12925695" y="2997000"/>
            <a:ext cx="432000" cy="432000"/>
          </a:xfrm>
          <a:prstGeom prst="rect">
            <a:avLst/>
          </a:prstGeom>
          <a:solidFill>
            <a:srgbClr val="3E3E4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a:p>
        </p:txBody>
      </p:sp>
      <p:pic>
        <p:nvPicPr>
          <p:cNvPr id="27" name="图片 26"/>
          <p:cNvPicPr>
            <a:picLocks noChangeAspect="1"/>
          </p:cNvPicPr>
          <p:nvPr userDrawn="1"/>
        </p:nvPicPr>
        <p:blipFill>
          <a:blip r:embed="rId5">
            <a:alphaModFix amt="35000"/>
          </a:blip>
          <a:stretch>
            <a:fillRect/>
          </a:stretch>
        </p:blipFill>
        <p:spPr>
          <a:xfrm>
            <a:off x="1613500" y="3788"/>
            <a:ext cx="8563234" cy="6157531"/>
          </a:xfrm>
          <a:prstGeom prst="rect">
            <a:avLst/>
          </a:prstGeom>
        </p:spPr>
      </p:pic>
    </p:spTree>
    <p:extLst>
      <p:ext uri="{BB962C8B-B14F-4D97-AF65-F5344CB8AC3E}">
        <p14:creationId xmlns:p14="http://schemas.microsoft.com/office/powerpoint/2010/main" val="3014818974"/>
      </p:ext>
    </p:extLst>
  </p:cSld>
  <p:clrMap bg1="lt1" tx1="dk1" bg2="lt2" tx2="dk2" accent1="accent1" accent2="accent2" accent3="accent3" accent4="accent4" accent5="accent5" accent6="accent6" hlink="hlink" folHlink="folHlink"/>
  <p:sldLayoutIdLst>
    <p:sldLayoutId id="2147483655" r:id="rId1"/>
  </p:sldLayoutIdLst>
  <p:hf hdr="0" dt="0"/>
  <p:txStyles>
    <p:titleStyle>
      <a:lvl1pPr algn="l" defTabSz="914400" rtl="0" eaLnBrk="1" latinLnBrk="0" hangingPunct="1">
        <a:lnSpc>
          <a:spcPct val="90000"/>
        </a:lnSpc>
        <a:spcBef>
          <a:spcPct val="0"/>
        </a:spcBef>
        <a:buNone/>
        <a:defRPr kumimoji="1" lang="zh-CN" altLang="en-US" sz="2000" b="1" kern="1200" baseline="0" dirty="0" smtClean="0">
          <a:solidFill>
            <a:srgbClr val="F8F6FB"/>
          </a:solidFill>
          <a:latin typeface="Arial" panose="020B0604020202020204" pitchFamily="34" charset="0"/>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baseline="0">
          <a:solidFill>
            <a:srgbClr val="F8F5FB"/>
          </a:solidFill>
          <a:latin typeface="Calibri" panose="020F0502020204030204" pitchFamily="34" charset="0"/>
          <a:ea typeface="微软雅黑"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rgbClr val="D6D9DF"/>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slideLayout" Target="../slideLayouts/slideLayout6.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notesSlide" Target="../notesSlides/notesSlide1.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chart" Target="../charts/chart1.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chart" Target="../charts/chart4.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VCG41N1370099955拷贝.jpg" descr="VCG41N1370099955拷贝.jpg">
            <a:extLst>
              <a:ext uri="{FF2B5EF4-FFF2-40B4-BE49-F238E27FC236}">
                <a16:creationId xmlns:a16="http://schemas.microsoft.com/office/drawing/2014/main" id="{EE5885DC-8F27-C1E6-5D0C-1722E4028C21}"/>
              </a:ext>
            </a:extLst>
          </p:cNvPr>
          <p:cNvPicPr>
            <a:picLocks noChangeAspect="1"/>
          </p:cNvPicPr>
          <p:nvPr/>
        </p:nvPicPr>
        <p:blipFill>
          <a:blip r:embed="rId2"/>
          <a:srcRect l="209" r="247" b="11865"/>
          <a:stretch>
            <a:fillRect/>
          </a:stretch>
        </p:blipFill>
        <p:spPr>
          <a:xfrm>
            <a:off x="1" y="1"/>
            <a:ext cx="12192000" cy="6858000"/>
          </a:xfrm>
          <a:prstGeom prst="rect">
            <a:avLst/>
          </a:prstGeom>
          <a:ln w="12700">
            <a:miter lim="400000"/>
          </a:ln>
        </p:spPr>
      </p:pic>
      <p:sp>
        <p:nvSpPr>
          <p:cNvPr id="2" name="文本框 1">
            <a:extLst>
              <a:ext uri="{FF2B5EF4-FFF2-40B4-BE49-F238E27FC236}">
                <a16:creationId xmlns:a16="http://schemas.microsoft.com/office/drawing/2014/main" id="{904063F7-E86C-6FCA-75E3-7CB1C5C3E09C}"/>
              </a:ext>
            </a:extLst>
          </p:cNvPr>
          <p:cNvSpPr txBox="1"/>
          <p:nvPr/>
        </p:nvSpPr>
        <p:spPr>
          <a:xfrm>
            <a:off x="1299028" y="2844225"/>
            <a:ext cx="9593943"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rPr>
              <a:t>2026</a:t>
            </a:r>
            <a:r>
              <a:rPr kumimoji="0" lang="zh-CN" altLang="en-US" sz="3200"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rPr>
              <a:t>年上半年蒙西</a:t>
            </a:r>
            <a:r>
              <a:rPr lang="zh-CN" altLang="en-US" sz="3200">
                <a:solidFill>
                  <a:schemeClr val="bg1"/>
                </a:solidFill>
                <a:latin typeface="微软雅黑" panose="020B0503020204020204" pitchFamily="34" charset="-122"/>
                <a:ea typeface="微软雅黑" panose="020B0503020204020204" pitchFamily="34" charset="-122"/>
              </a:rPr>
              <a:t>储能场站运营</a:t>
            </a:r>
            <a:r>
              <a:rPr kumimoji="0" lang="zh-CN" altLang="en-US" sz="3200"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rPr>
              <a:t>复盘</a:t>
            </a:r>
            <a:endParaRPr kumimoji="0" lang="en-US" altLang="zh-CN" sz="3200"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3" name="文本框 2">
            <a:extLst>
              <a:ext uri="{FF2B5EF4-FFF2-40B4-BE49-F238E27FC236}">
                <a16:creationId xmlns:a16="http://schemas.microsoft.com/office/drawing/2014/main" id="{96BBA996-9EB9-453D-8E5D-8DE83D9C36A1}"/>
              </a:ext>
            </a:extLst>
          </p:cNvPr>
          <p:cNvSpPr txBox="1"/>
          <p:nvPr/>
        </p:nvSpPr>
        <p:spPr>
          <a:xfrm>
            <a:off x="1299028" y="3994029"/>
            <a:ext cx="9593943"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1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2026.7</a:t>
            </a:r>
            <a:endParaRPr kumimoji="0" lang="zh-CN" altLang="en-US" sz="1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650833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PA_MH_Others_1"/>
          <p:cNvSpPr txBox="1"/>
          <p:nvPr>
            <p:custDataLst>
              <p:tags r:id="rId1"/>
            </p:custDataLst>
          </p:nvPr>
        </p:nvSpPr>
        <p:spPr>
          <a:xfrm>
            <a:off x="1616485" y="2051050"/>
            <a:ext cx="1435100" cy="2755900"/>
          </a:xfrm>
          <a:prstGeom prst="rect">
            <a:avLst/>
          </a:prstGeom>
          <a:noFill/>
        </p:spPr>
        <p:txBody>
          <a:bodyPr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6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ea"/>
                <a:sym typeface="+mn-lt"/>
              </a:rPr>
              <a:t>目</a:t>
            </a:r>
            <a:endParaRPr kumimoji="0" lang="en-US" altLang="zh-CN" sz="6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6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ea"/>
                <a:sym typeface="+mn-lt"/>
              </a:rPr>
              <a:t>录</a:t>
            </a:r>
          </a:p>
        </p:txBody>
      </p:sp>
      <p:sp>
        <p:nvSpPr>
          <p:cNvPr id="10" name="PA_MH_Others_2"/>
          <p:cNvSpPr txBox="1"/>
          <p:nvPr>
            <p:custDataLst>
              <p:tags r:id="rId2"/>
            </p:custDataLst>
          </p:nvPr>
        </p:nvSpPr>
        <p:spPr>
          <a:xfrm rot="5400000">
            <a:off x="-172875" y="3167390"/>
            <a:ext cx="3693432"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400" normalizeH="0" baseline="0" noProof="0">
                <a:ln>
                  <a:noFill/>
                </a:ln>
                <a:solidFill>
                  <a:srgbClr val="4472C4"/>
                </a:solidFill>
                <a:effectLst/>
                <a:uLnTx/>
                <a:uFillTx/>
                <a:latin typeface="等线" panose="02010600030101010101" charset="-122"/>
                <a:ea typeface="等线" panose="02010600030101010101" charset="-122"/>
                <a:cs typeface="+mn-ea"/>
                <a:sym typeface="+mn-lt"/>
              </a:rPr>
              <a:t>CONTENTS</a:t>
            </a:r>
            <a:endParaRPr kumimoji="0" lang="zh-CN" altLang="en-US" sz="2800" b="0" i="0" u="none" strike="noStrike" kern="1200" cap="none" spc="400" normalizeH="0" baseline="0" noProof="0">
              <a:ln>
                <a:noFill/>
              </a:ln>
              <a:solidFill>
                <a:srgbClr val="4472C4"/>
              </a:solidFill>
              <a:effectLst/>
              <a:uLnTx/>
              <a:uFillTx/>
              <a:latin typeface="等线" panose="02010600030101010101" charset="-122"/>
              <a:ea typeface="等线" panose="02010600030101010101" charset="-122"/>
              <a:cs typeface="+mn-ea"/>
              <a:sym typeface="+mn-lt"/>
            </a:endParaRPr>
          </a:p>
        </p:txBody>
      </p:sp>
      <p:grpSp>
        <p:nvGrpSpPr>
          <p:cNvPr id="8" name="组合 7"/>
          <p:cNvGrpSpPr/>
          <p:nvPr>
            <p:custDataLst>
              <p:tags r:id="rId3"/>
            </p:custDataLst>
          </p:nvPr>
        </p:nvGrpSpPr>
        <p:grpSpPr>
          <a:xfrm>
            <a:off x="4047916" y="1243589"/>
            <a:ext cx="6183086" cy="504000"/>
            <a:chOff x="4237474" y="563966"/>
            <a:chExt cx="6183086" cy="504000"/>
          </a:xfrm>
        </p:grpSpPr>
        <p:sp>
          <p:nvSpPr>
            <p:cNvPr id="11" name="MH_Entry_1"/>
            <p:cNvSpPr/>
            <p:nvPr>
              <p:custDataLst>
                <p:tags r:id="rId16"/>
              </p:custDataLst>
            </p:nvPr>
          </p:nvSpPr>
          <p:spPr>
            <a:xfrm>
              <a:off x="4237474" y="563966"/>
              <a:ext cx="6183086" cy="504000"/>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2520280" y="0"/>
                  </a:lnTo>
                  <a:lnTo>
                    <a:pt x="0" y="0"/>
                  </a:lnTo>
                  <a:close/>
                </a:path>
              </a:pathLst>
            </a:custGeom>
            <a:noFill/>
            <a:ln w="3175" cap="sq" cmpd="sng" algn="ctr">
              <a:solidFill>
                <a:schemeClr val="bg2">
                  <a:lumMod val="90000"/>
                </a:schemeClr>
              </a:solidFill>
              <a:prstDash val="solid"/>
              <a:bevel/>
            </a:ln>
            <a:effectLst/>
          </p:spPr>
          <p:txBody>
            <a:bodyPr wrap="square" lIns="576000" tIns="0" rIns="0" bIns="36000" rtlCol="0" anchor="ctr">
              <a:norm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0" cap="none" spc="6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ea"/>
                  <a:sym typeface="+mn-lt"/>
                </a:rPr>
                <a:t>   蒙西储能运营收益总览 </a:t>
              </a:r>
            </a:p>
          </p:txBody>
        </p:sp>
        <p:sp>
          <p:nvSpPr>
            <p:cNvPr id="12" name="矩形 11"/>
            <p:cNvSpPr/>
            <p:nvPr>
              <p:custDataLst>
                <p:tags r:id="rId17"/>
              </p:custDataLst>
            </p:nvPr>
          </p:nvSpPr>
          <p:spPr>
            <a:xfrm>
              <a:off x="4237474" y="599966"/>
              <a:ext cx="648000" cy="432000"/>
            </a:xfrm>
            <a:prstGeom prst="rect">
              <a:avLst/>
            </a:prstGeom>
            <a:solidFill>
              <a:srgbClr val="4472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1</a:t>
              </a:r>
              <a:endParaRPr kumimoji="0" lang="zh-CN" altLang="en-US" sz="16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13" name="组合 12"/>
          <p:cNvGrpSpPr/>
          <p:nvPr>
            <p:custDataLst>
              <p:tags r:id="rId4"/>
            </p:custDataLst>
          </p:nvPr>
        </p:nvGrpSpPr>
        <p:grpSpPr>
          <a:xfrm>
            <a:off x="4047916" y="2869769"/>
            <a:ext cx="6183086" cy="504000"/>
            <a:chOff x="4237474" y="563966"/>
            <a:chExt cx="6183086" cy="504000"/>
          </a:xfrm>
        </p:grpSpPr>
        <p:sp>
          <p:nvSpPr>
            <p:cNvPr id="14" name="MH_Entry_1"/>
            <p:cNvSpPr/>
            <p:nvPr>
              <p:custDataLst>
                <p:tags r:id="rId14"/>
              </p:custDataLst>
            </p:nvPr>
          </p:nvSpPr>
          <p:spPr>
            <a:xfrm>
              <a:off x="4237474" y="563966"/>
              <a:ext cx="6183086" cy="504000"/>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2520280" y="0"/>
                  </a:lnTo>
                  <a:lnTo>
                    <a:pt x="0" y="0"/>
                  </a:lnTo>
                  <a:close/>
                </a:path>
              </a:pathLst>
            </a:custGeom>
            <a:noFill/>
            <a:ln w="3175" cap="sq" cmpd="sng" algn="ctr">
              <a:solidFill>
                <a:schemeClr val="bg2">
                  <a:lumMod val="90000"/>
                </a:schemeClr>
              </a:solidFill>
              <a:prstDash val="solid"/>
              <a:bevel/>
            </a:ln>
            <a:effectLst/>
          </p:spPr>
          <p:txBody>
            <a:bodyPr wrap="square" lIns="576000" tIns="0" rIns="0" bIns="36000" rtlCol="0" anchor="ctr">
              <a:norm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0" cap="none" spc="6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ea"/>
                  <a:sym typeface="+mn-lt"/>
                </a:rPr>
                <a:t>   当前蒙西各场站运营问题与应对方式</a:t>
              </a:r>
            </a:p>
          </p:txBody>
        </p:sp>
        <p:sp>
          <p:nvSpPr>
            <p:cNvPr id="15" name="矩形 14"/>
            <p:cNvSpPr/>
            <p:nvPr>
              <p:custDataLst>
                <p:tags r:id="rId15"/>
              </p:custDataLst>
            </p:nvPr>
          </p:nvSpPr>
          <p:spPr>
            <a:xfrm>
              <a:off x="4237474" y="599966"/>
              <a:ext cx="648000" cy="432000"/>
            </a:xfrm>
            <a:prstGeom prst="rect">
              <a:avLst/>
            </a:prstGeom>
            <a:solidFill>
              <a:srgbClr val="4472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3</a:t>
              </a:r>
              <a:endParaRPr kumimoji="0" lang="zh-CN" altLang="en-US" sz="16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16" name="组合 15"/>
          <p:cNvGrpSpPr/>
          <p:nvPr>
            <p:custDataLst>
              <p:tags r:id="rId5"/>
            </p:custDataLst>
          </p:nvPr>
        </p:nvGrpSpPr>
        <p:grpSpPr>
          <a:xfrm>
            <a:off x="4047916" y="3682859"/>
            <a:ext cx="6183086" cy="504000"/>
            <a:chOff x="4237474" y="563966"/>
            <a:chExt cx="6183086" cy="504000"/>
          </a:xfrm>
        </p:grpSpPr>
        <p:sp>
          <p:nvSpPr>
            <p:cNvPr id="17" name="MH_Entry_1"/>
            <p:cNvSpPr/>
            <p:nvPr>
              <p:custDataLst>
                <p:tags r:id="rId12"/>
              </p:custDataLst>
            </p:nvPr>
          </p:nvSpPr>
          <p:spPr>
            <a:xfrm>
              <a:off x="4237474" y="563966"/>
              <a:ext cx="6183086" cy="504000"/>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2520280" y="0"/>
                  </a:lnTo>
                  <a:lnTo>
                    <a:pt x="0" y="0"/>
                  </a:lnTo>
                  <a:close/>
                </a:path>
              </a:pathLst>
            </a:custGeom>
            <a:noFill/>
            <a:ln w="3175" cap="sq" cmpd="sng" algn="ctr">
              <a:solidFill>
                <a:schemeClr val="bg2">
                  <a:lumMod val="90000"/>
                </a:schemeClr>
              </a:solidFill>
              <a:prstDash val="solid"/>
              <a:bevel/>
            </a:ln>
            <a:effectLst/>
          </p:spPr>
          <p:txBody>
            <a:bodyPr wrap="square" lIns="576000" tIns="0" rIns="0" bIns="36000" rtlCol="0" anchor="ctr">
              <a:norm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0" cap="none" spc="6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ea"/>
                  <a:sym typeface="+mn-lt"/>
                </a:rPr>
                <a:t>   蒙西储能场站交易策略</a:t>
              </a:r>
            </a:p>
          </p:txBody>
        </p:sp>
        <p:sp>
          <p:nvSpPr>
            <p:cNvPr id="18" name="矩形 17"/>
            <p:cNvSpPr/>
            <p:nvPr>
              <p:custDataLst>
                <p:tags r:id="rId13"/>
              </p:custDataLst>
            </p:nvPr>
          </p:nvSpPr>
          <p:spPr>
            <a:xfrm>
              <a:off x="4237474" y="599966"/>
              <a:ext cx="648000" cy="432000"/>
            </a:xfrm>
            <a:prstGeom prst="rect">
              <a:avLst/>
            </a:prstGeom>
            <a:solidFill>
              <a:srgbClr val="4472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4</a:t>
              </a:r>
              <a:endParaRPr kumimoji="0" lang="zh-CN" altLang="en-US" sz="16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19" name="组合 18"/>
          <p:cNvGrpSpPr/>
          <p:nvPr>
            <p:custDataLst>
              <p:tags r:id="rId6"/>
            </p:custDataLst>
          </p:nvPr>
        </p:nvGrpSpPr>
        <p:grpSpPr>
          <a:xfrm>
            <a:off x="4047916" y="4495948"/>
            <a:ext cx="6183086" cy="504000"/>
            <a:chOff x="4237474" y="563966"/>
            <a:chExt cx="6183086" cy="504000"/>
          </a:xfrm>
        </p:grpSpPr>
        <p:sp>
          <p:nvSpPr>
            <p:cNvPr id="20" name="MH_Entry_1"/>
            <p:cNvSpPr/>
            <p:nvPr>
              <p:custDataLst>
                <p:tags r:id="rId10"/>
              </p:custDataLst>
            </p:nvPr>
          </p:nvSpPr>
          <p:spPr>
            <a:xfrm>
              <a:off x="4237474" y="563966"/>
              <a:ext cx="6183086" cy="504000"/>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2520280" y="0"/>
                  </a:lnTo>
                  <a:lnTo>
                    <a:pt x="0" y="0"/>
                  </a:lnTo>
                  <a:close/>
                </a:path>
              </a:pathLst>
            </a:custGeom>
            <a:noFill/>
            <a:ln w="3175" cap="sq" cmpd="sng" algn="ctr">
              <a:solidFill>
                <a:schemeClr val="bg2">
                  <a:lumMod val="90000"/>
                </a:schemeClr>
              </a:solidFill>
              <a:prstDash val="solid"/>
              <a:bevel/>
            </a:ln>
            <a:effectLst/>
          </p:spPr>
          <p:txBody>
            <a:bodyPr wrap="square" lIns="576000" tIns="0" rIns="0" bIns="36000" rtlCol="0" anchor="ctr">
              <a:norm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0" cap="none" spc="6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ea"/>
                  <a:sym typeface="+mn-lt"/>
                </a:rPr>
                <a:t>   市场展望与下一步计划</a:t>
              </a:r>
            </a:p>
          </p:txBody>
        </p:sp>
        <p:sp>
          <p:nvSpPr>
            <p:cNvPr id="21" name="矩形 20"/>
            <p:cNvSpPr/>
            <p:nvPr>
              <p:custDataLst>
                <p:tags r:id="rId11"/>
              </p:custDataLst>
            </p:nvPr>
          </p:nvSpPr>
          <p:spPr>
            <a:xfrm>
              <a:off x="4237474" y="599966"/>
              <a:ext cx="648000" cy="432000"/>
            </a:xfrm>
            <a:prstGeom prst="rect">
              <a:avLst/>
            </a:prstGeom>
            <a:solidFill>
              <a:srgbClr val="4472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5</a:t>
              </a:r>
              <a:endParaRPr kumimoji="0" lang="zh-CN" altLang="en-US" sz="16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2" name="组合 1"/>
          <p:cNvGrpSpPr/>
          <p:nvPr>
            <p:custDataLst>
              <p:tags r:id="rId7"/>
            </p:custDataLst>
          </p:nvPr>
        </p:nvGrpSpPr>
        <p:grpSpPr>
          <a:xfrm>
            <a:off x="4047916" y="2056679"/>
            <a:ext cx="6183086" cy="504000"/>
            <a:chOff x="4237474" y="563966"/>
            <a:chExt cx="6183086" cy="504000"/>
          </a:xfrm>
        </p:grpSpPr>
        <p:sp>
          <p:nvSpPr>
            <p:cNvPr id="3" name="MH_Entry_1"/>
            <p:cNvSpPr/>
            <p:nvPr>
              <p:custDataLst>
                <p:tags r:id="rId8"/>
              </p:custDataLst>
            </p:nvPr>
          </p:nvSpPr>
          <p:spPr>
            <a:xfrm>
              <a:off x="4237474" y="563966"/>
              <a:ext cx="6183086" cy="504000"/>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2520280" y="0"/>
                  </a:lnTo>
                  <a:lnTo>
                    <a:pt x="0" y="0"/>
                  </a:lnTo>
                  <a:close/>
                </a:path>
              </a:pathLst>
            </a:custGeom>
            <a:noFill/>
            <a:ln w="3175" cap="sq" cmpd="sng" algn="ctr">
              <a:solidFill>
                <a:schemeClr val="bg2">
                  <a:lumMod val="90000"/>
                </a:schemeClr>
              </a:solidFill>
              <a:prstDash val="solid"/>
              <a:bevel/>
            </a:ln>
            <a:effectLst/>
          </p:spPr>
          <p:txBody>
            <a:bodyPr wrap="square" lIns="576000" tIns="0" rIns="0" bIns="36000" rtlCol="0" anchor="ctr">
              <a:norm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0" cap="none" spc="6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ea"/>
                  <a:sym typeface="+mn-lt"/>
                </a:rPr>
                <a:t>   蒙西储能运营收益对比分析</a:t>
              </a:r>
            </a:p>
          </p:txBody>
        </p:sp>
        <p:sp>
          <p:nvSpPr>
            <p:cNvPr id="4" name="矩形 3"/>
            <p:cNvSpPr/>
            <p:nvPr>
              <p:custDataLst>
                <p:tags r:id="rId9"/>
              </p:custDataLst>
            </p:nvPr>
          </p:nvSpPr>
          <p:spPr>
            <a:xfrm>
              <a:off x="4237474" y="599966"/>
              <a:ext cx="648000" cy="432000"/>
            </a:xfrm>
            <a:prstGeom prst="rect">
              <a:avLst/>
            </a:prstGeom>
            <a:solidFill>
              <a:srgbClr val="4472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2</a:t>
              </a:r>
              <a:endParaRPr kumimoji="0" lang="zh-CN" altLang="en-US" sz="16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51A0F-F0FA-6FE7-DCE8-92FFF74CBA09}"/>
            </a:ext>
          </a:extLst>
        </p:cNvPr>
        <p:cNvGrpSpPr/>
        <p:nvPr/>
      </p:nvGrpSpPr>
      <p:grpSpPr>
        <a:xfrm>
          <a:off x="0" y="0"/>
          <a:ext cx="0" cy="0"/>
          <a:chOff x="0" y="0"/>
          <a:chExt cx="0" cy="0"/>
        </a:xfrm>
      </p:grpSpPr>
      <p:sp>
        <p:nvSpPr>
          <p:cNvPr id="28" name="文本框 27">
            <a:extLst>
              <a:ext uri="{FF2B5EF4-FFF2-40B4-BE49-F238E27FC236}">
                <a16:creationId xmlns:a16="http://schemas.microsoft.com/office/drawing/2014/main" id="{408ECA02-B288-1B6D-DA67-BE071AAC274A}"/>
              </a:ext>
            </a:extLst>
          </p:cNvPr>
          <p:cNvSpPr txBox="1"/>
          <p:nvPr/>
        </p:nvSpPr>
        <p:spPr>
          <a:xfrm>
            <a:off x="75001" y="5737413"/>
            <a:ext cx="943983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a:solidFill>
                  <a:prstClr val="black"/>
                </a:solidFill>
                <a:latin typeface="微软雅黑" panose="020B0503020204020204" pitchFamily="34" charset="-122"/>
                <a:ea typeface="微软雅黑" panose="020B0503020204020204" pitchFamily="34" charset="-122"/>
              </a:rPr>
              <a:t>*</a:t>
            </a:r>
            <a:r>
              <a:rPr lang="zh-CN" altLang="en-US" sz="1200">
                <a:solidFill>
                  <a:prstClr val="black"/>
                </a:solidFill>
                <a:latin typeface="微软雅黑" panose="020B0503020204020204" pitchFamily="34" charset="-122"/>
                <a:ea typeface="微软雅黑" panose="020B0503020204020204" pitchFamily="34" charset="-122"/>
              </a:rPr>
              <a:t>实际收益</a:t>
            </a:r>
            <a:r>
              <a:rPr lang="en-US" altLang="zh-CN" sz="1200">
                <a:solidFill>
                  <a:prstClr val="black"/>
                </a:solidFill>
                <a:latin typeface="微软雅黑" panose="020B0503020204020204" pitchFamily="34" charset="-122"/>
                <a:ea typeface="微软雅黑" panose="020B0503020204020204" pitchFamily="34" charset="-122"/>
              </a:rPr>
              <a:t>=</a:t>
            </a:r>
            <a:r>
              <a:rPr lang="zh-CN" altLang="en-US" sz="1200">
                <a:solidFill>
                  <a:prstClr val="black"/>
                </a:solidFill>
                <a:latin typeface="微软雅黑" panose="020B0503020204020204" pitchFamily="34" charset="-122"/>
                <a:ea typeface="微软雅黑" panose="020B0503020204020204" pitchFamily="34" charset="-122"/>
              </a:rPr>
              <a:t>现货收益</a:t>
            </a:r>
            <a:r>
              <a:rPr lang="en-US" altLang="zh-CN" sz="1200">
                <a:solidFill>
                  <a:prstClr val="black"/>
                </a:solidFill>
                <a:latin typeface="微软雅黑" panose="020B0503020204020204" pitchFamily="34" charset="-122"/>
                <a:ea typeface="微软雅黑" panose="020B0503020204020204" pitchFamily="34" charset="-122"/>
              </a:rPr>
              <a:t>+</a:t>
            </a:r>
            <a:r>
              <a:rPr lang="zh-CN" altLang="en-US" sz="1200">
                <a:solidFill>
                  <a:prstClr val="black"/>
                </a:solidFill>
                <a:latin typeface="微软雅黑" panose="020B0503020204020204" pitchFamily="34" charset="-122"/>
                <a:ea typeface="微软雅黑" panose="020B0503020204020204" pitchFamily="34" charset="-122"/>
              </a:rPr>
              <a:t>容量补偿</a:t>
            </a:r>
            <a:r>
              <a:rPr lang="en-US" altLang="zh-CN" sz="1200">
                <a:solidFill>
                  <a:prstClr val="black"/>
                </a:solidFill>
                <a:latin typeface="微软雅黑" panose="020B0503020204020204" pitchFamily="34" charset="-122"/>
                <a:ea typeface="微软雅黑" panose="020B0503020204020204" pitchFamily="34" charset="-122"/>
              </a:rPr>
              <a:t>-</a:t>
            </a:r>
            <a:r>
              <a:rPr lang="zh-CN" altLang="en-US" sz="1200">
                <a:solidFill>
                  <a:prstClr val="black"/>
                </a:solidFill>
                <a:latin typeface="微软雅黑" panose="020B0503020204020204" pitchFamily="34" charset="-122"/>
                <a:ea typeface="微软雅黑" panose="020B0503020204020204" pitchFamily="34" charset="-122"/>
              </a:rPr>
              <a:t>系统运行费</a:t>
            </a:r>
            <a:r>
              <a:rPr lang="en-US" altLang="zh-CN" sz="1200">
                <a:solidFill>
                  <a:prstClr val="black"/>
                </a:solidFill>
                <a:latin typeface="微软雅黑" panose="020B0503020204020204" pitchFamily="34" charset="-122"/>
                <a:ea typeface="微软雅黑" panose="020B0503020204020204" pitchFamily="34" charset="-122"/>
              </a:rPr>
              <a:t>-</a:t>
            </a:r>
            <a:r>
              <a:rPr lang="zh-CN" altLang="en-US" sz="1200">
                <a:solidFill>
                  <a:prstClr val="black"/>
                </a:solidFill>
                <a:latin typeface="微软雅黑" panose="020B0503020204020204" pitchFamily="34" charset="-122"/>
                <a:ea typeface="微软雅黑" panose="020B0503020204020204" pitchFamily="34" charset="-122"/>
              </a:rPr>
              <a:t>线损费用</a:t>
            </a:r>
            <a:endParaRPr lang="en-US" altLang="zh-CN" sz="1200">
              <a:solidFill>
                <a:prstClr val="black"/>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lang="zh-CN" altLang="en-US" sz="1200">
                <a:solidFill>
                  <a:prstClr val="black"/>
                </a:solidFill>
                <a:latin typeface="微软雅黑" panose="020B0503020204020204" pitchFamily="34" charset="-122"/>
                <a:ea typeface="微软雅黑" panose="020B0503020204020204" pitchFamily="34" charset="-122"/>
              </a:rPr>
              <a:t>场站</a:t>
            </a:r>
            <a:r>
              <a:rPr kumimoji="0" lang="zh-CN" altLang="en-US" sz="120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数据来源皆为每月月度电网结算单</a:t>
            </a:r>
          </a:p>
        </p:txBody>
      </p:sp>
      <p:sp>
        <p:nvSpPr>
          <p:cNvPr id="2" name="矩形 1">
            <a:extLst>
              <a:ext uri="{FF2B5EF4-FFF2-40B4-BE49-F238E27FC236}">
                <a16:creationId xmlns:a16="http://schemas.microsoft.com/office/drawing/2014/main" id="{25BA9953-F84E-7204-80D6-1BCC45B968B4}"/>
              </a:ext>
            </a:extLst>
          </p:cNvPr>
          <p:cNvSpPr/>
          <p:nvPr/>
        </p:nvSpPr>
        <p:spPr>
          <a:xfrm>
            <a:off x="0" y="0"/>
            <a:ext cx="12192000" cy="574177"/>
          </a:xfrm>
          <a:prstGeom prst="rect">
            <a:avLst/>
          </a:prstGeom>
          <a:solidFill>
            <a:srgbClr val="3B3B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DengXian"/>
              <a:ea typeface="DengXian" panose="02010600030101010101" pitchFamily="2" charset="-122"/>
              <a:cs typeface="+mn-cs"/>
            </a:endParaRPr>
          </a:p>
        </p:txBody>
      </p:sp>
      <p:sp>
        <p:nvSpPr>
          <p:cNvPr id="6" name="文本框 5">
            <a:extLst>
              <a:ext uri="{FF2B5EF4-FFF2-40B4-BE49-F238E27FC236}">
                <a16:creationId xmlns:a16="http://schemas.microsoft.com/office/drawing/2014/main" id="{083540AA-68C1-8FB5-142F-06E4F0030D36}"/>
              </a:ext>
            </a:extLst>
          </p:cNvPr>
          <p:cNvSpPr txBox="1"/>
          <p:nvPr/>
        </p:nvSpPr>
        <p:spPr>
          <a:xfrm>
            <a:off x="126998" y="102938"/>
            <a:ext cx="938783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1. </a:t>
            </a:r>
            <a:r>
              <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蒙西储能运营收益总览 </a:t>
            </a:r>
            <a:r>
              <a:rPr lang="en-US" altLang="zh-CN" sz="1600">
                <a:solidFill>
                  <a:schemeClr val="accent4">
                    <a:lumMod val="20000"/>
                    <a:lumOff val="80000"/>
                  </a:schemeClr>
                </a:solidFill>
                <a:latin typeface="微软雅黑" panose="020B0503020204020204" pitchFamily="34" charset="-122"/>
                <a:ea typeface="微软雅黑" panose="020B0503020204020204" pitchFamily="34" charset="-122"/>
              </a:rPr>
              <a:t>–</a:t>
            </a:r>
            <a:r>
              <a:rPr lang="zh-CN" altLang="en-US" sz="1600">
                <a:solidFill>
                  <a:schemeClr val="accent4">
                    <a:lumMod val="20000"/>
                    <a:lumOff val="80000"/>
                  </a:schemeClr>
                </a:solidFill>
                <a:latin typeface="微软雅黑" panose="020B0503020204020204" pitchFamily="34" charset="-122"/>
                <a:ea typeface="微软雅黑" panose="020B0503020204020204" pitchFamily="34" charset="-122"/>
              </a:rPr>
              <a:t>受蒙西市场约束收紧影响，</a:t>
            </a:r>
            <a:r>
              <a:rPr lang="en-US" altLang="zh-CN" sz="1600">
                <a:solidFill>
                  <a:schemeClr val="accent4">
                    <a:lumMod val="20000"/>
                    <a:lumOff val="80000"/>
                  </a:schemeClr>
                </a:solidFill>
                <a:latin typeface="微软雅黑" panose="020B0503020204020204" pitchFamily="34" charset="-122"/>
                <a:ea typeface="微软雅黑" panose="020B0503020204020204" pitchFamily="34" charset="-122"/>
              </a:rPr>
              <a:t>2026</a:t>
            </a:r>
            <a:r>
              <a:rPr lang="zh-CN" altLang="en-US" sz="1600">
                <a:solidFill>
                  <a:schemeClr val="accent4">
                    <a:lumMod val="20000"/>
                    <a:lumOff val="80000"/>
                  </a:schemeClr>
                </a:solidFill>
                <a:latin typeface="微软雅黑" panose="020B0503020204020204" pitchFamily="34" charset="-122"/>
                <a:ea typeface="微软雅黑" panose="020B0503020204020204" pitchFamily="34" charset="-122"/>
              </a:rPr>
              <a:t>年收益较</a:t>
            </a:r>
            <a:r>
              <a:rPr lang="en-US" altLang="zh-CN" sz="1600">
                <a:solidFill>
                  <a:schemeClr val="accent4">
                    <a:lumMod val="20000"/>
                    <a:lumOff val="80000"/>
                  </a:schemeClr>
                </a:solidFill>
                <a:latin typeface="微软雅黑" panose="020B0503020204020204" pitchFamily="34" charset="-122"/>
                <a:ea typeface="微软雅黑" panose="020B0503020204020204" pitchFamily="34" charset="-122"/>
              </a:rPr>
              <a:t>2025</a:t>
            </a:r>
            <a:r>
              <a:rPr lang="zh-CN" altLang="en-US" sz="1600">
                <a:solidFill>
                  <a:schemeClr val="accent4">
                    <a:lumMod val="20000"/>
                    <a:lumOff val="80000"/>
                  </a:schemeClr>
                </a:solidFill>
                <a:latin typeface="微软雅黑" panose="020B0503020204020204" pitchFamily="34" charset="-122"/>
                <a:ea typeface="微软雅黑" panose="020B0503020204020204" pitchFamily="34" charset="-122"/>
              </a:rPr>
              <a:t>年有所收缩</a:t>
            </a:r>
            <a:endParaRPr kumimoji="0" lang="zh-CN" altLang="en-US" sz="1800" b="0" i="0" u="none" strike="noStrike" kern="1200" cap="none" spc="0" normalizeH="0" baseline="0" noProof="0">
              <a:ln>
                <a:noFill/>
              </a:ln>
              <a:solidFill>
                <a:schemeClr val="accent4">
                  <a:lumMod val="20000"/>
                  <a:lumOff val="80000"/>
                </a:schemeClr>
              </a:solidFill>
              <a:effectLst/>
              <a:uLnTx/>
              <a:uFillTx/>
              <a:latin typeface="微软雅黑" panose="020B0503020204020204" pitchFamily="34" charset="-122"/>
              <a:ea typeface="微软雅黑" panose="020B0503020204020204" pitchFamily="34" charset="-122"/>
              <a:cs typeface="+mn-cs"/>
            </a:endParaRPr>
          </a:p>
        </p:txBody>
      </p:sp>
      <p:sp>
        <p:nvSpPr>
          <p:cNvPr id="24" name="文本框 23">
            <a:extLst>
              <a:ext uri="{FF2B5EF4-FFF2-40B4-BE49-F238E27FC236}">
                <a16:creationId xmlns:a16="http://schemas.microsoft.com/office/drawing/2014/main" id="{976D6A49-B7D5-DC3A-9397-43E46320B2A0}"/>
              </a:ext>
            </a:extLst>
          </p:cNvPr>
          <p:cNvSpPr txBox="1"/>
          <p:nvPr/>
        </p:nvSpPr>
        <p:spPr>
          <a:xfrm>
            <a:off x="126998" y="813816"/>
            <a:ext cx="11668761" cy="4946380"/>
          </a:xfrm>
          <a:prstGeom prst="rect">
            <a:avLst/>
          </a:prstGeom>
          <a:solidFill>
            <a:schemeClr val="bg1">
              <a:lumMod val="85000"/>
            </a:schemeClr>
          </a:solidFill>
        </p:spPr>
        <p:txBody>
          <a:bodyPr wrap="square" rtlCol="0" anchor="ctr" anchorCtr="0">
            <a:noAutofit/>
          </a:bodyPr>
          <a:lstStyle/>
          <a:p>
            <a:pPr marL="0"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a:pPr>
            <a:endParaRPr kumimoji="0" lang="en-US" altLang="zh-CN" sz="11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mn-ea"/>
            </a:endParaRPr>
          </a:p>
        </p:txBody>
      </p:sp>
      <p:sp>
        <p:nvSpPr>
          <p:cNvPr id="3" name="文本框 2">
            <a:extLst>
              <a:ext uri="{FF2B5EF4-FFF2-40B4-BE49-F238E27FC236}">
                <a16:creationId xmlns:a16="http://schemas.microsoft.com/office/drawing/2014/main" id="{6491A6B5-EC8D-3282-3822-184802BE4C11}"/>
              </a:ext>
            </a:extLst>
          </p:cNvPr>
          <p:cNvSpPr txBox="1"/>
          <p:nvPr/>
        </p:nvSpPr>
        <p:spPr>
          <a:xfrm>
            <a:off x="201168" y="889754"/>
            <a:ext cx="503123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a:solidFill>
                  <a:prstClr val="black"/>
                </a:solidFill>
                <a:latin typeface="微软雅黑" panose="020B0503020204020204" pitchFamily="34" charset="-122"/>
                <a:ea typeface="微软雅黑" panose="020B0503020204020204" pitchFamily="34" charset="-122"/>
              </a:rPr>
              <a:t>2026</a:t>
            </a:r>
            <a:r>
              <a:rPr lang="zh-CN" altLang="en-US" b="1">
                <a:solidFill>
                  <a:prstClr val="black"/>
                </a:solidFill>
                <a:latin typeface="微软雅黑" panose="020B0503020204020204" pitchFamily="34" charset="-122"/>
                <a:ea typeface="微软雅黑" panose="020B0503020204020204" pitchFamily="34" charset="-122"/>
              </a:rPr>
              <a:t>年</a:t>
            </a:r>
            <a:r>
              <a:rPr lang="en-US" altLang="zh-CN" b="1">
                <a:solidFill>
                  <a:prstClr val="black"/>
                </a:solidFill>
                <a:latin typeface="微软雅黑" panose="020B0503020204020204" pitchFamily="34" charset="-122"/>
                <a:ea typeface="微软雅黑" panose="020B0503020204020204" pitchFamily="34" charset="-122"/>
              </a:rPr>
              <a:t>1-5</a:t>
            </a:r>
            <a:r>
              <a:rPr lang="zh-CN" altLang="en-US" b="1">
                <a:solidFill>
                  <a:prstClr val="black"/>
                </a:solidFill>
                <a:latin typeface="微软雅黑" panose="020B0503020204020204" pitchFamily="34" charset="-122"/>
                <a:ea typeface="微软雅黑" panose="020B0503020204020204" pitchFamily="34" charset="-122"/>
              </a:rPr>
              <a:t>月各场站实际收益情况</a:t>
            </a:r>
            <a:endParaRPr kumimoji="0" lang="zh-CN" altLang="en-US"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16" name="表格 15">
            <a:extLst>
              <a:ext uri="{FF2B5EF4-FFF2-40B4-BE49-F238E27FC236}">
                <a16:creationId xmlns:a16="http://schemas.microsoft.com/office/drawing/2014/main" id="{4F6E2FAF-3BCE-5D30-542F-FF747FB20FEB}"/>
              </a:ext>
            </a:extLst>
          </p:cNvPr>
          <p:cNvGraphicFramePr>
            <a:graphicFrameLocks noGrp="1"/>
          </p:cNvGraphicFramePr>
          <p:nvPr>
            <p:extLst>
              <p:ext uri="{D42A27DB-BD31-4B8C-83A1-F6EECF244321}">
                <p14:modId xmlns:p14="http://schemas.microsoft.com/office/powerpoint/2010/main" val="784416963"/>
              </p:ext>
            </p:extLst>
          </p:nvPr>
        </p:nvGraphicFramePr>
        <p:xfrm>
          <a:off x="268941" y="1299083"/>
          <a:ext cx="11303934" cy="4273559"/>
        </p:xfrm>
        <a:graphic>
          <a:graphicData uri="http://schemas.openxmlformats.org/drawingml/2006/table">
            <a:tbl>
              <a:tblPr firstRow="1" bandRow="1">
                <a:tableStyleId>{9D7B26C5-4107-4FEC-AEDC-1716B250A1EF}</a:tableStyleId>
              </a:tblPr>
              <a:tblGrid>
                <a:gridCol w="1882588">
                  <a:extLst>
                    <a:ext uri="{9D8B030D-6E8A-4147-A177-3AD203B41FA5}">
                      <a16:colId xmlns:a16="http://schemas.microsoft.com/office/drawing/2014/main" val="3449352912"/>
                    </a:ext>
                  </a:extLst>
                </a:gridCol>
                <a:gridCol w="905436">
                  <a:extLst>
                    <a:ext uri="{9D8B030D-6E8A-4147-A177-3AD203B41FA5}">
                      <a16:colId xmlns:a16="http://schemas.microsoft.com/office/drawing/2014/main" val="667949120"/>
                    </a:ext>
                  </a:extLst>
                </a:gridCol>
                <a:gridCol w="1479176">
                  <a:extLst>
                    <a:ext uri="{9D8B030D-6E8A-4147-A177-3AD203B41FA5}">
                      <a16:colId xmlns:a16="http://schemas.microsoft.com/office/drawing/2014/main" val="1643557065"/>
                    </a:ext>
                  </a:extLst>
                </a:gridCol>
                <a:gridCol w="910389">
                  <a:extLst>
                    <a:ext uri="{9D8B030D-6E8A-4147-A177-3AD203B41FA5}">
                      <a16:colId xmlns:a16="http://schemas.microsoft.com/office/drawing/2014/main" val="1946239545"/>
                    </a:ext>
                  </a:extLst>
                </a:gridCol>
                <a:gridCol w="1225269">
                  <a:extLst>
                    <a:ext uri="{9D8B030D-6E8A-4147-A177-3AD203B41FA5}">
                      <a16:colId xmlns:a16="http://schemas.microsoft.com/office/drawing/2014/main" val="3696247848"/>
                    </a:ext>
                  </a:extLst>
                </a:gridCol>
                <a:gridCol w="1225269">
                  <a:extLst>
                    <a:ext uri="{9D8B030D-6E8A-4147-A177-3AD203B41FA5}">
                      <a16:colId xmlns:a16="http://schemas.microsoft.com/office/drawing/2014/main" val="2489073120"/>
                    </a:ext>
                  </a:extLst>
                </a:gridCol>
                <a:gridCol w="1225269">
                  <a:extLst>
                    <a:ext uri="{9D8B030D-6E8A-4147-A177-3AD203B41FA5}">
                      <a16:colId xmlns:a16="http://schemas.microsoft.com/office/drawing/2014/main" val="1402428963"/>
                    </a:ext>
                  </a:extLst>
                </a:gridCol>
                <a:gridCol w="1225269">
                  <a:extLst>
                    <a:ext uri="{9D8B030D-6E8A-4147-A177-3AD203B41FA5}">
                      <a16:colId xmlns:a16="http://schemas.microsoft.com/office/drawing/2014/main" val="2082754537"/>
                    </a:ext>
                  </a:extLst>
                </a:gridCol>
                <a:gridCol w="1225269">
                  <a:extLst>
                    <a:ext uri="{9D8B030D-6E8A-4147-A177-3AD203B41FA5}">
                      <a16:colId xmlns:a16="http://schemas.microsoft.com/office/drawing/2014/main" val="587217622"/>
                    </a:ext>
                  </a:extLst>
                </a:gridCol>
              </a:tblGrid>
              <a:tr h="452696">
                <a:tc gridSpan="2">
                  <a:txBody>
                    <a:bodyPr/>
                    <a:lstStyle/>
                    <a:p>
                      <a:pPr marL="0" algn="ctr" defTabSz="914400" rtl="0" eaLnBrk="1" latinLnBrk="0" hangingPunct="1"/>
                      <a:r>
                        <a:rPr lang="zh-CN" altLang="en-US" sz="1400" b="1" kern="1200">
                          <a:solidFill>
                            <a:schemeClr val="tx1"/>
                          </a:solidFill>
                          <a:latin typeface="微软雅黑" panose="020B0503020204020204" pitchFamily="34" charset="-122"/>
                          <a:ea typeface="微软雅黑" panose="020B0503020204020204" pitchFamily="34" charset="-122"/>
                          <a:cs typeface="+mn-cs"/>
                        </a:rPr>
                        <a:t>储能资产</a:t>
                      </a:r>
                    </a:p>
                  </a:txBody>
                  <a:tcPr anchor="ctr"/>
                </a:tc>
                <a:tc hMerge="1">
                  <a:txBody>
                    <a:bodyPr/>
                    <a:lstStyle/>
                    <a:p>
                      <a:pPr algn="ctr"/>
                      <a:endParaRPr lang="zh-CN" altLang="en-US" sz="1100" b="1">
                        <a:latin typeface="微软雅黑" panose="020B0503020204020204" pitchFamily="34" charset="-122"/>
                        <a:ea typeface="微软雅黑" panose="020B0503020204020204" pitchFamily="34" charset="-122"/>
                      </a:endParaRPr>
                    </a:p>
                  </a:txBody>
                  <a:tcPr anchor="ctr"/>
                </a:tc>
                <a:tc gridSpan="2">
                  <a:txBody>
                    <a:bodyPr/>
                    <a:lstStyle/>
                    <a:p>
                      <a:pPr marL="0" algn="ctr" defTabSz="914400" rtl="0" eaLnBrk="1" latinLnBrk="0" hangingPunct="1"/>
                      <a:r>
                        <a:rPr lang="zh-CN" altLang="en-US" sz="1400" b="1" kern="1200">
                          <a:solidFill>
                            <a:schemeClr val="tx1"/>
                          </a:solidFill>
                          <a:latin typeface="微软雅黑" panose="020B0503020204020204" pitchFamily="34" charset="-122"/>
                          <a:ea typeface="微软雅黑" panose="020B0503020204020204" pitchFamily="34" charset="-122"/>
                          <a:cs typeface="+mn-cs"/>
                        </a:rPr>
                        <a:t>收益与预期</a:t>
                      </a:r>
                    </a:p>
                  </a:txBody>
                  <a:tcPr anchor="ctr"/>
                </a:tc>
                <a:tc hMerge="1">
                  <a:txBody>
                    <a:bodyPr/>
                    <a:lstStyle/>
                    <a:p>
                      <a:pPr marL="0" algn="ctr" defTabSz="914400" rtl="0" eaLnBrk="1" latinLnBrk="0" hangingPunct="1"/>
                      <a:endParaRPr lang="zh-CN" altLang="en-US" sz="1400" b="1" kern="1200">
                        <a:solidFill>
                          <a:schemeClr val="tx1"/>
                        </a:solidFill>
                        <a:latin typeface="微软雅黑" panose="020B0503020204020204" pitchFamily="34" charset="-122"/>
                        <a:ea typeface="微软雅黑" panose="020B0503020204020204" pitchFamily="34" charset="-122"/>
                        <a:cs typeface="+mn-cs"/>
                      </a:endParaRPr>
                    </a:p>
                  </a:txBody>
                  <a:tcPr anchor="ctr"/>
                </a:tc>
                <a:tc gridSpan="5">
                  <a:txBody>
                    <a:bodyPr/>
                    <a:lstStyle/>
                    <a:p>
                      <a:pPr marL="0" algn="ctr" defTabSz="914400" rtl="0" eaLnBrk="1" latinLnBrk="0" hangingPunct="1"/>
                      <a:r>
                        <a:rPr lang="zh-CN" altLang="en-US" sz="1400" b="1" kern="1200">
                          <a:solidFill>
                            <a:schemeClr val="tx1"/>
                          </a:solidFill>
                          <a:latin typeface="微软雅黑" panose="020B0503020204020204" pitchFamily="34" charset="-122"/>
                          <a:ea typeface="微软雅黑" panose="020B0503020204020204" pitchFamily="34" charset="-122"/>
                          <a:cs typeface="+mn-cs"/>
                        </a:rPr>
                        <a:t>收益明细</a:t>
                      </a:r>
                    </a:p>
                  </a:txBody>
                  <a:tcPr anchor="ctr"/>
                </a:tc>
                <a:tc hMerge="1">
                  <a:txBody>
                    <a:bodyPr/>
                    <a:lstStyle/>
                    <a:p>
                      <a:endParaRPr/>
                    </a:p>
                  </a:txBody>
                  <a:tcPr anchor="ctr"/>
                </a:tc>
                <a:tc hMerge="1">
                  <a:txBody>
                    <a:bodyPr/>
                    <a:lstStyle/>
                    <a:p>
                      <a:pPr algn="ctr"/>
                      <a:endParaRPr lang="zh-CN" altLang="en-US" sz="1100" b="1">
                        <a:latin typeface="微软雅黑" panose="020B0503020204020204" pitchFamily="34" charset="-122"/>
                        <a:ea typeface="微软雅黑" panose="020B0503020204020204" pitchFamily="34" charset="-122"/>
                      </a:endParaRPr>
                    </a:p>
                  </a:txBody>
                  <a:tcPr anchor="ctr"/>
                </a:tc>
                <a:tc hMerge="1">
                  <a:txBody>
                    <a:bodyPr/>
                    <a:lstStyle/>
                    <a:p>
                      <a:pPr algn="ctr"/>
                      <a:endParaRPr lang="zh-CN" altLang="en-US" sz="1100" b="1">
                        <a:latin typeface="微软雅黑" panose="020B0503020204020204" pitchFamily="34" charset="-122"/>
                        <a:ea typeface="微软雅黑" panose="020B0503020204020204" pitchFamily="34" charset="-122"/>
                      </a:endParaRPr>
                    </a:p>
                  </a:txBody>
                  <a:tcPr anchor="ctr"/>
                </a:tc>
                <a:tc hMerge="1">
                  <a:txBody>
                    <a:bodyPr/>
                    <a:lstStyle/>
                    <a:p>
                      <a:pPr algn="ctr"/>
                      <a:endParaRPr lang="en-US" altLang="zh-CN" sz="1100" b="1">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424866239"/>
                  </a:ext>
                </a:extLst>
              </a:tr>
              <a:tr h="452696">
                <a:tc>
                  <a:txBody>
                    <a:bodyPr/>
                    <a:lstStyle/>
                    <a:p>
                      <a:pPr algn="ctr"/>
                      <a:r>
                        <a:rPr lang="zh-CN" altLang="en-US" sz="1100" b="1">
                          <a:latin typeface="微软雅黑" panose="020B0503020204020204" pitchFamily="34" charset="-122"/>
                          <a:ea typeface="微软雅黑" panose="020B0503020204020204" pitchFamily="34" charset="-122"/>
                        </a:rPr>
                        <a:t>场站名称</a:t>
                      </a:r>
                    </a:p>
                  </a:txBody>
                  <a:tcPr anchor="ctr"/>
                </a:tc>
                <a:tc>
                  <a:txBody>
                    <a:bodyPr/>
                    <a:lstStyle/>
                    <a:p>
                      <a:pPr algn="ctr"/>
                      <a:r>
                        <a:rPr lang="zh-CN" altLang="en-US" sz="1100" b="1">
                          <a:latin typeface="微软雅黑" panose="020B0503020204020204" pitchFamily="34" charset="-122"/>
                          <a:ea typeface="微软雅黑" panose="020B0503020204020204" pitchFamily="34" charset="-122"/>
                        </a:rPr>
                        <a:t>资产属性</a:t>
                      </a:r>
                    </a:p>
                  </a:txBody>
                  <a:tcPr anchor="ctr"/>
                </a:tc>
                <a:tc>
                  <a:txBody>
                    <a:bodyPr/>
                    <a:lstStyle/>
                    <a:p>
                      <a:pPr algn="ctr"/>
                      <a:r>
                        <a:rPr lang="zh-CN" altLang="en-US" sz="1100" b="1">
                          <a:latin typeface="微软雅黑" panose="020B0503020204020204" pitchFamily="34" charset="-122"/>
                          <a:ea typeface="微软雅黑" panose="020B0503020204020204" pitchFamily="34" charset="-122"/>
                        </a:rPr>
                        <a:t>实际收益</a:t>
                      </a:r>
                      <a:r>
                        <a:rPr lang="en-US" altLang="zh-CN" sz="1100" b="1">
                          <a:latin typeface="微软雅黑" panose="020B0503020204020204" pitchFamily="34" charset="-122"/>
                          <a:ea typeface="微软雅黑" panose="020B0503020204020204" pitchFamily="34" charset="-122"/>
                        </a:rPr>
                        <a:t>/</a:t>
                      </a:r>
                      <a:r>
                        <a:rPr lang="zh-CN" altLang="en-US" sz="1100" b="1">
                          <a:latin typeface="微软雅黑" panose="020B0503020204020204" pitchFamily="34" charset="-122"/>
                          <a:ea typeface="微软雅黑" panose="020B0503020204020204" pitchFamily="34" charset="-122"/>
                        </a:rPr>
                        <a:t>全年预期</a:t>
                      </a:r>
                      <a:endParaRPr lang="en-US" altLang="zh-CN" sz="1100" b="1">
                        <a:solidFill>
                          <a:srgbClr val="C00000"/>
                        </a:solidFill>
                        <a:latin typeface="微软雅黑" panose="020B0503020204020204" pitchFamily="34" charset="-122"/>
                        <a:ea typeface="微软雅黑" panose="020B0503020204020204" pitchFamily="34" charset="-122"/>
                      </a:endParaRPr>
                    </a:p>
                    <a:p>
                      <a:pPr algn="ctr"/>
                      <a:r>
                        <a:rPr lang="zh-CN" altLang="en-US" sz="1100" b="1">
                          <a:solidFill>
                            <a:schemeClr val="tx1"/>
                          </a:solidFill>
                          <a:latin typeface="微软雅黑" panose="020B0503020204020204" pitchFamily="34" charset="-122"/>
                          <a:ea typeface="微软雅黑" panose="020B0503020204020204" pitchFamily="34" charset="-122"/>
                        </a:rPr>
                        <a:t>达成比例</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100" b="1">
                          <a:latin typeface="微软雅黑" panose="020B0503020204020204" pitchFamily="34" charset="-122"/>
                          <a:ea typeface="微软雅黑" panose="020B0503020204020204" pitchFamily="34" charset="-122"/>
                        </a:rPr>
                        <a:t>实时出清</a:t>
                      </a:r>
                      <a:endParaRPr lang="en-US" altLang="zh-CN" sz="1100" b="1">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100" b="1">
                          <a:latin typeface="微软雅黑" panose="020B0503020204020204" pitchFamily="34" charset="-122"/>
                          <a:ea typeface="微软雅黑" panose="020B0503020204020204" pitchFamily="34" charset="-122"/>
                        </a:rPr>
                        <a:t>日单位容量</a:t>
                      </a:r>
                      <a:endParaRPr lang="en-US" altLang="zh-CN" sz="1100" b="1">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100" b="1">
                          <a:latin typeface="微软雅黑" panose="020B0503020204020204" pitchFamily="34" charset="-122"/>
                          <a:ea typeface="微软雅黑" panose="020B0503020204020204" pitchFamily="34" charset="-122"/>
                        </a:rPr>
                        <a:t>收益排名</a:t>
                      </a:r>
                    </a:p>
                  </a:txBody>
                  <a:tcPr anchor="ctr"/>
                </a:tc>
                <a:tc>
                  <a:txBody>
                    <a:bodyPr/>
                    <a:lstStyle/>
                    <a:p>
                      <a:pPr algn="ctr"/>
                      <a:r>
                        <a:rPr lang="zh-CN" altLang="en-US" sz="1100" b="1">
                          <a:latin typeface="微软雅黑" panose="020B0503020204020204" pitchFamily="34" charset="-122"/>
                          <a:ea typeface="微软雅黑" panose="020B0503020204020204" pitchFamily="34" charset="-122"/>
                        </a:rPr>
                        <a:t>现货市场收益</a:t>
                      </a:r>
                      <a:endParaRPr lang="en-US" altLang="zh-CN" sz="1100" b="1">
                        <a:latin typeface="微软雅黑" panose="020B0503020204020204" pitchFamily="34" charset="-122"/>
                        <a:ea typeface="微软雅黑" panose="020B0503020204020204" pitchFamily="34" charset="-122"/>
                      </a:endParaRPr>
                    </a:p>
                    <a:p>
                      <a:pPr algn="ctr"/>
                      <a:r>
                        <a:rPr lang="zh-CN" altLang="en-US" sz="1100" b="1">
                          <a:latin typeface="微软雅黑" panose="020B0503020204020204" pitchFamily="34" charset="-122"/>
                          <a:ea typeface="微软雅黑" panose="020B0503020204020204" pitchFamily="34" charset="-122"/>
                        </a:rPr>
                        <a:t>（元）</a:t>
                      </a:r>
                    </a:p>
                  </a:txBody>
                  <a:tcPr anchor="ctr"/>
                </a:tc>
                <a:tc>
                  <a:txBody>
                    <a:bodyPr/>
                    <a:lstStyle/>
                    <a:p>
                      <a:pPr algn="ctr"/>
                      <a:r>
                        <a:rPr lang="zh-CN" altLang="en-US" sz="1100" b="1">
                          <a:latin typeface="微软雅黑" panose="020B0503020204020204" pitchFamily="34" charset="-122"/>
                          <a:ea typeface="微软雅黑" panose="020B0503020204020204" pitchFamily="34" charset="-122"/>
                        </a:rPr>
                        <a:t>现货价差</a:t>
                      </a:r>
                      <a:endParaRPr lang="en-US" altLang="zh-CN" sz="1100" b="1">
                        <a:latin typeface="微软雅黑" panose="020B0503020204020204" pitchFamily="34" charset="-122"/>
                        <a:ea typeface="微软雅黑" panose="020B0503020204020204" pitchFamily="34" charset="-122"/>
                      </a:endParaRPr>
                    </a:p>
                    <a:p>
                      <a:pPr algn="ctr"/>
                      <a:r>
                        <a:rPr lang="zh-CN" altLang="en-US" sz="1100" b="1">
                          <a:latin typeface="微软雅黑" panose="020B0503020204020204" pitchFamily="34" charset="-122"/>
                          <a:ea typeface="微软雅黑" panose="020B0503020204020204" pitchFamily="34" charset="-122"/>
                        </a:rPr>
                        <a:t>（元</a:t>
                      </a:r>
                      <a:r>
                        <a:rPr lang="en-US" altLang="zh-CN" sz="1100" b="1">
                          <a:latin typeface="微软雅黑" panose="020B0503020204020204" pitchFamily="34" charset="-122"/>
                          <a:ea typeface="微软雅黑" panose="020B0503020204020204" pitchFamily="34" charset="-122"/>
                        </a:rPr>
                        <a:t>/MWh</a:t>
                      </a:r>
                      <a:r>
                        <a:rPr lang="zh-CN" altLang="en-US" sz="1100" b="1">
                          <a:latin typeface="微软雅黑" panose="020B0503020204020204" pitchFamily="34" charset="-122"/>
                          <a:ea typeface="微软雅黑" panose="020B0503020204020204" pitchFamily="34" charset="-122"/>
                        </a:rPr>
                        <a:t>）</a:t>
                      </a:r>
                    </a:p>
                  </a:txBody>
                  <a:tcPr anchor="ctr"/>
                </a:tc>
                <a:tc>
                  <a:txBody>
                    <a:bodyPr/>
                    <a:lstStyle/>
                    <a:p>
                      <a:pPr algn="ctr"/>
                      <a:r>
                        <a:rPr lang="zh-CN" altLang="en-US" sz="1100" b="1">
                          <a:latin typeface="微软雅黑" panose="020B0503020204020204" pitchFamily="34" charset="-122"/>
                          <a:ea typeface="微软雅黑" panose="020B0503020204020204" pitchFamily="34" charset="-122"/>
                        </a:rPr>
                        <a:t>容量补贴收益</a:t>
                      </a:r>
                      <a:endParaRPr lang="en-US" altLang="zh-CN" sz="1100" b="1">
                        <a:latin typeface="微软雅黑" panose="020B0503020204020204" pitchFamily="34" charset="-122"/>
                        <a:ea typeface="微软雅黑" panose="020B0503020204020204" pitchFamily="34" charset="-122"/>
                      </a:endParaRPr>
                    </a:p>
                    <a:p>
                      <a:pPr algn="ctr"/>
                      <a:r>
                        <a:rPr lang="zh-CN" altLang="en-US" sz="1100" b="1">
                          <a:latin typeface="微软雅黑" panose="020B0503020204020204" pitchFamily="34" charset="-122"/>
                          <a:ea typeface="微软雅黑" panose="020B0503020204020204" pitchFamily="34" charset="-122"/>
                        </a:rPr>
                        <a:t>（元</a:t>
                      </a:r>
                      <a:r>
                        <a:rPr lang="en-US" altLang="zh-CN" sz="1100" b="1">
                          <a:latin typeface="微软雅黑" panose="020B0503020204020204" pitchFamily="34" charset="-122"/>
                          <a:ea typeface="微软雅黑" panose="020B0503020204020204" pitchFamily="34" charset="-122"/>
                        </a:rPr>
                        <a:t>/MWh</a:t>
                      </a:r>
                      <a:r>
                        <a:rPr lang="zh-CN" altLang="en-US" sz="1100" b="1">
                          <a:latin typeface="微软雅黑" panose="020B0503020204020204" pitchFamily="34" charset="-122"/>
                          <a:ea typeface="微软雅黑" panose="020B0503020204020204" pitchFamily="34" charset="-122"/>
                        </a:rPr>
                        <a:t>）</a:t>
                      </a:r>
                    </a:p>
                  </a:txBody>
                  <a:tcPr anchor="ctr"/>
                </a:tc>
                <a:tc>
                  <a:txBody>
                    <a:bodyPr/>
                    <a:lstStyle/>
                    <a:p>
                      <a:pPr algn="ctr"/>
                      <a:r>
                        <a:rPr lang="zh-CN" altLang="en-US" sz="1100" b="1">
                          <a:latin typeface="微软雅黑" panose="020B0503020204020204" pitchFamily="34" charset="-122"/>
                          <a:ea typeface="微软雅黑" panose="020B0503020204020204" pitchFamily="34" charset="-122"/>
                        </a:rPr>
                        <a:t>日均充电次数</a:t>
                      </a:r>
                    </a:p>
                  </a:txBody>
                  <a:tcPr anchor="ctr"/>
                </a:tc>
                <a:tc>
                  <a:txBody>
                    <a:bodyPr/>
                    <a:lstStyle/>
                    <a:p>
                      <a:pPr algn="ctr"/>
                      <a:r>
                        <a:rPr lang="zh-CN" altLang="en-US" sz="1100" b="1">
                          <a:latin typeface="微软雅黑" panose="020B0503020204020204" pitchFamily="34" charset="-122"/>
                          <a:ea typeface="微软雅黑" panose="020B0503020204020204" pitchFamily="34" charset="-122"/>
                        </a:rPr>
                        <a:t>度电成本</a:t>
                      </a:r>
                      <a:endParaRPr lang="en-US" altLang="zh-CN" sz="1100" b="1">
                        <a:latin typeface="微软雅黑" panose="020B0503020204020204" pitchFamily="34" charset="-122"/>
                        <a:ea typeface="微软雅黑" panose="020B0503020204020204" pitchFamily="34" charset="-122"/>
                      </a:endParaRP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55341620"/>
                  </a:ext>
                </a:extLst>
              </a:tr>
              <a:tr h="452696">
                <a:tc>
                  <a:txBody>
                    <a:bodyPr/>
                    <a:lstStyle/>
                    <a:p>
                      <a:pPr algn="ctr"/>
                      <a:r>
                        <a:rPr lang="zh-CN" altLang="en-US" sz="1100" b="1">
                          <a:latin typeface="微软雅黑" panose="020B0503020204020204" pitchFamily="34" charset="-122"/>
                          <a:ea typeface="微软雅黑" panose="020B0503020204020204" pitchFamily="34" charset="-122"/>
                        </a:rPr>
                        <a:t>巴盟</a:t>
                      </a:r>
                      <a:endParaRPr lang="en-US" altLang="zh-CN" sz="1100" b="1">
                        <a:latin typeface="微软雅黑" panose="020B0503020204020204" pitchFamily="34" charset="-122"/>
                        <a:ea typeface="微软雅黑" panose="020B0503020204020204" pitchFamily="34" charset="-122"/>
                      </a:endParaRPr>
                    </a:p>
                    <a:p>
                      <a:pPr algn="ctr"/>
                      <a:r>
                        <a:rPr lang="zh-CN" altLang="en-US" sz="1100" b="1">
                          <a:latin typeface="微软雅黑" panose="020B0503020204020204" pitchFamily="34" charset="-122"/>
                          <a:ea typeface="微软雅黑" panose="020B0503020204020204" pitchFamily="34" charset="-122"/>
                        </a:rPr>
                        <a:t>（</a:t>
                      </a:r>
                      <a:r>
                        <a:rPr lang="en-US" altLang="zh-CN" sz="1100" b="1">
                          <a:latin typeface="微软雅黑" panose="020B0503020204020204" pitchFamily="34" charset="-122"/>
                          <a:ea typeface="微软雅黑" panose="020B0503020204020204" pitchFamily="34" charset="-122"/>
                        </a:rPr>
                        <a:t>1GW/4GWh</a:t>
                      </a:r>
                      <a:r>
                        <a:rPr lang="zh-CN" altLang="en-US" sz="1100" b="1">
                          <a:latin typeface="微软雅黑" panose="020B0503020204020204" pitchFamily="34" charset="-122"/>
                          <a:ea typeface="微软雅黑" panose="020B0503020204020204" pitchFamily="34" charset="-122"/>
                        </a:rPr>
                        <a:t>）</a:t>
                      </a:r>
                    </a:p>
                  </a:txBody>
                  <a:tcPr anchor="ctr"/>
                </a:tc>
                <a:tc>
                  <a:txBody>
                    <a:bodyPr/>
                    <a:lstStyle/>
                    <a:p>
                      <a:pPr algn="ctr"/>
                      <a:r>
                        <a:rPr lang="zh-CN" altLang="en-US" sz="1100" b="1">
                          <a:latin typeface="微软雅黑" panose="020B0503020204020204" pitchFamily="34" charset="-122"/>
                          <a:ea typeface="微软雅黑" panose="020B0503020204020204" pitchFamily="34" charset="-122"/>
                        </a:rPr>
                        <a:t>自持</a:t>
                      </a:r>
                    </a:p>
                  </a:txBody>
                  <a:tcPr anchor="ctr"/>
                </a:tc>
                <a:tc>
                  <a:txBody>
                    <a:bodyPr/>
                    <a:lstStyle/>
                    <a:p>
                      <a:pPr algn="ctr"/>
                      <a:r>
                        <a:rPr lang="en-US" altLang="zh-CN" sz="1200" b="1">
                          <a:latin typeface="微软雅黑" panose="020B0503020204020204" pitchFamily="34" charset="-122"/>
                          <a:ea typeface="微软雅黑" panose="020B0503020204020204" pitchFamily="34" charset="-122"/>
                        </a:rPr>
                        <a:t>24333</a:t>
                      </a:r>
                      <a:r>
                        <a:rPr lang="zh-CN" altLang="en-US" sz="1200" b="1" kern="1200">
                          <a:solidFill>
                            <a:schemeClr val="tx1"/>
                          </a:solidFill>
                          <a:latin typeface="微软雅黑" panose="020B0503020204020204" pitchFamily="34" charset="-122"/>
                          <a:ea typeface="微软雅黑" panose="020B0503020204020204" pitchFamily="34" charset="-122"/>
                          <a:cs typeface="+mn-cs"/>
                        </a:rPr>
                        <a:t>万</a:t>
                      </a:r>
                    </a:p>
                  </a:txBody>
                  <a:tcPr anchor="ctr"/>
                </a:tc>
                <a:tc>
                  <a:txBody>
                    <a:bodyPr/>
                    <a:lstStyle/>
                    <a:p>
                      <a:pPr algn="ctr"/>
                      <a:r>
                        <a:rPr lang="en-US" altLang="zh-CN" sz="1200" b="1" dirty="0">
                          <a:solidFill>
                            <a:schemeClr val="tx1"/>
                          </a:solidFill>
                          <a:latin typeface="微软雅黑" panose="020B0503020204020204" pitchFamily="34" charset="-122"/>
                          <a:ea typeface="微软雅黑" panose="020B0503020204020204" pitchFamily="34" charset="-122"/>
                        </a:rPr>
                        <a:t>10</a:t>
                      </a:r>
                      <a:endParaRPr lang="zh-CN" altLang="en-US" sz="1200" b="1"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pPr marL="0" algn="ctr" defTabSz="914400" rtl="0" eaLnBrk="1" latinLnBrk="0" hangingPunct="1"/>
                      <a:r>
                        <a:rPr lang="en-US" altLang="zh-CN" sz="1200" b="1" kern="1200" dirty="0">
                          <a:solidFill>
                            <a:schemeClr val="tx1"/>
                          </a:solidFill>
                          <a:latin typeface="微软雅黑" panose="020B0503020204020204" pitchFamily="34" charset="-122"/>
                          <a:ea typeface="微软雅黑" panose="020B0503020204020204" pitchFamily="34" charset="-122"/>
                          <a:cs typeface="+mn-cs"/>
                        </a:rPr>
                        <a:t>6281</a:t>
                      </a:r>
                      <a:endParaRPr lang="zh-CN" altLang="en-US" sz="1200" b="1" kern="1200" dirty="0">
                        <a:solidFill>
                          <a:schemeClr val="tx1"/>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914400" rtl="0" eaLnBrk="1" latinLnBrk="0" hangingPunct="1"/>
                      <a:r>
                        <a:rPr lang="en-US" altLang="zh-CN" sz="1200" b="1" kern="1200">
                          <a:solidFill>
                            <a:schemeClr val="tx1"/>
                          </a:solidFill>
                          <a:latin typeface="微软雅黑" panose="020B0503020204020204" pitchFamily="34" charset="-122"/>
                          <a:ea typeface="微软雅黑" panose="020B0503020204020204" pitchFamily="34" charset="-122"/>
                          <a:cs typeface="+mn-cs"/>
                        </a:rPr>
                        <a:t>116</a:t>
                      </a:r>
                      <a:endParaRPr lang="zh-CN" altLang="en-US" sz="1200" b="1" kern="1200">
                        <a:solidFill>
                          <a:schemeClr val="tx1"/>
                        </a:solidFill>
                        <a:latin typeface="微软雅黑" panose="020B0503020204020204" pitchFamily="34" charset="-122"/>
                        <a:ea typeface="微软雅黑" panose="020B0503020204020204" pitchFamily="34" charset="-122"/>
                        <a:cs typeface="+mn-cs"/>
                      </a:endParaRPr>
                    </a:p>
                  </a:txBody>
                  <a:tcPr anchor="ctr"/>
                </a:tc>
                <a:tc>
                  <a:txBody>
                    <a:bodyPr/>
                    <a:lstStyle/>
                    <a:p>
                      <a:pPr algn="ctr"/>
                      <a:r>
                        <a:rPr lang="en-US" altLang="zh-CN" sz="1200" b="1">
                          <a:latin typeface="微软雅黑" panose="020B0503020204020204" pitchFamily="34" charset="-122"/>
                          <a:ea typeface="微软雅黑" panose="020B0503020204020204" pitchFamily="34" charset="-122"/>
                        </a:rPr>
                        <a:t>347</a:t>
                      </a:r>
                      <a:endParaRPr lang="zh-CN" altLang="en-US" sz="1200" b="1">
                        <a:latin typeface="微软雅黑" panose="020B0503020204020204" pitchFamily="34" charset="-122"/>
                        <a:ea typeface="微软雅黑" panose="020B0503020204020204" pitchFamily="34" charset="-122"/>
                      </a:endParaRPr>
                    </a:p>
                  </a:txBody>
                  <a:tcPr anchor="ctr"/>
                </a:tc>
                <a:tc>
                  <a:txBody>
                    <a:bodyPr/>
                    <a:lstStyle/>
                    <a:p>
                      <a:pPr marL="0" algn="ctr" defTabSz="914400" rtl="0" eaLnBrk="1" latinLnBrk="0" hangingPunct="1"/>
                      <a:r>
                        <a:rPr lang="en-US" altLang="zh-CN" sz="1200" b="1" kern="1200">
                          <a:solidFill>
                            <a:schemeClr val="tx1"/>
                          </a:solidFill>
                          <a:latin typeface="微软雅黑" panose="020B0503020204020204" pitchFamily="34" charset="-122"/>
                          <a:ea typeface="微软雅黑" panose="020B0503020204020204" pitchFamily="34" charset="-122"/>
                          <a:cs typeface="+mn-cs"/>
                        </a:rPr>
                        <a:t>1.17</a:t>
                      </a:r>
                      <a:endParaRPr lang="zh-CN" altLang="en-US" sz="1200" b="1" kern="1200">
                        <a:solidFill>
                          <a:schemeClr val="tx1"/>
                        </a:solidFill>
                        <a:latin typeface="微软雅黑" panose="020B0503020204020204" pitchFamily="34" charset="-122"/>
                        <a:ea typeface="微软雅黑" panose="020B0503020204020204" pitchFamily="34" charset="-122"/>
                        <a:cs typeface="+mn-cs"/>
                      </a:endParaRPr>
                    </a:p>
                  </a:txBody>
                  <a:tcPr anchor="ctr"/>
                </a:tc>
                <a:tc>
                  <a:txBody>
                    <a:bodyPr/>
                    <a:lstStyle/>
                    <a:p>
                      <a:pPr algn="ctr"/>
                      <a:r>
                        <a:rPr lang="en-US" altLang="zh-CN" sz="1200" b="1">
                          <a:latin typeface="微软雅黑" panose="020B0503020204020204" pitchFamily="34" charset="-122"/>
                          <a:ea typeface="微软雅黑" panose="020B0503020204020204" pitchFamily="34" charset="-122"/>
                        </a:rPr>
                        <a:t>0.043</a:t>
                      </a: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065997713"/>
                  </a:ext>
                </a:extLst>
              </a:tr>
              <a:tr h="452696">
                <a:tc>
                  <a:txBody>
                    <a:bodyPr/>
                    <a:lstStyle/>
                    <a:p>
                      <a:pPr algn="ctr"/>
                      <a:r>
                        <a:rPr lang="zh-CN" altLang="en-US" sz="1100" b="1">
                          <a:latin typeface="微软雅黑" panose="020B0503020204020204" pitchFamily="34" charset="-122"/>
                          <a:ea typeface="微软雅黑" panose="020B0503020204020204" pitchFamily="34" charset="-122"/>
                        </a:rPr>
                        <a:t>乌拉特</a:t>
                      </a:r>
                      <a:endParaRPr lang="en-US" altLang="zh-CN" sz="1100" b="1">
                        <a:latin typeface="微软雅黑" panose="020B0503020204020204" pitchFamily="34" charset="-122"/>
                        <a:ea typeface="微软雅黑" panose="020B0503020204020204" pitchFamily="34" charset="-122"/>
                      </a:endParaRPr>
                    </a:p>
                    <a:p>
                      <a:pPr algn="ctr"/>
                      <a:r>
                        <a:rPr lang="zh-CN" altLang="en-US" sz="1100" b="1">
                          <a:latin typeface="微软雅黑" panose="020B0503020204020204" pitchFamily="34" charset="-122"/>
                          <a:ea typeface="微软雅黑" panose="020B0503020204020204" pitchFamily="34" charset="-122"/>
                        </a:rPr>
                        <a:t>（</a:t>
                      </a:r>
                      <a:r>
                        <a:rPr lang="en-US" altLang="zh-CN" sz="1100" b="1">
                          <a:latin typeface="微软雅黑" panose="020B0503020204020204" pitchFamily="34" charset="-122"/>
                          <a:ea typeface="微软雅黑" panose="020B0503020204020204" pitchFamily="34" charset="-122"/>
                        </a:rPr>
                        <a:t>100MW/400MWh</a:t>
                      </a:r>
                      <a:r>
                        <a:rPr lang="zh-CN" altLang="en-US" sz="1100" b="1">
                          <a:latin typeface="微软雅黑" panose="020B0503020204020204" pitchFamily="34" charset="-122"/>
                          <a:ea typeface="微软雅黑" panose="020B0503020204020204" pitchFamily="34" charset="-122"/>
                        </a:rPr>
                        <a:t>）</a:t>
                      </a:r>
                    </a:p>
                  </a:txBody>
                  <a:tcPr anchor="ctr"/>
                </a:tc>
                <a:tc>
                  <a:txBody>
                    <a:bodyPr/>
                    <a:lstStyle/>
                    <a:p>
                      <a:pPr algn="ctr"/>
                      <a:r>
                        <a:rPr lang="zh-CN" altLang="en-US" sz="1100" b="1">
                          <a:latin typeface="微软雅黑" panose="020B0503020204020204" pitchFamily="34" charset="-122"/>
                          <a:ea typeface="微软雅黑" panose="020B0503020204020204" pitchFamily="34" charset="-122"/>
                        </a:rPr>
                        <a:t>自持</a:t>
                      </a:r>
                    </a:p>
                  </a:txBody>
                  <a:tcPr anchor="ctr"/>
                </a:tc>
                <a:tc>
                  <a:txBody>
                    <a:bodyPr/>
                    <a:lstStyle/>
                    <a:p>
                      <a:pPr algn="ctr"/>
                      <a:r>
                        <a:rPr lang="en-US" altLang="zh-CN" sz="1200" b="1">
                          <a:latin typeface="微软雅黑" panose="020B0503020204020204" pitchFamily="34" charset="-122"/>
                          <a:ea typeface="微软雅黑" panose="020B0503020204020204" pitchFamily="34" charset="-122"/>
                        </a:rPr>
                        <a:t>2483/6000</a:t>
                      </a:r>
                      <a:r>
                        <a:rPr lang="zh-CN" altLang="en-US" sz="1200" b="1">
                          <a:latin typeface="微软雅黑" panose="020B0503020204020204" pitchFamily="34" charset="-122"/>
                          <a:ea typeface="微软雅黑" panose="020B0503020204020204" pitchFamily="34" charset="-122"/>
                        </a:rPr>
                        <a:t>万</a:t>
                      </a:r>
                      <a:endParaRPr lang="en-US" altLang="zh-CN" sz="1200" b="1">
                        <a:latin typeface="微软雅黑" panose="020B0503020204020204" pitchFamily="34" charset="-122"/>
                        <a:ea typeface="微软雅黑" panose="020B0503020204020204" pitchFamily="34" charset="-122"/>
                      </a:endParaRPr>
                    </a:p>
                    <a:p>
                      <a:pPr algn="ctr"/>
                      <a:r>
                        <a:rPr lang="en-US" altLang="zh-CN" sz="1200" b="1">
                          <a:solidFill>
                            <a:srgbClr val="C00000"/>
                          </a:solidFill>
                          <a:latin typeface="微软雅黑" panose="020B0503020204020204" pitchFamily="34" charset="-122"/>
                          <a:ea typeface="微软雅黑" panose="020B0503020204020204" pitchFamily="34" charset="-122"/>
                        </a:rPr>
                        <a:t>41.4%</a:t>
                      </a:r>
                      <a:endParaRPr lang="zh-CN" altLang="en-US" sz="1200" b="1">
                        <a:solidFill>
                          <a:srgbClr val="C00000"/>
                        </a:solidFill>
                        <a:latin typeface="微软雅黑" panose="020B0503020204020204" pitchFamily="34" charset="-122"/>
                        <a:ea typeface="微软雅黑" panose="020B0503020204020204" pitchFamily="34" charset="-122"/>
                      </a:endParaRPr>
                    </a:p>
                  </a:txBody>
                  <a:tcPr anchor="ctr"/>
                </a:tc>
                <a:tc>
                  <a:txBody>
                    <a:bodyPr/>
                    <a:lstStyle/>
                    <a:p>
                      <a:pPr algn="ctr"/>
                      <a:r>
                        <a:rPr lang="en-US" altLang="zh-CN" sz="1200" b="1" dirty="0">
                          <a:solidFill>
                            <a:schemeClr val="tx1"/>
                          </a:solidFill>
                          <a:latin typeface="微软雅黑" panose="020B0503020204020204" pitchFamily="34" charset="-122"/>
                          <a:ea typeface="微软雅黑" panose="020B0503020204020204" pitchFamily="34" charset="-122"/>
                        </a:rPr>
                        <a:t>13</a:t>
                      </a:r>
                      <a:endParaRPr lang="zh-CN" altLang="en-US" sz="1200" b="1"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pPr marL="0" algn="ctr" defTabSz="914400" rtl="0" eaLnBrk="1" latinLnBrk="0" hangingPunct="1"/>
                      <a:r>
                        <a:rPr lang="en-US" altLang="zh-CN" sz="1200" b="1" kern="1200">
                          <a:solidFill>
                            <a:schemeClr val="tx1"/>
                          </a:solidFill>
                          <a:latin typeface="微软雅黑" panose="020B0503020204020204" pitchFamily="34" charset="-122"/>
                          <a:ea typeface="微软雅黑" panose="020B0503020204020204" pitchFamily="34" charset="-122"/>
                          <a:cs typeface="+mn-cs"/>
                        </a:rPr>
                        <a:t>610</a:t>
                      </a:r>
                      <a:endParaRPr lang="zh-CN" altLang="en-US" sz="1200" b="1" kern="1200">
                        <a:solidFill>
                          <a:schemeClr val="tx1"/>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914400" rtl="0" eaLnBrk="1" latinLnBrk="0" hangingPunct="1"/>
                      <a:r>
                        <a:rPr lang="en-US" altLang="zh-CN" sz="1200" b="1" kern="1200" dirty="0">
                          <a:solidFill>
                            <a:schemeClr val="tx1"/>
                          </a:solidFill>
                          <a:latin typeface="微软雅黑" panose="020B0503020204020204" pitchFamily="34" charset="-122"/>
                          <a:ea typeface="微软雅黑" panose="020B0503020204020204" pitchFamily="34" charset="-122"/>
                          <a:cs typeface="+mn-cs"/>
                        </a:rPr>
                        <a:t>117</a:t>
                      </a:r>
                      <a:endParaRPr lang="zh-CN" altLang="en-US" sz="1200" b="1" kern="1200" dirty="0">
                        <a:solidFill>
                          <a:schemeClr val="tx1"/>
                        </a:solidFill>
                        <a:latin typeface="微软雅黑" panose="020B0503020204020204" pitchFamily="34" charset="-122"/>
                        <a:ea typeface="微软雅黑" panose="020B0503020204020204" pitchFamily="34" charset="-122"/>
                        <a:cs typeface="+mn-cs"/>
                      </a:endParaRPr>
                    </a:p>
                  </a:txBody>
                  <a:tcPr anchor="ctr"/>
                </a:tc>
                <a:tc>
                  <a:txBody>
                    <a:bodyPr/>
                    <a:lstStyle/>
                    <a:p>
                      <a:pPr algn="ctr"/>
                      <a:r>
                        <a:rPr lang="en-US" altLang="zh-CN" sz="1200" b="1">
                          <a:latin typeface="微软雅黑" panose="020B0503020204020204" pitchFamily="34" charset="-122"/>
                          <a:ea typeface="微软雅黑" panose="020B0503020204020204" pitchFamily="34" charset="-122"/>
                        </a:rPr>
                        <a:t>360</a:t>
                      </a:r>
                      <a:endParaRPr lang="zh-CN" altLang="en-US" sz="1200" b="1">
                        <a:latin typeface="微软雅黑" panose="020B0503020204020204" pitchFamily="34" charset="-122"/>
                        <a:ea typeface="微软雅黑" panose="020B0503020204020204" pitchFamily="34" charset="-122"/>
                      </a:endParaRPr>
                    </a:p>
                  </a:txBody>
                  <a:tcPr anchor="ctr"/>
                </a:tc>
                <a:tc>
                  <a:txBody>
                    <a:bodyPr/>
                    <a:lstStyle/>
                    <a:p>
                      <a:pPr marL="0" algn="ctr" defTabSz="914400" rtl="0" eaLnBrk="1" latinLnBrk="0" hangingPunct="1"/>
                      <a:r>
                        <a:rPr lang="en-US" altLang="zh-CN" sz="1200" b="1" kern="1200">
                          <a:solidFill>
                            <a:schemeClr val="tx1"/>
                          </a:solidFill>
                          <a:latin typeface="微软雅黑" panose="020B0503020204020204" pitchFamily="34" charset="-122"/>
                          <a:ea typeface="微软雅黑" panose="020B0503020204020204" pitchFamily="34" charset="-122"/>
                          <a:cs typeface="+mn-cs"/>
                        </a:rPr>
                        <a:t>1.19</a:t>
                      </a:r>
                      <a:endParaRPr lang="zh-CN" altLang="en-US" sz="1200" b="1" kern="1200">
                        <a:solidFill>
                          <a:schemeClr val="tx1"/>
                        </a:solidFill>
                        <a:latin typeface="微软雅黑" panose="020B0503020204020204" pitchFamily="34" charset="-122"/>
                        <a:ea typeface="微软雅黑" panose="020B0503020204020204" pitchFamily="34" charset="-122"/>
                        <a:cs typeface="+mn-cs"/>
                      </a:endParaRPr>
                    </a:p>
                  </a:txBody>
                  <a:tcPr anchor="ctr"/>
                </a:tc>
                <a:tc>
                  <a:txBody>
                    <a:bodyPr/>
                    <a:lstStyle/>
                    <a:p>
                      <a:pPr algn="ctr"/>
                      <a:r>
                        <a:rPr lang="en-US" altLang="zh-CN" sz="1200" b="1">
                          <a:latin typeface="微软雅黑" panose="020B0503020204020204" pitchFamily="34" charset="-122"/>
                          <a:ea typeface="微软雅黑" panose="020B0503020204020204" pitchFamily="34" charset="-122"/>
                        </a:rPr>
                        <a:t>0.044</a:t>
                      </a: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554868411"/>
                  </a:ext>
                </a:extLst>
              </a:tr>
              <a:tr h="452696">
                <a:tc>
                  <a:txBody>
                    <a:bodyPr/>
                    <a:lstStyle/>
                    <a:p>
                      <a:pPr algn="ctr"/>
                      <a:r>
                        <a:rPr lang="zh-CN" altLang="en-US" sz="1100" b="1">
                          <a:latin typeface="微软雅黑" panose="020B0503020204020204" pitchFamily="34" charset="-122"/>
                          <a:ea typeface="微软雅黑" panose="020B0503020204020204" pitchFamily="34" charset="-122"/>
                        </a:rPr>
                        <a:t>谷山梁</a:t>
                      </a:r>
                      <a:endParaRPr lang="en-US" altLang="zh-CN" sz="1100" b="1">
                        <a:latin typeface="微软雅黑" panose="020B0503020204020204" pitchFamily="34" charset="-122"/>
                        <a:ea typeface="微软雅黑" panose="020B0503020204020204" pitchFamily="34" charset="-122"/>
                      </a:endParaRPr>
                    </a:p>
                    <a:p>
                      <a:pPr algn="ctr"/>
                      <a:r>
                        <a:rPr lang="zh-CN" altLang="en-US" sz="1100" b="1">
                          <a:latin typeface="微软雅黑" panose="020B0503020204020204" pitchFamily="34" charset="-122"/>
                          <a:ea typeface="微软雅黑" panose="020B0503020204020204" pitchFamily="34" charset="-122"/>
                        </a:rPr>
                        <a:t>（</a:t>
                      </a:r>
                      <a:r>
                        <a:rPr lang="en-US" altLang="zh-CN" sz="1100" b="1">
                          <a:latin typeface="微软雅黑" panose="020B0503020204020204" pitchFamily="34" charset="-122"/>
                          <a:ea typeface="微软雅黑" panose="020B0503020204020204" pitchFamily="34" charset="-122"/>
                        </a:rPr>
                        <a:t>0.5GW/2GWh</a:t>
                      </a:r>
                      <a:r>
                        <a:rPr lang="zh-CN" altLang="en-US" sz="1100" b="1">
                          <a:latin typeface="微软雅黑" panose="020B0503020204020204" pitchFamily="34" charset="-122"/>
                          <a:ea typeface="微软雅黑" panose="020B0503020204020204" pitchFamily="34" charset="-122"/>
                        </a:rPr>
                        <a:t>）</a:t>
                      </a:r>
                    </a:p>
                  </a:txBody>
                  <a:tcPr anchor="ctr"/>
                </a:tc>
                <a:tc rowSpan="4">
                  <a:txBody>
                    <a:bodyPr/>
                    <a:lstStyle/>
                    <a:p>
                      <a:pPr algn="ctr"/>
                      <a:r>
                        <a:rPr lang="zh-CN" altLang="en-US" sz="1100" b="1">
                          <a:latin typeface="微软雅黑" panose="020B0503020204020204" pitchFamily="34" charset="-122"/>
                          <a:ea typeface="微软雅黑" panose="020B0503020204020204" pitchFamily="34" charset="-122"/>
                        </a:rPr>
                        <a:t>康富</a:t>
                      </a:r>
                      <a:endParaRPr lang="en-US" altLang="zh-CN" sz="1100" b="1">
                        <a:latin typeface="微软雅黑" panose="020B0503020204020204" pitchFamily="34" charset="-122"/>
                        <a:ea typeface="微软雅黑" panose="020B0503020204020204" pitchFamily="34" charset="-122"/>
                      </a:endParaRPr>
                    </a:p>
                    <a:p>
                      <a:pPr algn="ctr"/>
                      <a:r>
                        <a:rPr lang="en-US" altLang="zh-CN" sz="1100" b="1">
                          <a:latin typeface="微软雅黑" panose="020B0503020204020204" pitchFamily="34" charset="-122"/>
                          <a:ea typeface="微软雅黑" panose="020B0503020204020204" pitchFamily="34" charset="-122"/>
                        </a:rPr>
                        <a:t>(</a:t>
                      </a:r>
                      <a:r>
                        <a:rPr lang="zh-CN" altLang="en-US" sz="1100" b="1">
                          <a:latin typeface="微软雅黑" panose="020B0503020204020204" pitchFamily="34" charset="-122"/>
                          <a:ea typeface="微软雅黑" panose="020B0503020204020204" pitchFamily="34" charset="-122"/>
                        </a:rPr>
                        <a:t>长沙橙电</a:t>
                      </a:r>
                      <a:r>
                        <a:rPr lang="en-US" altLang="zh-CN" sz="1100" b="1">
                          <a:latin typeface="微软雅黑" panose="020B0503020204020204" pitchFamily="34" charset="-122"/>
                          <a:ea typeface="微软雅黑" panose="020B0503020204020204" pitchFamily="34" charset="-122"/>
                        </a:rPr>
                        <a:t>)</a:t>
                      </a:r>
                      <a:endParaRPr lang="zh-CN" altLang="en-US" sz="1100" b="1">
                        <a:latin typeface="微软雅黑" panose="020B0503020204020204" pitchFamily="34" charset="-122"/>
                        <a:ea typeface="微软雅黑" panose="020B0503020204020204" pitchFamily="34" charset="-122"/>
                      </a:endParaRPr>
                    </a:p>
                  </a:txBody>
                  <a:tcPr anchor="ctr"/>
                </a:tc>
                <a:tc>
                  <a:txBody>
                    <a:bodyPr/>
                    <a:lstStyle/>
                    <a:p>
                      <a:pPr algn="ctr"/>
                      <a:r>
                        <a:rPr lang="en-US" altLang="zh-CN" sz="1200" b="1">
                          <a:latin typeface="微软雅黑" panose="020B0503020204020204" pitchFamily="34" charset="-122"/>
                          <a:ea typeface="微软雅黑" panose="020B0503020204020204" pitchFamily="34" charset="-122"/>
                        </a:rPr>
                        <a:t>11246/29000</a:t>
                      </a:r>
                      <a:r>
                        <a:rPr lang="zh-CN" altLang="en-US" sz="1200" b="1">
                          <a:latin typeface="微软雅黑" panose="020B0503020204020204" pitchFamily="34" charset="-122"/>
                          <a:ea typeface="微软雅黑" panose="020B0503020204020204" pitchFamily="34" charset="-122"/>
                        </a:rPr>
                        <a:t>万</a:t>
                      </a:r>
                      <a:endParaRPr lang="en-US" altLang="zh-CN" sz="1200" b="1">
                        <a:latin typeface="微软雅黑" panose="020B0503020204020204" pitchFamily="34" charset="-122"/>
                        <a:ea typeface="微软雅黑" panose="020B0503020204020204" pitchFamily="34" charset="-122"/>
                      </a:endParaRPr>
                    </a:p>
                    <a:p>
                      <a:pPr algn="ctr"/>
                      <a:r>
                        <a:rPr lang="en-US" altLang="zh-CN" sz="1200" b="1">
                          <a:solidFill>
                            <a:srgbClr val="C00000"/>
                          </a:solidFill>
                          <a:latin typeface="微软雅黑" panose="020B0503020204020204" pitchFamily="34" charset="-122"/>
                          <a:ea typeface="微软雅黑" panose="020B0503020204020204" pitchFamily="34" charset="-122"/>
                        </a:rPr>
                        <a:t>38.8%</a:t>
                      </a:r>
                      <a:endParaRPr lang="zh-CN" altLang="en-US" sz="1200" b="1">
                        <a:solidFill>
                          <a:srgbClr val="C00000"/>
                        </a:solidFill>
                        <a:latin typeface="微软雅黑" panose="020B0503020204020204" pitchFamily="34" charset="-122"/>
                        <a:ea typeface="微软雅黑" panose="020B0503020204020204" pitchFamily="34" charset="-122"/>
                      </a:endParaRPr>
                    </a:p>
                  </a:txBody>
                  <a:tcPr anchor="ctr"/>
                </a:tc>
                <a:tc>
                  <a:txBody>
                    <a:bodyPr/>
                    <a:lstStyle/>
                    <a:p>
                      <a:pPr algn="ctr"/>
                      <a:r>
                        <a:rPr lang="en-US" altLang="zh-CN" sz="1200" b="1" dirty="0">
                          <a:solidFill>
                            <a:schemeClr val="tx1"/>
                          </a:solidFill>
                          <a:latin typeface="微软雅黑" panose="020B0503020204020204" pitchFamily="34" charset="-122"/>
                          <a:ea typeface="微软雅黑" panose="020B0503020204020204" pitchFamily="34" charset="-122"/>
                        </a:rPr>
                        <a:t>19</a:t>
                      </a:r>
                      <a:endParaRPr lang="zh-CN" altLang="en-US" sz="1200" b="1"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pPr marL="0" algn="ctr" defTabSz="914400" rtl="0" eaLnBrk="1" latinLnBrk="0" hangingPunct="1"/>
                      <a:r>
                        <a:rPr lang="en-US" altLang="zh-CN" sz="1200" b="1" kern="1200">
                          <a:solidFill>
                            <a:schemeClr val="tx1"/>
                          </a:solidFill>
                          <a:latin typeface="微软雅黑" panose="020B0503020204020204" pitchFamily="34" charset="-122"/>
                          <a:ea typeface="微软雅黑" panose="020B0503020204020204" pitchFamily="34" charset="-122"/>
                          <a:cs typeface="+mn-cs"/>
                        </a:rPr>
                        <a:t>2718</a:t>
                      </a:r>
                      <a:endParaRPr lang="zh-CN" altLang="en-US" sz="1200" b="1" kern="1200">
                        <a:solidFill>
                          <a:schemeClr val="tx1"/>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914400" rtl="0" eaLnBrk="1" latinLnBrk="0" hangingPunct="1"/>
                      <a:r>
                        <a:rPr lang="en-US" altLang="zh-CN" sz="1200" b="1" kern="1200">
                          <a:solidFill>
                            <a:schemeClr val="tx1"/>
                          </a:solidFill>
                          <a:latin typeface="微软雅黑" panose="020B0503020204020204" pitchFamily="34" charset="-122"/>
                          <a:ea typeface="微软雅黑" panose="020B0503020204020204" pitchFamily="34" charset="-122"/>
                          <a:cs typeface="+mn-cs"/>
                        </a:rPr>
                        <a:t>110</a:t>
                      </a:r>
                      <a:endParaRPr lang="zh-CN" altLang="en-US" sz="1200" b="1" kern="1200">
                        <a:solidFill>
                          <a:schemeClr val="tx1"/>
                        </a:solidFill>
                        <a:latin typeface="微软雅黑" panose="020B0503020204020204" pitchFamily="34" charset="-122"/>
                        <a:ea typeface="微软雅黑" panose="020B0503020204020204" pitchFamily="34" charset="-122"/>
                        <a:cs typeface="+mn-cs"/>
                      </a:endParaRPr>
                    </a:p>
                  </a:txBody>
                  <a:tcPr anchor="ctr"/>
                </a:tc>
                <a:tc>
                  <a:txBody>
                    <a:bodyPr/>
                    <a:lstStyle/>
                    <a:p>
                      <a:pPr algn="ctr"/>
                      <a:r>
                        <a:rPr lang="en-US" altLang="zh-CN" sz="1200" b="1" dirty="0">
                          <a:latin typeface="微软雅黑" panose="020B0503020204020204" pitchFamily="34" charset="-122"/>
                          <a:ea typeface="微软雅黑" panose="020B0503020204020204" pitchFamily="34" charset="-122"/>
                        </a:rPr>
                        <a:t>347</a:t>
                      </a:r>
                      <a:endParaRPr lang="zh-CN" altLang="en-US" sz="1200" b="1" dirty="0">
                        <a:latin typeface="微软雅黑" panose="020B0503020204020204" pitchFamily="34" charset="-122"/>
                        <a:ea typeface="微软雅黑" panose="020B0503020204020204" pitchFamily="34" charset="-122"/>
                      </a:endParaRPr>
                    </a:p>
                  </a:txBody>
                  <a:tcPr anchor="ctr"/>
                </a:tc>
                <a:tc>
                  <a:txBody>
                    <a:bodyPr/>
                    <a:lstStyle/>
                    <a:p>
                      <a:pPr marL="0" algn="ctr" defTabSz="914400" rtl="0" eaLnBrk="1" latinLnBrk="0" hangingPunct="1"/>
                      <a:r>
                        <a:rPr lang="en-US" altLang="zh-CN" sz="1200" b="1" kern="1200">
                          <a:solidFill>
                            <a:schemeClr val="tx1"/>
                          </a:solidFill>
                          <a:latin typeface="微软雅黑" panose="020B0503020204020204" pitchFamily="34" charset="-122"/>
                          <a:ea typeface="微软雅黑" panose="020B0503020204020204" pitchFamily="34" charset="-122"/>
                          <a:cs typeface="+mn-cs"/>
                        </a:rPr>
                        <a:t>1.11</a:t>
                      </a:r>
                      <a:endParaRPr lang="zh-CN" altLang="en-US" sz="1200" b="1" kern="1200">
                        <a:solidFill>
                          <a:schemeClr val="tx1"/>
                        </a:solidFill>
                        <a:latin typeface="微软雅黑" panose="020B0503020204020204" pitchFamily="34" charset="-122"/>
                        <a:ea typeface="微软雅黑" panose="020B0503020204020204" pitchFamily="34" charset="-122"/>
                        <a:cs typeface="+mn-cs"/>
                      </a:endParaRPr>
                    </a:p>
                  </a:txBody>
                  <a:tcPr anchor="ctr"/>
                </a:tc>
                <a:tc>
                  <a:txBody>
                    <a:bodyPr/>
                    <a:lstStyle/>
                    <a:p>
                      <a:pPr algn="ctr"/>
                      <a:r>
                        <a:rPr lang="en-US" altLang="zh-CN" sz="1200" b="1">
                          <a:latin typeface="微软雅黑" panose="020B0503020204020204" pitchFamily="34" charset="-122"/>
                          <a:ea typeface="微软雅黑" panose="020B0503020204020204" pitchFamily="34" charset="-122"/>
                        </a:rPr>
                        <a:t>0.044</a:t>
                      </a: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766875092"/>
                  </a:ext>
                </a:extLst>
              </a:tr>
              <a:tr h="452696">
                <a:tc>
                  <a:txBody>
                    <a:bodyPr/>
                    <a:lstStyle/>
                    <a:p>
                      <a:pPr algn="ctr"/>
                      <a:r>
                        <a:rPr lang="zh-CN" altLang="en-US" sz="1100" b="1">
                          <a:latin typeface="微软雅黑" panose="020B0503020204020204" pitchFamily="34" charset="-122"/>
                          <a:ea typeface="微软雅黑" panose="020B0503020204020204" pitchFamily="34" charset="-122"/>
                        </a:rPr>
                        <a:t>杭锦旗</a:t>
                      </a:r>
                      <a:endParaRPr lang="en-US" altLang="zh-CN" sz="1100" b="1">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100" b="1">
                          <a:latin typeface="微软雅黑" panose="020B0503020204020204" pitchFamily="34" charset="-122"/>
                          <a:ea typeface="微软雅黑" panose="020B0503020204020204" pitchFamily="34" charset="-122"/>
                        </a:rPr>
                        <a:t>（</a:t>
                      </a:r>
                      <a:r>
                        <a:rPr lang="en-US" altLang="zh-CN" sz="1100" b="1">
                          <a:latin typeface="微软雅黑" panose="020B0503020204020204" pitchFamily="34" charset="-122"/>
                          <a:ea typeface="微软雅黑" panose="020B0503020204020204" pitchFamily="34" charset="-122"/>
                        </a:rPr>
                        <a:t>100MW/400MWh</a:t>
                      </a:r>
                      <a:r>
                        <a:rPr lang="zh-CN" altLang="en-US" sz="1100" b="1">
                          <a:latin typeface="微软雅黑" panose="020B0503020204020204" pitchFamily="34" charset="-122"/>
                          <a:ea typeface="微软雅黑" panose="020B0503020204020204" pitchFamily="34" charset="-122"/>
                        </a:rPr>
                        <a:t>）</a:t>
                      </a:r>
                    </a:p>
                  </a:txBody>
                  <a:tcPr anchor="ctr"/>
                </a:tc>
                <a:tc vMerge="1">
                  <a:txBody>
                    <a:bodyPr/>
                    <a:lstStyle/>
                    <a:p>
                      <a:endParaRPr/>
                    </a:p>
                  </a:txBody>
                  <a:tcPr anchor="ctr"/>
                </a:tc>
                <a:tc>
                  <a:txBody>
                    <a:bodyPr/>
                    <a:lstStyle/>
                    <a:p>
                      <a:pPr algn="ctr"/>
                      <a:r>
                        <a:rPr lang="en-US" altLang="zh-CN" sz="1200" b="1">
                          <a:latin typeface="微软雅黑" panose="020B0503020204020204" pitchFamily="34" charset="-122"/>
                          <a:ea typeface="微软雅黑" panose="020B0503020204020204" pitchFamily="34" charset="-122"/>
                        </a:rPr>
                        <a:t>2543/6000</a:t>
                      </a:r>
                      <a:r>
                        <a:rPr lang="zh-CN" altLang="en-US" sz="1200" b="1">
                          <a:latin typeface="微软雅黑" panose="020B0503020204020204" pitchFamily="34" charset="-122"/>
                          <a:ea typeface="微软雅黑" panose="020B0503020204020204" pitchFamily="34" charset="-122"/>
                        </a:rPr>
                        <a:t>万</a:t>
                      </a:r>
                      <a:endParaRPr lang="en-US" altLang="zh-CN" sz="1200" b="1">
                        <a:latin typeface="微软雅黑" panose="020B0503020204020204" pitchFamily="34" charset="-122"/>
                        <a:ea typeface="微软雅黑" panose="020B0503020204020204" pitchFamily="34" charset="-122"/>
                      </a:endParaRPr>
                    </a:p>
                    <a:p>
                      <a:pPr algn="ctr"/>
                      <a:r>
                        <a:rPr lang="en-US" altLang="zh-CN" sz="1200" b="1">
                          <a:solidFill>
                            <a:srgbClr val="C00000"/>
                          </a:solidFill>
                          <a:latin typeface="微软雅黑" panose="020B0503020204020204" pitchFamily="34" charset="-122"/>
                          <a:ea typeface="微软雅黑" panose="020B0503020204020204" pitchFamily="34" charset="-122"/>
                        </a:rPr>
                        <a:t>42.4%</a:t>
                      </a:r>
                      <a:endParaRPr lang="zh-CN" altLang="en-US" sz="1200" b="1">
                        <a:solidFill>
                          <a:srgbClr val="C00000"/>
                        </a:solidFill>
                        <a:latin typeface="微软雅黑" panose="020B0503020204020204" pitchFamily="34" charset="-122"/>
                        <a:ea typeface="微软雅黑" panose="020B0503020204020204" pitchFamily="34" charset="-122"/>
                      </a:endParaRPr>
                    </a:p>
                  </a:txBody>
                  <a:tcPr anchor="ctr"/>
                </a:tc>
                <a:tc>
                  <a:txBody>
                    <a:bodyPr/>
                    <a:lstStyle/>
                    <a:p>
                      <a:pPr algn="ctr"/>
                      <a:r>
                        <a:rPr lang="en-US" altLang="zh-CN" sz="1200" b="1" dirty="0">
                          <a:solidFill>
                            <a:schemeClr val="tx1"/>
                          </a:solidFill>
                          <a:latin typeface="微软雅黑" panose="020B0503020204020204" pitchFamily="34" charset="-122"/>
                          <a:ea typeface="微软雅黑" panose="020B0503020204020204" pitchFamily="34" charset="-122"/>
                        </a:rPr>
                        <a:t>8</a:t>
                      </a:r>
                      <a:endParaRPr lang="zh-CN" altLang="en-US" sz="1200" b="1"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pPr marL="0" algn="ctr" defTabSz="914400" rtl="0" eaLnBrk="1" latinLnBrk="0" hangingPunct="1"/>
                      <a:r>
                        <a:rPr lang="en-US" altLang="zh-CN" sz="1200" b="1" kern="1200">
                          <a:solidFill>
                            <a:schemeClr val="tx1"/>
                          </a:solidFill>
                          <a:latin typeface="微软雅黑" panose="020B0503020204020204" pitchFamily="34" charset="-122"/>
                          <a:ea typeface="微软雅黑" panose="020B0503020204020204" pitchFamily="34" charset="-122"/>
                          <a:cs typeface="+mn-cs"/>
                        </a:rPr>
                        <a:t>679</a:t>
                      </a:r>
                      <a:endParaRPr lang="zh-CN" altLang="en-US" sz="1200" b="1" kern="1200">
                        <a:solidFill>
                          <a:schemeClr val="tx1"/>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914400" rtl="0" eaLnBrk="1" latinLnBrk="0" hangingPunct="1"/>
                      <a:r>
                        <a:rPr lang="en-US" altLang="zh-CN" sz="1200" b="1" kern="1200">
                          <a:solidFill>
                            <a:schemeClr val="tx1"/>
                          </a:solidFill>
                          <a:latin typeface="微软雅黑" panose="020B0503020204020204" pitchFamily="34" charset="-122"/>
                          <a:ea typeface="微软雅黑" panose="020B0503020204020204" pitchFamily="34" charset="-122"/>
                          <a:cs typeface="+mn-cs"/>
                        </a:rPr>
                        <a:t>122</a:t>
                      </a:r>
                      <a:endParaRPr lang="zh-CN" altLang="en-US" sz="1200" b="1" kern="1200">
                        <a:solidFill>
                          <a:schemeClr val="tx1"/>
                        </a:solidFill>
                        <a:latin typeface="微软雅黑" panose="020B0503020204020204" pitchFamily="34" charset="-122"/>
                        <a:ea typeface="微软雅黑" panose="020B0503020204020204" pitchFamily="34" charset="-122"/>
                        <a:cs typeface="+mn-cs"/>
                      </a:endParaRPr>
                    </a:p>
                  </a:txBody>
                  <a:tcPr anchor="ctr"/>
                </a:tc>
                <a:tc>
                  <a:txBody>
                    <a:bodyPr/>
                    <a:lstStyle/>
                    <a:p>
                      <a:pPr algn="ctr"/>
                      <a:r>
                        <a:rPr lang="en-US" altLang="zh-CN" sz="1200" b="1">
                          <a:latin typeface="微软雅黑" panose="020B0503020204020204" pitchFamily="34" charset="-122"/>
                          <a:ea typeface="微软雅黑" panose="020B0503020204020204" pitchFamily="34" charset="-122"/>
                        </a:rPr>
                        <a:t>349</a:t>
                      </a:r>
                      <a:endParaRPr lang="zh-CN" altLang="en-US" sz="1200" b="1">
                        <a:latin typeface="微软雅黑" panose="020B0503020204020204" pitchFamily="34" charset="-122"/>
                        <a:ea typeface="微软雅黑" panose="020B0503020204020204" pitchFamily="34" charset="-122"/>
                      </a:endParaRPr>
                    </a:p>
                  </a:txBody>
                  <a:tcPr anchor="ctr"/>
                </a:tc>
                <a:tc>
                  <a:txBody>
                    <a:bodyPr/>
                    <a:lstStyle/>
                    <a:p>
                      <a:pPr marL="0" algn="ctr" defTabSz="914400" rtl="0" eaLnBrk="1" latinLnBrk="0" hangingPunct="1"/>
                      <a:r>
                        <a:rPr lang="en-US" altLang="zh-CN" sz="1200" b="1" kern="1200" dirty="0">
                          <a:solidFill>
                            <a:schemeClr val="tx1"/>
                          </a:solidFill>
                          <a:latin typeface="微软雅黑" panose="020B0503020204020204" pitchFamily="34" charset="-122"/>
                          <a:ea typeface="微软雅黑" panose="020B0503020204020204" pitchFamily="34" charset="-122"/>
                          <a:cs typeface="+mn-cs"/>
                        </a:rPr>
                        <a:t>1.20</a:t>
                      </a:r>
                      <a:endParaRPr lang="zh-CN" altLang="en-US" sz="1200" b="1" kern="1200" dirty="0">
                        <a:solidFill>
                          <a:schemeClr val="tx1"/>
                        </a:solidFill>
                        <a:latin typeface="微软雅黑" panose="020B0503020204020204" pitchFamily="34" charset="-122"/>
                        <a:ea typeface="微软雅黑" panose="020B0503020204020204" pitchFamily="34" charset="-122"/>
                        <a:cs typeface="+mn-cs"/>
                      </a:endParaRPr>
                    </a:p>
                  </a:txBody>
                  <a:tcPr anchor="ctr"/>
                </a:tc>
                <a:tc>
                  <a:txBody>
                    <a:bodyPr/>
                    <a:lstStyle/>
                    <a:p>
                      <a:pPr algn="ctr"/>
                      <a:r>
                        <a:rPr lang="en-US" altLang="zh-CN" sz="1200" b="1">
                          <a:latin typeface="微软雅黑" panose="020B0503020204020204" pitchFamily="34" charset="-122"/>
                          <a:ea typeface="微软雅黑" panose="020B0503020204020204" pitchFamily="34" charset="-122"/>
                        </a:rPr>
                        <a:t>0.044</a:t>
                      </a: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306243707"/>
                  </a:ext>
                </a:extLst>
              </a:tr>
              <a:tr h="452696">
                <a:tc>
                  <a:txBody>
                    <a:bodyPr/>
                    <a:lstStyle/>
                    <a:p>
                      <a:pPr algn="ctr"/>
                      <a:r>
                        <a:rPr lang="zh-CN" altLang="en-US" sz="1100" b="1">
                          <a:latin typeface="微软雅黑" panose="020B0503020204020204" pitchFamily="34" charset="-122"/>
                          <a:ea typeface="微软雅黑" panose="020B0503020204020204" pitchFamily="34" charset="-122"/>
                        </a:rPr>
                        <a:t>苏右</a:t>
                      </a:r>
                      <a:endParaRPr lang="en-US" altLang="zh-CN" sz="1100" b="1">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100" b="1">
                          <a:latin typeface="微软雅黑" panose="020B0503020204020204" pitchFamily="34" charset="-122"/>
                          <a:ea typeface="微软雅黑" panose="020B0503020204020204" pitchFamily="34" charset="-122"/>
                        </a:rPr>
                        <a:t>（</a:t>
                      </a:r>
                      <a:r>
                        <a:rPr lang="en-US" altLang="zh-CN" sz="1100" b="1">
                          <a:latin typeface="微软雅黑" panose="020B0503020204020204" pitchFamily="34" charset="-122"/>
                          <a:ea typeface="微软雅黑" panose="020B0503020204020204" pitchFamily="34" charset="-122"/>
                        </a:rPr>
                        <a:t>100MW/400MWh</a:t>
                      </a:r>
                      <a:r>
                        <a:rPr lang="zh-CN" altLang="en-US" sz="1100" b="1">
                          <a:latin typeface="微软雅黑" panose="020B0503020204020204" pitchFamily="34" charset="-122"/>
                          <a:ea typeface="微软雅黑" panose="020B0503020204020204" pitchFamily="34" charset="-122"/>
                        </a:rPr>
                        <a:t>）</a:t>
                      </a:r>
                    </a:p>
                  </a:txBody>
                  <a:tcPr anchor="ctr"/>
                </a:tc>
                <a:tc vMerge="1">
                  <a:txBody>
                    <a:bodyPr/>
                    <a:lstStyle/>
                    <a:p>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a:latin typeface="微软雅黑" panose="020B0503020204020204" pitchFamily="34" charset="-122"/>
                          <a:ea typeface="微软雅黑" panose="020B0503020204020204" pitchFamily="34" charset="-122"/>
                        </a:rPr>
                        <a:t>2404/6000</a:t>
                      </a:r>
                      <a:r>
                        <a:rPr lang="zh-CN" altLang="en-US" sz="1200" b="1">
                          <a:latin typeface="微软雅黑" panose="020B0503020204020204" pitchFamily="34" charset="-122"/>
                          <a:ea typeface="微软雅黑" panose="020B0503020204020204" pitchFamily="34" charset="-122"/>
                        </a:rPr>
                        <a:t>万</a:t>
                      </a:r>
                      <a:endParaRPr lang="en-US" altLang="zh-CN" sz="1200" b="1">
                        <a:latin typeface="微软雅黑" panose="020B0503020204020204" pitchFamily="34" charset="-122"/>
                        <a:ea typeface="微软雅黑" panose="020B0503020204020204" pitchFamily="34" charset="-122"/>
                      </a:endParaRPr>
                    </a:p>
                    <a:p>
                      <a:pPr algn="ctr"/>
                      <a:r>
                        <a:rPr lang="en-US" altLang="zh-CN" sz="1200" b="1">
                          <a:solidFill>
                            <a:srgbClr val="C00000"/>
                          </a:solidFill>
                          <a:latin typeface="微软雅黑" panose="020B0503020204020204" pitchFamily="34" charset="-122"/>
                          <a:ea typeface="微软雅黑" panose="020B0503020204020204" pitchFamily="34" charset="-122"/>
                        </a:rPr>
                        <a:t>40.1%</a:t>
                      </a:r>
                      <a:endParaRPr lang="zh-CN" altLang="en-US" sz="1200" b="1">
                        <a:solidFill>
                          <a:srgbClr val="C00000"/>
                        </a:solidFill>
                        <a:latin typeface="微软雅黑" panose="020B0503020204020204" pitchFamily="34" charset="-122"/>
                        <a:ea typeface="微软雅黑" panose="020B0503020204020204" pitchFamily="34" charset="-122"/>
                      </a:endParaRPr>
                    </a:p>
                  </a:txBody>
                  <a:tcPr anchor="ctr"/>
                </a:tc>
                <a:tc>
                  <a:txBody>
                    <a:bodyPr/>
                    <a:lstStyle/>
                    <a:p>
                      <a:pPr algn="ctr"/>
                      <a:r>
                        <a:rPr lang="en-US" altLang="zh-CN" sz="1200" b="1" dirty="0">
                          <a:solidFill>
                            <a:schemeClr val="tx1"/>
                          </a:solidFill>
                          <a:latin typeface="微软雅黑" panose="020B0503020204020204" pitchFamily="34" charset="-122"/>
                          <a:ea typeface="微软雅黑" panose="020B0503020204020204" pitchFamily="34" charset="-122"/>
                        </a:rPr>
                        <a:t>22</a:t>
                      </a:r>
                      <a:endParaRPr lang="zh-CN" altLang="en-US" sz="1200" b="1"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pPr marL="0" algn="ctr" defTabSz="914400" rtl="0" eaLnBrk="1" latinLnBrk="0" hangingPunct="1"/>
                      <a:r>
                        <a:rPr lang="en-US" altLang="zh-CN" sz="1200" b="1" kern="1200">
                          <a:solidFill>
                            <a:schemeClr val="tx1"/>
                          </a:solidFill>
                          <a:latin typeface="微软雅黑" panose="020B0503020204020204" pitchFamily="34" charset="-122"/>
                          <a:ea typeface="微软雅黑" panose="020B0503020204020204" pitchFamily="34" charset="-122"/>
                          <a:cs typeface="+mn-cs"/>
                        </a:rPr>
                        <a:t>434</a:t>
                      </a:r>
                      <a:endParaRPr lang="zh-CN" altLang="en-US" sz="1200" b="1" kern="1200">
                        <a:solidFill>
                          <a:schemeClr val="tx1"/>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914400" rtl="0" eaLnBrk="1" latinLnBrk="0" hangingPunct="1"/>
                      <a:r>
                        <a:rPr lang="en-US" altLang="zh-CN" sz="1200" b="1" kern="1200">
                          <a:solidFill>
                            <a:schemeClr val="tx1"/>
                          </a:solidFill>
                          <a:latin typeface="微软雅黑" panose="020B0503020204020204" pitchFamily="34" charset="-122"/>
                          <a:ea typeface="微软雅黑" panose="020B0503020204020204" pitchFamily="34" charset="-122"/>
                          <a:cs typeface="+mn-cs"/>
                        </a:rPr>
                        <a:t>88</a:t>
                      </a:r>
                      <a:endParaRPr lang="zh-CN" altLang="en-US" sz="1200" b="1" kern="1200">
                        <a:solidFill>
                          <a:schemeClr val="tx1"/>
                        </a:solidFill>
                        <a:latin typeface="微软雅黑" panose="020B0503020204020204" pitchFamily="34" charset="-122"/>
                        <a:ea typeface="微软雅黑" panose="020B0503020204020204" pitchFamily="34" charset="-122"/>
                        <a:cs typeface="+mn-cs"/>
                      </a:endParaRPr>
                    </a:p>
                  </a:txBody>
                  <a:tcPr anchor="ctr"/>
                </a:tc>
                <a:tc>
                  <a:txBody>
                    <a:bodyPr/>
                    <a:lstStyle/>
                    <a:p>
                      <a:pPr algn="ctr"/>
                      <a:r>
                        <a:rPr lang="en-US" altLang="zh-CN" sz="1200" b="1">
                          <a:latin typeface="微软雅黑" panose="020B0503020204020204" pitchFamily="34" charset="-122"/>
                          <a:ea typeface="微软雅黑" panose="020B0503020204020204" pitchFamily="34" charset="-122"/>
                        </a:rPr>
                        <a:t>361</a:t>
                      </a:r>
                      <a:endParaRPr lang="zh-CN" altLang="en-US" sz="1200" b="1">
                        <a:latin typeface="微软雅黑" panose="020B0503020204020204" pitchFamily="34" charset="-122"/>
                        <a:ea typeface="微软雅黑" panose="020B0503020204020204" pitchFamily="34" charset="-122"/>
                      </a:endParaRPr>
                    </a:p>
                  </a:txBody>
                  <a:tcPr anchor="ctr"/>
                </a:tc>
                <a:tc>
                  <a:txBody>
                    <a:bodyPr/>
                    <a:lstStyle/>
                    <a:p>
                      <a:pPr marL="0" algn="ctr" defTabSz="914400" rtl="0" eaLnBrk="1" latinLnBrk="0" hangingPunct="1"/>
                      <a:r>
                        <a:rPr lang="en-US" altLang="zh-CN" sz="1200" b="1" kern="1200" dirty="0">
                          <a:solidFill>
                            <a:schemeClr val="tx1"/>
                          </a:solidFill>
                          <a:latin typeface="微软雅黑" panose="020B0503020204020204" pitchFamily="34" charset="-122"/>
                          <a:ea typeface="微软雅黑" panose="020B0503020204020204" pitchFamily="34" charset="-122"/>
                          <a:cs typeface="+mn-cs"/>
                        </a:rPr>
                        <a:t>1.23</a:t>
                      </a:r>
                      <a:endParaRPr lang="zh-CN" altLang="en-US" sz="1200" b="1" kern="1200" dirty="0">
                        <a:solidFill>
                          <a:schemeClr val="tx1"/>
                        </a:solidFill>
                        <a:latin typeface="微软雅黑" panose="020B0503020204020204" pitchFamily="34" charset="-122"/>
                        <a:ea typeface="微软雅黑" panose="020B0503020204020204" pitchFamily="34" charset="-122"/>
                        <a:cs typeface="+mn-cs"/>
                      </a:endParaRPr>
                    </a:p>
                  </a:txBody>
                  <a:tcPr anchor="ctr"/>
                </a:tc>
                <a:tc>
                  <a:txBody>
                    <a:bodyPr/>
                    <a:lstStyle/>
                    <a:p>
                      <a:pPr algn="ctr"/>
                      <a:r>
                        <a:rPr lang="en-US" altLang="zh-CN" sz="1200" b="1">
                          <a:latin typeface="微软雅黑" panose="020B0503020204020204" pitchFamily="34" charset="-122"/>
                          <a:ea typeface="微软雅黑" panose="020B0503020204020204" pitchFamily="34" charset="-122"/>
                        </a:rPr>
                        <a:t>0.045</a:t>
                      </a: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868322354"/>
                  </a:ext>
                </a:extLst>
              </a:tr>
              <a:tr h="487807">
                <a:tc>
                  <a:txBody>
                    <a:bodyPr/>
                    <a:lstStyle/>
                    <a:p>
                      <a:pPr algn="ctr"/>
                      <a:r>
                        <a:rPr lang="zh-CN" altLang="en-US" sz="1100" b="1">
                          <a:latin typeface="微软雅黑" panose="020B0503020204020204" pitchFamily="34" charset="-122"/>
                          <a:ea typeface="微软雅黑" panose="020B0503020204020204" pitchFamily="34" charset="-122"/>
                        </a:rPr>
                        <a:t>四子王旗</a:t>
                      </a:r>
                      <a:endParaRPr lang="en-US" altLang="zh-CN" sz="1100" b="1">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100" b="1">
                          <a:latin typeface="微软雅黑" panose="020B0503020204020204" pitchFamily="34" charset="-122"/>
                          <a:ea typeface="微软雅黑" panose="020B0503020204020204" pitchFamily="34" charset="-122"/>
                        </a:rPr>
                        <a:t>（</a:t>
                      </a:r>
                      <a:r>
                        <a:rPr lang="en-US" altLang="zh-CN" sz="1100" b="1">
                          <a:latin typeface="微软雅黑" panose="020B0503020204020204" pitchFamily="34" charset="-122"/>
                          <a:ea typeface="微软雅黑" panose="020B0503020204020204" pitchFamily="34" charset="-122"/>
                        </a:rPr>
                        <a:t>100MW/400MWh</a:t>
                      </a:r>
                      <a:r>
                        <a:rPr lang="zh-CN" altLang="en-US" sz="1100" b="1">
                          <a:latin typeface="微软雅黑" panose="020B0503020204020204" pitchFamily="34" charset="-122"/>
                          <a:ea typeface="微软雅黑" panose="020B0503020204020204" pitchFamily="34" charset="-122"/>
                        </a:rPr>
                        <a:t>）</a:t>
                      </a:r>
                    </a:p>
                  </a:txBody>
                  <a:tcPr anchor="ctr"/>
                </a:tc>
                <a:tc vMerge="1">
                  <a:txBody>
                    <a:bodyPr/>
                    <a:lstStyle/>
                    <a:p>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1859/6000</a:t>
                      </a:r>
                      <a:r>
                        <a:rPr lang="zh-CN" altLang="en-US" sz="1200" b="1">
                          <a:latin typeface="微软雅黑" panose="020B0503020204020204" pitchFamily="34" charset="-122"/>
                          <a:ea typeface="微软雅黑" panose="020B0503020204020204" pitchFamily="34" charset="-122"/>
                        </a:rPr>
                        <a:t>万</a:t>
                      </a:r>
                      <a:endParaRPr kumimoji="0" lang="en-US" altLang="zh-CN" sz="12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cs typeface="+mn-cs"/>
                        </a:rPr>
                        <a:t>31.0%</a:t>
                      </a:r>
                      <a:endParaRPr kumimoji="0" lang="zh-CN" altLang="en-US" sz="1200" b="1" i="0" u="none" strike="noStrike" kern="120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algn="ctr"/>
                      <a:r>
                        <a:rPr lang="en-US" altLang="zh-CN" sz="1200" b="1" dirty="0">
                          <a:solidFill>
                            <a:schemeClr val="tx1"/>
                          </a:solidFill>
                          <a:latin typeface="微软雅黑" panose="020B0503020204020204" pitchFamily="34" charset="-122"/>
                          <a:ea typeface="微软雅黑" panose="020B0503020204020204" pitchFamily="34" charset="-122"/>
                        </a:rPr>
                        <a:t>23</a:t>
                      </a:r>
                      <a:endParaRPr lang="zh-CN" altLang="en-US" sz="1200" b="1"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pPr algn="ctr"/>
                      <a:r>
                        <a:rPr lang="en-US" altLang="zh-CN" sz="1200" b="1">
                          <a:latin typeface="微软雅黑" panose="020B0503020204020204" pitchFamily="34" charset="-122"/>
                          <a:ea typeface="微软雅黑" panose="020B0503020204020204" pitchFamily="34" charset="-122"/>
                        </a:rPr>
                        <a:t>378</a:t>
                      </a:r>
                      <a:endParaRPr lang="zh-CN" altLang="en-US" sz="1200" b="1">
                        <a:latin typeface="微软雅黑" panose="020B0503020204020204" pitchFamily="34" charset="-122"/>
                        <a:ea typeface="微软雅黑" panose="020B0503020204020204" pitchFamily="34" charset="-122"/>
                      </a:endParaRPr>
                    </a:p>
                  </a:txBody>
                  <a:tcPr anchor="ctr"/>
                </a:tc>
                <a:tc>
                  <a:txBody>
                    <a:bodyPr/>
                    <a:lstStyle/>
                    <a:p>
                      <a:pPr algn="ctr"/>
                      <a:r>
                        <a:rPr lang="en-US" altLang="zh-CN" sz="1200" b="1">
                          <a:latin typeface="微软雅黑" panose="020B0503020204020204" pitchFamily="34" charset="-122"/>
                          <a:ea typeface="微软雅黑" panose="020B0503020204020204" pitchFamily="34" charset="-122"/>
                        </a:rPr>
                        <a:t>108</a:t>
                      </a:r>
                      <a:endParaRPr lang="zh-CN" altLang="en-US" sz="1200" b="1">
                        <a:latin typeface="微软雅黑" panose="020B0503020204020204" pitchFamily="34" charset="-122"/>
                        <a:ea typeface="微软雅黑" panose="020B0503020204020204" pitchFamily="34" charset="-122"/>
                      </a:endParaRPr>
                    </a:p>
                  </a:txBody>
                  <a:tcPr anchor="ctr"/>
                </a:tc>
                <a:tc>
                  <a:txBody>
                    <a:bodyPr/>
                    <a:lstStyle/>
                    <a:p>
                      <a:pPr algn="ctr"/>
                      <a:r>
                        <a:rPr lang="en-US" altLang="zh-CN" sz="1200" b="1">
                          <a:latin typeface="微软雅黑" panose="020B0503020204020204" pitchFamily="34" charset="-122"/>
                          <a:ea typeface="微软雅黑" panose="020B0503020204020204" pitchFamily="34" charset="-122"/>
                        </a:rPr>
                        <a:t>347</a:t>
                      </a:r>
                      <a:endParaRPr lang="zh-CN" altLang="en-US" sz="1200" b="1">
                        <a:latin typeface="微软雅黑" panose="020B0503020204020204" pitchFamily="34" charset="-122"/>
                        <a:ea typeface="微软雅黑" panose="020B0503020204020204" pitchFamily="34" charset="-122"/>
                      </a:endParaRPr>
                    </a:p>
                  </a:txBody>
                  <a:tcPr anchor="ctr"/>
                </a:tc>
                <a:tc>
                  <a:txBody>
                    <a:bodyPr/>
                    <a:lstStyle/>
                    <a:p>
                      <a:pPr algn="ctr"/>
                      <a:r>
                        <a:rPr lang="en-US" altLang="zh-CN" sz="1200" b="1" dirty="0">
                          <a:latin typeface="微软雅黑" panose="020B0503020204020204" pitchFamily="34" charset="-122"/>
                          <a:ea typeface="微软雅黑" panose="020B0503020204020204" pitchFamily="34" charset="-122"/>
                        </a:rPr>
                        <a:t>1.15</a:t>
                      </a:r>
                      <a:endParaRPr lang="zh-CN" altLang="en-US" sz="1200" b="1"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1200" b="1">
                          <a:latin typeface="微软雅黑" panose="020B0503020204020204" pitchFamily="34" charset="-122"/>
                          <a:ea typeface="微软雅黑" panose="020B0503020204020204" pitchFamily="34" charset="-122"/>
                        </a:rPr>
                        <a:t>0.041</a:t>
                      </a: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311822517"/>
                  </a:ext>
                </a:extLst>
              </a:tr>
              <a:tr h="452696">
                <a:tc>
                  <a:txBody>
                    <a:bodyPr/>
                    <a:lstStyle/>
                    <a:p>
                      <a:pPr algn="ctr"/>
                      <a:r>
                        <a:rPr lang="zh-CN" altLang="en-US" sz="1100" b="1">
                          <a:latin typeface="微软雅黑" panose="020B0503020204020204" pitchFamily="34" charset="-122"/>
                          <a:ea typeface="微软雅黑" panose="020B0503020204020204" pitchFamily="34" charset="-122"/>
                        </a:rPr>
                        <a:t>乌海</a:t>
                      </a:r>
                      <a:endParaRPr lang="en-US" altLang="zh-CN" sz="1100" b="1">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100" b="1">
                          <a:latin typeface="微软雅黑" panose="020B0503020204020204" pitchFamily="34" charset="-122"/>
                          <a:ea typeface="微软雅黑" panose="020B0503020204020204" pitchFamily="34" charset="-122"/>
                        </a:rPr>
                        <a:t>（</a:t>
                      </a:r>
                      <a:r>
                        <a:rPr lang="en-US" altLang="zh-CN" sz="1100" b="1">
                          <a:latin typeface="微软雅黑" panose="020B0503020204020204" pitchFamily="34" charset="-122"/>
                          <a:ea typeface="微软雅黑" panose="020B0503020204020204" pitchFamily="34" charset="-122"/>
                        </a:rPr>
                        <a:t>100MW/400MWh</a:t>
                      </a:r>
                      <a:r>
                        <a:rPr lang="zh-CN" altLang="en-US" sz="1100" b="1">
                          <a:latin typeface="微软雅黑" panose="020B0503020204020204" pitchFamily="34" charset="-122"/>
                          <a:ea typeface="微软雅黑" panose="020B0503020204020204" pitchFamily="34" charset="-122"/>
                        </a:rPr>
                        <a:t>）</a:t>
                      </a:r>
                    </a:p>
                  </a:txBody>
                  <a:tcPr anchor="ctr"/>
                </a:tc>
                <a:tc>
                  <a:txBody>
                    <a:bodyPr/>
                    <a:lstStyle/>
                    <a:p>
                      <a:pPr algn="ctr"/>
                      <a:r>
                        <a:rPr lang="zh-CN" altLang="en-US" sz="1100" b="1">
                          <a:latin typeface="微软雅黑" panose="020B0503020204020204" pitchFamily="34" charset="-122"/>
                          <a:ea typeface="微软雅黑" panose="020B0503020204020204" pitchFamily="34" charset="-122"/>
                        </a:rPr>
                        <a:t>康富</a:t>
                      </a:r>
                      <a:endParaRPr lang="en-US" altLang="zh-CN" sz="1100" b="1">
                        <a:latin typeface="微软雅黑" panose="020B0503020204020204" pitchFamily="34" charset="-122"/>
                        <a:ea typeface="微软雅黑" panose="020B0503020204020204" pitchFamily="34" charset="-122"/>
                      </a:endParaRPr>
                    </a:p>
                    <a:p>
                      <a:pPr algn="ctr"/>
                      <a:r>
                        <a:rPr lang="zh-CN" altLang="en-US" sz="1100" b="1">
                          <a:latin typeface="微软雅黑" panose="020B0503020204020204" pitchFamily="34" charset="-122"/>
                          <a:ea typeface="微软雅黑" panose="020B0503020204020204" pitchFamily="34" charset="-122"/>
                        </a:rPr>
                        <a:t>（上海富鸿</a:t>
                      </a:r>
                      <a:r>
                        <a:rPr lang="en-US" altLang="zh-CN" sz="1100" b="1">
                          <a:latin typeface="微软雅黑" panose="020B0503020204020204" pitchFamily="34" charset="-122"/>
                          <a:ea typeface="微软雅黑" panose="020B0503020204020204" pitchFamily="34" charset="-122"/>
                        </a:rPr>
                        <a:t>)</a:t>
                      </a:r>
                      <a:endParaRPr lang="zh-CN" altLang="en-US" sz="1100" b="1">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2751/6000</a:t>
                      </a:r>
                      <a:r>
                        <a:rPr lang="zh-CN" altLang="en-US" sz="1200" b="1">
                          <a:latin typeface="微软雅黑" panose="020B0503020204020204" pitchFamily="34" charset="-122"/>
                          <a:ea typeface="微软雅黑" panose="020B0503020204020204" pitchFamily="34" charset="-122"/>
                        </a:rPr>
                        <a:t>万</a:t>
                      </a:r>
                      <a:endParaRPr kumimoji="0" lang="en-US" altLang="zh-CN" sz="12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cs typeface="+mn-cs"/>
                        </a:rPr>
                        <a:t>45.9%</a:t>
                      </a:r>
                      <a:endParaRPr kumimoji="0" lang="zh-CN" altLang="en-US" sz="1200" b="1" i="0" u="none" strike="noStrike" kern="120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algn="ctr"/>
                      <a:r>
                        <a:rPr lang="en-US" altLang="zh-CN" sz="1200" b="1" dirty="0">
                          <a:solidFill>
                            <a:schemeClr val="tx1"/>
                          </a:solidFill>
                          <a:latin typeface="微软雅黑" panose="020B0503020204020204" pitchFamily="34" charset="-122"/>
                          <a:ea typeface="微软雅黑" panose="020B0503020204020204" pitchFamily="34" charset="-122"/>
                        </a:rPr>
                        <a:t>2</a:t>
                      </a:r>
                      <a:endParaRPr lang="zh-CN" altLang="en-US" sz="1200" b="1"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pPr algn="ctr"/>
                      <a:r>
                        <a:rPr lang="en-US" altLang="zh-CN" sz="1200" b="1">
                          <a:latin typeface="微软雅黑" panose="020B0503020204020204" pitchFamily="34" charset="-122"/>
                          <a:ea typeface="微软雅黑" panose="020B0503020204020204" pitchFamily="34" charset="-122"/>
                        </a:rPr>
                        <a:t>668</a:t>
                      </a:r>
                      <a:endParaRPr lang="zh-CN" altLang="en-US" sz="1200" b="1">
                        <a:latin typeface="微软雅黑" panose="020B0503020204020204" pitchFamily="34" charset="-122"/>
                        <a:ea typeface="微软雅黑" panose="020B0503020204020204" pitchFamily="34" charset="-122"/>
                      </a:endParaRPr>
                    </a:p>
                  </a:txBody>
                  <a:tcPr anchor="ctr"/>
                </a:tc>
                <a:tc>
                  <a:txBody>
                    <a:bodyPr/>
                    <a:lstStyle/>
                    <a:p>
                      <a:pPr algn="ctr"/>
                      <a:r>
                        <a:rPr lang="en-US" altLang="zh-CN" sz="1200" b="1">
                          <a:latin typeface="微软雅黑" panose="020B0503020204020204" pitchFamily="34" charset="-122"/>
                          <a:ea typeface="微软雅黑" panose="020B0503020204020204" pitchFamily="34" charset="-122"/>
                        </a:rPr>
                        <a:t>114</a:t>
                      </a:r>
                      <a:endParaRPr lang="zh-CN" altLang="en-US" sz="1200" b="1">
                        <a:latin typeface="微软雅黑" panose="020B0503020204020204" pitchFamily="34" charset="-122"/>
                        <a:ea typeface="微软雅黑" panose="020B0503020204020204" pitchFamily="34" charset="-122"/>
                      </a:endParaRPr>
                    </a:p>
                  </a:txBody>
                  <a:tcPr anchor="ctr"/>
                </a:tc>
                <a:tc>
                  <a:txBody>
                    <a:bodyPr/>
                    <a:lstStyle/>
                    <a:p>
                      <a:pPr algn="ctr"/>
                      <a:r>
                        <a:rPr lang="en-US" altLang="zh-CN" sz="1200" b="1">
                          <a:latin typeface="微软雅黑" panose="020B0503020204020204" pitchFamily="34" charset="-122"/>
                          <a:ea typeface="微软雅黑" panose="020B0503020204020204" pitchFamily="34" charset="-122"/>
                        </a:rPr>
                        <a:t>359</a:t>
                      </a:r>
                      <a:endParaRPr lang="zh-CN" altLang="en-US" sz="1200" b="1">
                        <a:latin typeface="微软雅黑" panose="020B0503020204020204" pitchFamily="34" charset="-122"/>
                        <a:ea typeface="微软雅黑" panose="020B0503020204020204" pitchFamily="34" charset="-122"/>
                      </a:endParaRPr>
                    </a:p>
                  </a:txBody>
                  <a:tcPr anchor="ctr"/>
                </a:tc>
                <a:tc>
                  <a:txBody>
                    <a:bodyPr/>
                    <a:lstStyle/>
                    <a:p>
                      <a:pPr algn="ctr"/>
                      <a:r>
                        <a:rPr lang="en-US" altLang="zh-CN" sz="1200" b="1">
                          <a:latin typeface="微软雅黑" panose="020B0503020204020204" pitchFamily="34" charset="-122"/>
                          <a:ea typeface="微软雅黑" panose="020B0503020204020204" pitchFamily="34" charset="-122"/>
                        </a:rPr>
                        <a:t>1.32</a:t>
                      </a:r>
                      <a:endParaRPr lang="zh-CN" altLang="en-US" sz="1200" b="1">
                        <a:latin typeface="微软雅黑" panose="020B0503020204020204" pitchFamily="34" charset="-122"/>
                        <a:ea typeface="微软雅黑" panose="020B0503020204020204" pitchFamily="34" charset="-122"/>
                      </a:endParaRPr>
                    </a:p>
                  </a:txBody>
                  <a:tcPr anchor="ctr"/>
                </a:tc>
                <a:tc>
                  <a:txBody>
                    <a:bodyPr/>
                    <a:lstStyle/>
                    <a:p>
                      <a:pPr algn="ctr"/>
                      <a:r>
                        <a:rPr lang="en-US" altLang="zh-CN" sz="1200" b="1" dirty="0">
                          <a:latin typeface="微软雅黑" panose="020B0503020204020204" pitchFamily="34" charset="-122"/>
                          <a:ea typeface="微软雅黑" panose="020B0503020204020204" pitchFamily="34" charset="-122"/>
                        </a:rPr>
                        <a:t>0.044</a:t>
                      </a: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379615246"/>
                  </a:ext>
                </a:extLst>
              </a:tr>
            </a:tbl>
          </a:graphicData>
        </a:graphic>
      </p:graphicFrame>
    </p:spTree>
    <p:extLst>
      <p:ext uri="{BB962C8B-B14F-4D97-AF65-F5344CB8AC3E}">
        <p14:creationId xmlns:p14="http://schemas.microsoft.com/office/powerpoint/2010/main" val="27951970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54B9F1F9-5B5F-9338-C746-46C0BA2ACD40}"/>
              </a:ext>
            </a:extLst>
          </p:cNvPr>
          <p:cNvSpPr/>
          <p:nvPr/>
        </p:nvSpPr>
        <p:spPr>
          <a:xfrm>
            <a:off x="0" y="0"/>
            <a:ext cx="12192000" cy="574177"/>
          </a:xfrm>
          <a:prstGeom prst="rect">
            <a:avLst/>
          </a:prstGeom>
          <a:solidFill>
            <a:srgbClr val="3B3B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DengXian"/>
              <a:ea typeface="DengXian" panose="02010600030101010101" pitchFamily="2" charset="-122"/>
              <a:cs typeface="+mn-cs"/>
            </a:endParaRPr>
          </a:p>
        </p:txBody>
      </p:sp>
      <p:sp>
        <p:nvSpPr>
          <p:cNvPr id="11" name="文本框 10">
            <a:extLst>
              <a:ext uri="{FF2B5EF4-FFF2-40B4-BE49-F238E27FC236}">
                <a16:creationId xmlns:a16="http://schemas.microsoft.com/office/drawing/2014/main" id="{6D659CC5-71FB-E735-6934-70E6423203EF}"/>
              </a:ext>
            </a:extLst>
          </p:cNvPr>
          <p:cNvSpPr txBox="1"/>
          <p:nvPr/>
        </p:nvSpPr>
        <p:spPr>
          <a:xfrm>
            <a:off x="126998" y="102938"/>
            <a:ext cx="938783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1. </a:t>
            </a:r>
            <a:r>
              <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蒙西储能运营收益总览 </a:t>
            </a:r>
            <a:r>
              <a:rPr lang="en-US" altLang="zh-CN" sz="1600">
                <a:solidFill>
                  <a:schemeClr val="accent4">
                    <a:lumMod val="20000"/>
                    <a:lumOff val="80000"/>
                  </a:schemeClr>
                </a:solidFill>
                <a:latin typeface="微软雅黑" panose="020B0503020204020204" pitchFamily="34" charset="-122"/>
                <a:ea typeface="微软雅黑" panose="020B0503020204020204" pitchFamily="34" charset="-122"/>
              </a:rPr>
              <a:t>–</a:t>
            </a:r>
            <a:r>
              <a:rPr lang="zh-CN" altLang="en-US" sz="1600">
                <a:solidFill>
                  <a:schemeClr val="accent4">
                    <a:lumMod val="20000"/>
                    <a:lumOff val="80000"/>
                  </a:schemeClr>
                </a:solidFill>
                <a:latin typeface="微软雅黑" panose="020B0503020204020204" pitchFamily="34" charset="-122"/>
                <a:ea typeface="微软雅黑" panose="020B0503020204020204" pitchFamily="34" charset="-122"/>
              </a:rPr>
              <a:t>随着对于市场的熟悉，场站收益逐渐提高并趋于稳定</a:t>
            </a:r>
            <a:endParaRPr kumimoji="0" lang="zh-CN" altLang="en-US" sz="1800" b="0" i="0" u="none" strike="noStrike" kern="1200" cap="none" spc="0" normalizeH="0" baseline="0" noProof="0">
              <a:ln>
                <a:noFill/>
              </a:ln>
              <a:solidFill>
                <a:schemeClr val="accent4">
                  <a:lumMod val="20000"/>
                  <a:lumOff val="80000"/>
                </a:schemeClr>
              </a:solidFill>
              <a:effectLst/>
              <a:uLnTx/>
              <a:uFillTx/>
              <a:latin typeface="微软雅黑" panose="020B0503020204020204" pitchFamily="34" charset="-122"/>
              <a:ea typeface="微软雅黑" panose="020B0503020204020204" pitchFamily="34" charset="-122"/>
              <a:cs typeface="+mn-cs"/>
            </a:endParaRPr>
          </a:p>
        </p:txBody>
      </p:sp>
      <p:grpSp>
        <p:nvGrpSpPr>
          <p:cNvPr id="30" name="组合 29">
            <a:extLst>
              <a:ext uri="{FF2B5EF4-FFF2-40B4-BE49-F238E27FC236}">
                <a16:creationId xmlns:a16="http://schemas.microsoft.com/office/drawing/2014/main" id="{CAC3027C-9183-96C9-3CDA-EB5D70A1006E}"/>
              </a:ext>
            </a:extLst>
          </p:cNvPr>
          <p:cNvGrpSpPr>
            <a:grpSpLocks noChangeAspect="1"/>
          </p:cNvGrpSpPr>
          <p:nvPr/>
        </p:nvGrpSpPr>
        <p:grpSpPr>
          <a:xfrm>
            <a:off x="126998" y="574176"/>
            <a:ext cx="5601633" cy="4740773"/>
            <a:chOff x="256032" y="566928"/>
            <a:chExt cx="4251960" cy="2057400"/>
          </a:xfrm>
        </p:grpSpPr>
        <p:pic>
          <p:nvPicPr>
            <p:cNvPr id="19" name="Picture 4" descr="ppt_chart1_revenue.png">
              <a:extLst>
                <a:ext uri="{FF2B5EF4-FFF2-40B4-BE49-F238E27FC236}">
                  <a16:creationId xmlns:a16="http://schemas.microsoft.com/office/drawing/2014/main" id="{BF49A570-E25B-D69E-246A-26A97C1248C2}"/>
                </a:ext>
              </a:extLst>
            </p:cNvPr>
            <p:cNvPicPr>
              <a:picLocks noChangeAspect="1"/>
            </p:cNvPicPr>
            <p:nvPr/>
          </p:nvPicPr>
          <p:blipFill>
            <a:blip r:embed="rId2"/>
            <a:stretch>
              <a:fillRect/>
            </a:stretch>
          </p:blipFill>
          <p:spPr>
            <a:xfrm>
              <a:off x="256032" y="566928"/>
              <a:ext cx="4251960" cy="2057400"/>
            </a:xfrm>
            <a:prstGeom prst="rect">
              <a:avLst/>
            </a:prstGeom>
          </p:spPr>
        </p:pic>
        <p:sp>
          <p:nvSpPr>
            <p:cNvPr id="20" name="Rectangle 5">
              <a:extLst>
                <a:ext uri="{FF2B5EF4-FFF2-40B4-BE49-F238E27FC236}">
                  <a16:creationId xmlns:a16="http://schemas.microsoft.com/office/drawing/2014/main" id="{2C12E2FF-3D70-D0A6-B1D9-5AA29988E86C}"/>
                </a:ext>
              </a:extLst>
            </p:cNvPr>
            <p:cNvSpPr/>
            <p:nvPr/>
          </p:nvSpPr>
          <p:spPr>
            <a:xfrm>
              <a:off x="256032" y="566928"/>
              <a:ext cx="4251960" cy="2057400"/>
            </a:xfrm>
            <a:prstGeom prst="rect">
              <a:avLst/>
            </a:prstGeom>
            <a:no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grpSp>
        <p:nvGrpSpPr>
          <p:cNvPr id="29" name="组合 28">
            <a:extLst>
              <a:ext uri="{FF2B5EF4-FFF2-40B4-BE49-F238E27FC236}">
                <a16:creationId xmlns:a16="http://schemas.microsoft.com/office/drawing/2014/main" id="{1F6A0A87-F662-CAB1-977D-8FDCB800C30D}"/>
              </a:ext>
            </a:extLst>
          </p:cNvPr>
          <p:cNvGrpSpPr>
            <a:grpSpLocks noChangeAspect="1"/>
          </p:cNvGrpSpPr>
          <p:nvPr/>
        </p:nvGrpSpPr>
        <p:grpSpPr>
          <a:xfrm>
            <a:off x="6200775" y="574177"/>
            <a:ext cx="5805142" cy="4740772"/>
            <a:chOff x="4636008" y="566928"/>
            <a:chExt cx="4251960" cy="2057400"/>
          </a:xfrm>
        </p:grpSpPr>
        <p:pic>
          <p:nvPicPr>
            <p:cNvPr id="21" name="Picture 6" descr="ppt_chart2_ranking.png">
              <a:extLst>
                <a:ext uri="{FF2B5EF4-FFF2-40B4-BE49-F238E27FC236}">
                  <a16:creationId xmlns:a16="http://schemas.microsoft.com/office/drawing/2014/main" id="{9CE9F55A-81F2-9E4C-2B04-F8FD436980F3}"/>
                </a:ext>
              </a:extLst>
            </p:cNvPr>
            <p:cNvPicPr>
              <a:picLocks noChangeAspect="1"/>
            </p:cNvPicPr>
            <p:nvPr/>
          </p:nvPicPr>
          <p:blipFill>
            <a:blip r:embed="rId3"/>
            <a:stretch>
              <a:fillRect/>
            </a:stretch>
          </p:blipFill>
          <p:spPr>
            <a:xfrm>
              <a:off x="4636008" y="566928"/>
              <a:ext cx="4251960" cy="2057400"/>
            </a:xfrm>
            <a:prstGeom prst="rect">
              <a:avLst/>
            </a:prstGeom>
          </p:spPr>
        </p:pic>
        <p:sp>
          <p:nvSpPr>
            <p:cNvPr id="22" name="Rectangle 7">
              <a:extLst>
                <a:ext uri="{FF2B5EF4-FFF2-40B4-BE49-F238E27FC236}">
                  <a16:creationId xmlns:a16="http://schemas.microsoft.com/office/drawing/2014/main" id="{5A0A8DC5-2EB3-E1CC-9454-6CA53AE13596}"/>
                </a:ext>
              </a:extLst>
            </p:cNvPr>
            <p:cNvSpPr/>
            <p:nvPr/>
          </p:nvSpPr>
          <p:spPr>
            <a:xfrm>
              <a:off x="4636008" y="566928"/>
              <a:ext cx="4251960" cy="2057400"/>
            </a:xfrm>
            <a:prstGeom prst="rect">
              <a:avLst/>
            </a:prstGeom>
            <a:no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2" name="文本框 1">
            <a:extLst>
              <a:ext uri="{FF2B5EF4-FFF2-40B4-BE49-F238E27FC236}">
                <a16:creationId xmlns:a16="http://schemas.microsoft.com/office/drawing/2014/main" id="{30860A2F-C6C0-AAA5-AB5D-5238003F70A1}"/>
              </a:ext>
            </a:extLst>
          </p:cNvPr>
          <p:cNvSpPr txBox="1"/>
          <p:nvPr/>
        </p:nvSpPr>
        <p:spPr>
          <a:xfrm>
            <a:off x="186084" y="5314949"/>
            <a:ext cx="5728631" cy="777457"/>
          </a:xfrm>
          <a:prstGeom prst="rect">
            <a:avLst/>
          </a:prstGeom>
          <a:noFill/>
        </p:spPr>
        <p:txBody>
          <a:bodyPr wrap="square">
            <a:spAutoFit/>
          </a:bodyPr>
          <a:lstStyle/>
          <a:p>
            <a:pPr lvl="0">
              <a:lnSpc>
                <a:spcPct val="130000"/>
              </a:lnSpc>
              <a:defRPr/>
            </a:pPr>
            <a:r>
              <a:rPr lang="zh-CN" altLang="en-US" b="1" dirty="0">
                <a:solidFill>
                  <a:prstClr val="black"/>
                </a:solidFill>
                <a:latin typeface="微软雅黑" panose="020B0503020204020204" pitchFamily="34" charset="-122"/>
                <a:ea typeface="微软雅黑" panose="020B0503020204020204" pitchFamily="34" charset="-122"/>
                <a:sym typeface="+mn-ea"/>
              </a:rPr>
              <a:t>逐月收益</a:t>
            </a:r>
            <a:r>
              <a:rPr lang="zh-CN" altLang="en-US" dirty="0">
                <a:solidFill>
                  <a:prstClr val="black"/>
                </a:solidFill>
                <a:latin typeface="微软雅黑" panose="020B0503020204020204" pitchFamily="34" charset="-122"/>
                <a:ea typeface="微软雅黑" panose="020B0503020204020204" pitchFamily="34" charset="-122"/>
                <a:sym typeface="+mn-ea"/>
              </a:rPr>
              <a:t>，</a:t>
            </a:r>
            <a:r>
              <a:rPr lang="zh-CN" altLang="en-US" b="1" dirty="0">
                <a:solidFill>
                  <a:prstClr val="black"/>
                </a:solidFill>
                <a:latin typeface="微软雅黑" panose="020B0503020204020204" pitchFamily="34" charset="-122"/>
                <a:ea typeface="微软雅黑" panose="020B0503020204020204" pitchFamily="34" charset="-122"/>
                <a:sym typeface="+mn-ea"/>
              </a:rPr>
              <a:t>上半年</a:t>
            </a:r>
            <a:r>
              <a:rPr lang="en-US" altLang="zh-CN" b="1" dirty="0">
                <a:solidFill>
                  <a:prstClr val="black"/>
                </a:solidFill>
                <a:latin typeface="微软雅黑" panose="020B0503020204020204" pitchFamily="34" charset="-122"/>
                <a:ea typeface="微软雅黑" panose="020B0503020204020204" pitchFamily="34" charset="-122"/>
                <a:sym typeface="+mn-ea"/>
              </a:rPr>
              <a:t>5</a:t>
            </a:r>
            <a:r>
              <a:rPr lang="zh-CN" altLang="en-US" b="1" dirty="0">
                <a:solidFill>
                  <a:prstClr val="black"/>
                </a:solidFill>
                <a:latin typeface="微软雅黑" panose="020B0503020204020204" pitchFamily="34" charset="-122"/>
                <a:ea typeface="微软雅黑" panose="020B0503020204020204" pitchFamily="34" charset="-122"/>
                <a:sym typeface="+mn-ea"/>
              </a:rPr>
              <a:t>月整体收益最好，</a:t>
            </a:r>
            <a:r>
              <a:rPr lang="en-US" altLang="zh-CN" b="1" dirty="0">
                <a:solidFill>
                  <a:prstClr val="black"/>
                </a:solidFill>
                <a:latin typeface="微软雅黑" panose="020B0503020204020204" pitchFamily="34" charset="-122"/>
                <a:ea typeface="微软雅黑" panose="020B0503020204020204" pitchFamily="34" charset="-122"/>
                <a:sym typeface="+mn-ea"/>
              </a:rPr>
              <a:t>2</a:t>
            </a:r>
            <a:r>
              <a:rPr lang="zh-CN" altLang="en-US" b="1" dirty="0">
                <a:solidFill>
                  <a:prstClr val="black"/>
                </a:solidFill>
                <a:latin typeface="微软雅黑" panose="020B0503020204020204" pitchFamily="34" charset="-122"/>
                <a:ea typeface="微软雅黑" panose="020B0503020204020204" pitchFamily="34" charset="-122"/>
                <a:sym typeface="+mn-ea"/>
              </a:rPr>
              <a:t>月收益最低</a:t>
            </a:r>
            <a:endParaRPr lang="en-US" altLang="zh-CN" b="1" dirty="0">
              <a:solidFill>
                <a:prstClr val="black"/>
              </a:solidFill>
              <a:latin typeface="微软雅黑" panose="020B0503020204020204" pitchFamily="34" charset="-122"/>
              <a:ea typeface="微软雅黑" panose="020B0503020204020204" pitchFamily="34" charset="-122"/>
              <a:sym typeface="+mn-ea"/>
            </a:endParaRPr>
          </a:p>
          <a:p>
            <a:pPr lvl="0">
              <a:lnSpc>
                <a:spcPct val="130000"/>
              </a:lnSpc>
              <a:defRPr/>
            </a:pPr>
            <a:r>
              <a:rPr lang="zh-CN" altLang="en-US" sz="1800" b="1" dirty="0">
                <a:solidFill>
                  <a:prstClr val="black"/>
                </a:solidFill>
                <a:latin typeface="微软雅黑" panose="020B0503020204020204" pitchFamily="34" charset="-122"/>
                <a:ea typeface="微软雅黑" panose="020B0503020204020204" pitchFamily="34" charset="-122"/>
                <a:sym typeface="+mn-ea"/>
              </a:rPr>
              <a:t>主要受</a:t>
            </a:r>
            <a:endParaRPr lang="en-US" altLang="zh-CN" sz="1800" b="1" dirty="0">
              <a:solidFill>
                <a:prstClr val="black"/>
              </a:solidFill>
              <a:latin typeface="微软雅黑" panose="020B0503020204020204" pitchFamily="34" charset="-122"/>
              <a:ea typeface="微软雅黑" panose="020B0503020204020204" pitchFamily="34" charset="-122"/>
              <a:sym typeface="+mn-ea"/>
            </a:endParaRPr>
          </a:p>
        </p:txBody>
      </p:sp>
      <p:sp>
        <p:nvSpPr>
          <p:cNvPr id="3" name="文本框 2">
            <a:extLst>
              <a:ext uri="{FF2B5EF4-FFF2-40B4-BE49-F238E27FC236}">
                <a16:creationId xmlns:a16="http://schemas.microsoft.com/office/drawing/2014/main" id="{6D5CC1D1-72DB-0986-AD15-4B305EA1B4E2}"/>
              </a:ext>
            </a:extLst>
          </p:cNvPr>
          <p:cNvSpPr txBox="1"/>
          <p:nvPr/>
        </p:nvSpPr>
        <p:spPr>
          <a:xfrm>
            <a:off x="6091200" y="5314949"/>
            <a:ext cx="5728631" cy="777457"/>
          </a:xfrm>
          <a:prstGeom prst="rect">
            <a:avLst/>
          </a:prstGeom>
          <a:noFill/>
        </p:spPr>
        <p:txBody>
          <a:bodyPr wrap="square">
            <a:spAutoFit/>
          </a:bodyPr>
          <a:lstStyle/>
          <a:p>
            <a:pPr lvl="0">
              <a:lnSpc>
                <a:spcPct val="130000"/>
              </a:lnSpc>
              <a:defRPr/>
            </a:pPr>
            <a:r>
              <a:rPr lang="zh-CN" altLang="en-US" sz="1800" b="1" dirty="0">
                <a:solidFill>
                  <a:prstClr val="black"/>
                </a:solidFill>
                <a:latin typeface="微软雅黑" panose="020B0503020204020204" pitchFamily="34" charset="-122"/>
                <a:ea typeface="微软雅黑" panose="020B0503020204020204" pitchFamily="34" charset="-122"/>
                <a:sym typeface="+mn-ea"/>
              </a:rPr>
              <a:t>收益排名，</a:t>
            </a:r>
            <a:r>
              <a:rPr lang="en-US" altLang="zh-CN" b="1" dirty="0">
                <a:solidFill>
                  <a:prstClr val="black"/>
                </a:solidFill>
                <a:latin typeface="微软雅黑" panose="020B0503020204020204" pitchFamily="34" charset="-122"/>
                <a:ea typeface="微软雅黑" panose="020B0503020204020204" pitchFamily="34" charset="-122"/>
                <a:sym typeface="+mn-ea"/>
              </a:rPr>
              <a:t>1</a:t>
            </a:r>
            <a:r>
              <a:rPr lang="zh-CN" altLang="en-US" b="1" dirty="0">
                <a:solidFill>
                  <a:prstClr val="black"/>
                </a:solidFill>
                <a:latin typeface="微软雅黑" panose="020B0503020204020204" pitchFamily="34" charset="-122"/>
                <a:ea typeface="微软雅黑" panose="020B0503020204020204" pitchFamily="34" charset="-122"/>
                <a:sym typeface="+mn-ea"/>
              </a:rPr>
              <a:t>月、</a:t>
            </a:r>
            <a:r>
              <a:rPr lang="en-US" altLang="zh-CN" b="1" dirty="0">
                <a:solidFill>
                  <a:prstClr val="black"/>
                </a:solidFill>
                <a:latin typeface="微软雅黑" panose="020B0503020204020204" pitchFamily="34" charset="-122"/>
                <a:ea typeface="微软雅黑" panose="020B0503020204020204" pitchFamily="34" charset="-122"/>
                <a:sym typeface="+mn-ea"/>
              </a:rPr>
              <a:t>2</a:t>
            </a:r>
            <a:r>
              <a:rPr lang="zh-CN" altLang="en-US" b="1" dirty="0">
                <a:solidFill>
                  <a:prstClr val="black"/>
                </a:solidFill>
                <a:latin typeface="微软雅黑" panose="020B0503020204020204" pitchFamily="34" charset="-122"/>
                <a:ea typeface="微软雅黑" panose="020B0503020204020204" pitchFamily="34" charset="-122"/>
                <a:sym typeface="+mn-ea"/>
              </a:rPr>
              <a:t>月处于市场熟悉与规则摸索阶段，随后</a:t>
            </a:r>
            <a:r>
              <a:rPr lang="en-US" altLang="zh-CN" b="1" dirty="0">
                <a:solidFill>
                  <a:prstClr val="black"/>
                </a:solidFill>
                <a:latin typeface="微软雅黑" panose="020B0503020204020204" pitchFamily="34" charset="-122"/>
                <a:ea typeface="微软雅黑" panose="020B0503020204020204" pitchFamily="34" charset="-122"/>
                <a:sym typeface="+mn-ea"/>
              </a:rPr>
              <a:t>3</a:t>
            </a:r>
            <a:r>
              <a:rPr lang="zh-CN" altLang="en-US" b="1" dirty="0">
                <a:solidFill>
                  <a:prstClr val="black"/>
                </a:solidFill>
                <a:latin typeface="微软雅黑" panose="020B0503020204020204" pitchFamily="34" charset="-122"/>
                <a:ea typeface="微软雅黑" panose="020B0503020204020204" pitchFamily="34" charset="-122"/>
                <a:sym typeface="+mn-ea"/>
              </a:rPr>
              <a:t>、</a:t>
            </a:r>
            <a:r>
              <a:rPr lang="en-US" altLang="zh-CN" b="1" dirty="0">
                <a:solidFill>
                  <a:prstClr val="black"/>
                </a:solidFill>
                <a:latin typeface="微软雅黑" panose="020B0503020204020204" pitchFamily="34" charset="-122"/>
                <a:ea typeface="微软雅黑" panose="020B0503020204020204" pitchFamily="34" charset="-122"/>
                <a:sym typeface="+mn-ea"/>
              </a:rPr>
              <a:t>4</a:t>
            </a:r>
            <a:r>
              <a:rPr lang="zh-CN" altLang="en-US" b="1" dirty="0">
                <a:solidFill>
                  <a:prstClr val="black"/>
                </a:solidFill>
                <a:latin typeface="微软雅黑" panose="020B0503020204020204" pitchFamily="34" charset="-122"/>
                <a:ea typeface="微软雅黑" panose="020B0503020204020204" pitchFamily="34" charset="-122"/>
                <a:sym typeface="+mn-ea"/>
              </a:rPr>
              <a:t>、</a:t>
            </a:r>
            <a:r>
              <a:rPr lang="en-US" altLang="zh-CN" b="1" dirty="0">
                <a:solidFill>
                  <a:prstClr val="black"/>
                </a:solidFill>
                <a:latin typeface="微软雅黑" panose="020B0503020204020204" pitchFamily="34" charset="-122"/>
                <a:ea typeface="微软雅黑" panose="020B0503020204020204" pitchFamily="34" charset="-122"/>
                <a:sym typeface="+mn-ea"/>
              </a:rPr>
              <a:t>5</a:t>
            </a:r>
            <a:r>
              <a:rPr lang="zh-CN" altLang="en-US" b="1" dirty="0">
                <a:solidFill>
                  <a:prstClr val="black"/>
                </a:solidFill>
                <a:latin typeface="微软雅黑" panose="020B0503020204020204" pitchFamily="34" charset="-122"/>
                <a:ea typeface="微软雅黑" panose="020B0503020204020204" pitchFamily="34" charset="-122"/>
                <a:sym typeface="+mn-ea"/>
              </a:rPr>
              <a:t>月整体排名处于上升趋势</a:t>
            </a:r>
            <a:endParaRPr lang="en-US" altLang="zh-CN" sz="1800" b="1" dirty="0">
              <a:solidFill>
                <a:prstClr val="black"/>
              </a:solidFill>
              <a:latin typeface="微软雅黑" panose="020B0503020204020204" pitchFamily="34" charset="-122"/>
              <a:ea typeface="微软雅黑" panose="020B0503020204020204" pitchFamily="34" charset="-122"/>
              <a:sym typeface="+mn-ea"/>
            </a:endParaRPr>
          </a:p>
        </p:txBody>
      </p:sp>
    </p:spTree>
    <p:extLst>
      <p:ext uri="{BB962C8B-B14F-4D97-AF65-F5344CB8AC3E}">
        <p14:creationId xmlns:p14="http://schemas.microsoft.com/office/powerpoint/2010/main" val="33017358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B15A0-7322-B4F7-118C-25221CDE97C9}"/>
            </a:ext>
          </a:extLst>
        </p:cNvPr>
        <p:cNvGrpSpPr/>
        <p:nvPr/>
      </p:nvGrpSpPr>
      <p:grpSpPr>
        <a:xfrm>
          <a:off x="0" y="0"/>
          <a:ext cx="0" cy="0"/>
          <a:chOff x="0" y="0"/>
          <a:chExt cx="0" cy="0"/>
        </a:xfrm>
      </p:grpSpPr>
      <p:sp>
        <p:nvSpPr>
          <p:cNvPr id="10" name="矩形 9">
            <a:extLst>
              <a:ext uri="{FF2B5EF4-FFF2-40B4-BE49-F238E27FC236}">
                <a16:creationId xmlns:a16="http://schemas.microsoft.com/office/drawing/2014/main" id="{266E0AD9-181F-5B5E-B4F7-3EA4A947DC91}"/>
              </a:ext>
            </a:extLst>
          </p:cNvPr>
          <p:cNvSpPr/>
          <p:nvPr/>
        </p:nvSpPr>
        <p:spPr>
          <a:xfrm>
            <a:off x="0" y="0"/>
            <a:ext cx="12192000" cy="574177"/>
          </a:xfrm>
          <a:prstGeom prst="rect">
            <a:avLst/>
          </a:prstGeom>
          <a:solidFill>
            <a:srgbClr val="3B3B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DengXian"/>
              <a:ea typeface="DengXian" panose="02010600030101010101" pitchFamily="2" charset="-122"/>
              <a:cs typeface="+mn-cs"/>
            </a:endParaRPr>
          </a:p>
        </p:txBody>
      </p:sp>
      <p:sp>
        <p:nvSpPr>
          <p:cNvPr id="11" name="文本框 10">
            <a:extLst>
              <a:ext uri="{FF2B5EF4-FFF2-40B4-BE49-F238E27FC236}">
                <a16:creationId xmlns:a16="http://schemas.microsoft.com/office/drawing/2014/main" id="{AD3C8A54-8798-F4E4-39BE-FFA5E4098BFE}"/>
              </a:ext>
            </a:extLst>
          </p:cNvPr>
          <p:cNvSpPr txBox="1"/>
          <p:nvPr/>
        </p:nvSpPr>
        <p:spPr>
          <a:xfrm>
            <a:off x="126998" y="102938"/>
            <a:ext cx="938783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1. </a:t>
            </a:r>
            <a:r>
              <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蒙西储能运营收益总览 </a:t>
            </a:r>
            <a:r>
              <a:rPr lang="en-US" altLang="zh-CN" sz="1600">
                <a:solidFill>
                  <a:schemeClr val="accent4">
                    <a:lumMod val="20000"/>
                    <a:lumOff val="80000"/>
                  </a:schemeClr>
                </a:solidFill>
                <a:latin typeface="微软雅黑" panose="020B0503020204020204" pitchFamily="34" charset="-122"/>
                <a:ea typeface="微软雅黑" panose="020B0503020204020204" pitchFamily="34" charset="-122"/>
              </a:rPr>
              <a:t>–</a:t>
            </a:r>
            <a:r>
              <a:rPr lang="zh-CN" altLang="en-US" sz="1600">
                <a:solidFill>
                  <a:schemeClr val="accent4">
                    <a:lumMod val="20000"/>
                    <a:lumOff val="80000"/>
                  </a:schemeClr>
                </a:solidFill>
                <a:latin typeface="微软雅黑" panose="020B0503020204020204" pitchFamily="34" charset="-122"/>
                <a:ea typeface="微软雅黑" panose="020B0503020204020204" pitchFamily="34" charset="-122"/>
              </a:rPr>
              <a:t>随着对于市场的熟悉，场站收益逐渐提高并趋于稳定</a:t>
            </a:r>
            <a:endParaRPr kumimoji="0" lang="zh-CN" altLang="en-US" sz="1800" b="0" i="0" u="none" strike="noStrike" kern="1200" cap="none" spc="0" normalizeH="0" baseline="0" noProof="0">
              <a:ln>
                <a:noFill/>
              </a:ln>
              <a:solidFill>
                <a:schemeClr val="accent4">
                  <a:lumMod val="20000"/>
                  <a:lumOff val="80000"/>
                </a:schemeClr>
              </a:solidFill>
              <a:effectLst/>
              <a:uLnTx/>
              <a:uFillTx/>
              <a:latin typeface="微软雅黑" panose="020B0503020204020204" pitchFamily="34" charset="-122"/>
              <a:ea typeface="微软雅黑" panose="020B0503020204020204" pitchFamily="34" charset="-122"/>
              <a:cs typeface="+mn-cs"/>
            </a:endParaRPr>
          </a:p>
        </p:txBody>
      </p:sp>
      <p:grpSp>
        <p:nvGrpSpPr>
          <p:cNvPr id="28" name="组合 27">
            <a:extLst>
              <a:ext uri="{FF2B5EF4-FFF2-40B4-BE49-F238E27FC236}">
                <a16:creationId xmlns:a16="http://schemas.microsoft.com/office/drawing/2014/main" id="{3309C848-23BC-5B15-C7A2-D0B370B57CF0}"/>
              </a:ext>
            </a:extLst>
          </p:cNvPr>
          <p:cNvGrpSpPr>
            <a:grpSpLocks noChangeAspect="1"/>
          </p:cNvGrpSpPr>
          <p:nvPr/>
        </p:nvGrpSpPr>
        <p:grpSpPr>
          <a:xfrm>
            <a:off x="0" y="782977"/>
            <a:ext cx="5848350" cy="4027148"/>
            <a:chOff x="256032" y="2715768"/>
            <a:chExt cx="4251960" cy="2057400"/>
          </a:xfrm>
        </p:grpSpPr>
        <p:pic>
          <p:nvPicPr>
            <p:cNvPr id="23" name="Picture 8" descr="ppt_chart3_cycles.png">
              <a:extLst>
                <a:ext uri="{FF2B5EF4-FFF2-40B4-BE49-F238E27FC236}">
                  <a16:creationId xmlns:a16="http://schemas.microsoft.com/office/drawing/2014/main" id="{74A01AF8-E5D8-F5D8-CAEA-B7BD9099C2E5}"/>
                </a:ext>
              </a:extLst>
            </p:cNvPr>
            <p:cNvPicPr>
              <a:picLocks noChangeAspect="1"/>
            </p:cNvPicPr>
            <p:nvPr/>
          </p:nvPicPr>
          <p:blipFill>
            <a:blip r:embed="rId2"/>
            <a:stretch>
              <a:fillRect/>
            </a:stretch>
          </p:blipFill>
          <p:spPr>
            <a:xfrm>
              <a:off x="256032" y="2715768"/>
              <a:ext cx="4251960" cy="2057400"/>
            </a:xfrm>
            <a:prstGeom prst="rect">
              <a:avLst/>
            </a:prstGeom>
          </p:spPr>
        </p:pic>
        <p:sp>
          <p:nvSpPr>
            <p:cNvPr id="24" name="Rectangle 9">
              <a:extLst>
                <a:ext uri="{FF2B5EF4-FFF2-40B4-BE49-F238E27FC236}">
                  <a16:creationId xmlns:a16="http://schemas.microsoft.com/office/drawing/2014/main" id="{019A952D-3E59-1AE2-9969-470C95AB9407}"/>
                </a:ext>
              </a:extLst>
            </p:cNvPr>
            <p:cNvSpPr/>
            <p:nvPr/>
          </p:nvSpPr>
          <p:spPr>
            <a:xfrm>
              <a:off x="256032" y="2715768"/>
              <a:ext cx="4251960" cy="2057400"/>
            </a:xfrm>
            <a:prstGeom prst="rect">
              <a:avLst/>
            </a:prstGeom>
            <a:no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grpSp>
        <p:nvGrpSpPr>
          <p:cNvPr id="27" name="组合 26">
            <a:extLst>
              <a:ext uri="{FF2B5EF4-FFF2-40B4-BE49-F238E27FC236}">
                <a16:creationId xmlns:a16="http://schemas.microsoft.com/office/drawing/2014/main" id="{4CA56382-2DA0-061F-06D7-777A465D83AE}"/>
              </a:ext>
            </a:extLst>
          </p:cNvPr>
          <p:cNvGrpSpPr>
            <a:grpSpLocks noChangeAspect="1"/>
          </p:cNvGrpSpPr>
          <p:nvPr/>
        </p:nvGrpSpPr>
        <p:grpSpPr>
          <a:xfrm>
            <a:off x="6257924" y="782976"/>
            <a:ext cx="5938875" cy="4027149"/>
            <a:chOff x="4636008" y="2715768"/>
            <a:chExt cx="4251960" cy="2057400"/>
          </a:xfrm>
        </p:grpSpPr>
        <p:pic>
          <p:nvPicPr>
            <p:cNvPr id="25" name="Picture 10" descr="ppt_chart4_spread.png">
              <a:extLst>
                <a:ext uri="{FF2B5EF4-FFF2-40B4-BE49-F238E27FC236}">
                  <a16:creationId xmlns:a16="http://schemas.microsoft.com/office/drawing/2014/main" id="{AFC7F4AD-96C8-2A65-D030-B6EFBBBA1AAB}"/>
                </a:ext>
              </a:extLst>
            </p:cNvPr>
            <p:cNvPicPr>
              <a:picLocks noChangeAspect="1"/>
            </p:cNvPicPr>
            <p:nvPr/>
          </p:nvPicPr>
          <p:blipFill>
            <a:blip r:embed="rId3"/>
            <a:stretch>
              <a:fillRect/>
            </a:stretch>
          </p:blipFill>
          <p:spPr>
            <a:xfrm>
              <a:off x="4636008" y="2715768"/>
              <a:ext cx="4251960" cy="2057400"/>
            </a:xfrm>
            <a:prstGeom prst="rect">
              <a:avLst/>
            </a:prstGeom>
          </p:spPr>
        </p:pic>
        <p:sp>
          <p:nvSpPr>
            <p:cNvPr id="26" name="Rectangle 11">
              <a:extLst>
                <a:ext uri="{FF2B5EF4-FFF2-40B4-BE49-F238E27FC236}">
                  <a16:creationId xmlns:a16="http://schemas.microsoft.com/office/drawing/2014/main" id="{535DFA84-A654-5FAD-AD7C-25AF02540905}"/>
                </a:ext>
              </a:extLst>
            </p:cNvPr>
            <p:cNvSpPr/>
            <p:nvPr/>
          </p:nvSpPr>
          <p:spPr>
            <a:xfrm>
              <a:off x="4636008" y="2715768"/>
              <a:ext cx="4251960" cy="2057400"/>
            </a:xfrm>
            <a:prstGeom prst="rect">
              <a:avLst/>
            </a:prstGeom>
            <a:no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2" name="文本框 1">
            <a:extLst>
              <a:ext uri="{FF2B5EF4-FFF2-40B4-BE49-F238E27FC236}">
                <a16:creationId xmlns:a16="http://schemas.microsoft.com/office/drawing/2014/main" id="{01A0DBAC-1EAB-3964-FA67-CDFAA3AEEC1C}"/>
              </a:ext>
            </a:extLst>
          </p:cNvPr>
          <p:cNvSpPr txBox="1"/>
          <p:nvPr/>
        </p:nvSpPr>
        <p:spPr>
          <a:xfrm>
            <a:off x="186084" y="5314949"/>
            <a:ext cx="5728631" cy="417358"/>
          </a:xfrm>
          <a:prstGeom prst="rect">
            <a:avLst/>
          </a:prstGeom>
          <a:noFill/>
        </p:spPr>
        <p:txBody>
          <a:bodyPr wrap="square">
            <a:spAutoFit/>
          </a:bodyPr>
          <a:lstStyle/>
          <a:p>
            <a:pPr lvl="0">
              <a:lnSpc>
                <a:spcPct val="130000"/>
              </a:lnSpc>
              <a:defRPr/>
            </a:pPr>
            <a:r>
              <a:rPr lang="zh-CN" altLang="en-US" b="1" dirty="0">
                <a:solidFill>
                  <a:prstClr val="black"/>
                </a:solidFill>
                <a:latin typeface="微软雅黑" panose="020B0503020204020204" pitchFamily="34" charset="-122"/>
                <a:ea typeface="微软雅黑" panose="020B0503020204020204" pitchFamily="34" charset="-122"/>
                <a:sym typeface="+mn-ea"/>
              </a:rPr>
              <a:t>充电次数受市场环境影响较大，</a:t>
            </a:r>
            <a:r>
              <a:rPr lang="en-US" altLang="zh-CN" b="1" dirty="0">
                <a:solidFill>
                  <a:prstClr val="black"/>
                </a:solidFill>
                <a:latin typeface="微软雅黑" panose="020B0503020204020204" pitchFamily="34" charset="-122"/>
                <a:ea typeface="微软雅黑" panose="020B0503020204020204" pitchFamily="34" charset="-122"/>
                <a:sym typeface="+mn-ea"/>
              </a:rPr>
              <a:t>5</a:t>
            </a:r>
            <a:r>
              <a:rPr lang="zh-CN" altLang="en-US" b="1" dirty="0">
                <a:solidFill>
                  <a:prstClr val="black"/>
                </a:solidFill>
                <a:latin typeface="微软雅黑" panose="020B0503020204020204" pitchFamily="34" charset="-122"/>
                <a:ea typeface="微软雅黑" panose="020B0503020204020204" pitchFamily="34" charset="-122"/>
                <a:sym typeface="+mn-ea"/>
              </a:rPr>
              <a:t>月最高，</a:t>
            </a:r>
            <a:r>
              <a:rPr lang="en-US" altLang="zh-CN" b="1" dirty="0">
                <a:solidFill>
                  <a:prstClr val="black"/>
                </a:solidFill>
                <a:latin typeface="微软雅黑" panose="020B0503020204020204" pitchFamily="34" charset="-122"/>
                <a:ea typeface="微软雅黑" panose="020B0503020204020204" pitchFamily="34" charset="-122"/>
                <a:sym typeface="+mn-ea"/>
              </a:rPr>
              <a:t>2</a:t>
            </a:r>
            <a:r>
              <a:rPr lang="zh-CN" altLang="en-US" b="1" dirty="0">
                <a:solidFill>
                  <a:prstClr val="black"/>
                </a:solidFill>
                <a:latin typeface="微软雅黑" panose="020B0503020204020204" pitchFamily="34" charset="-122"/>
                <a:ea typeface="微软雅黑" panose="020B0503020204020204" pitchFamily="34" charset="-122"/>
                <a:sym typeface="+mn-ea"/>
              </a:rPr>
              <a:t>、</a:t>
            </a:r>
            <a:r>
              <a:rPr lang="en-US" altLang="zh-CN" b="1" dirty="0">
                <a:solidFill>
                  <a:prstClr val="black"/>
                </a:solidFill>
                <a:latin typeface="微软雅黑" panose="020B0503020204020204" pitchFamily="34" charset="-122"/>
                <a:ea typeface="微软雅黑" panose="020B0503020204020204" pitchFamily="34" charset="-122"/>
                <a:sym typeface="+mn-ea"/>
              </a:rPr>
              <a:t>4</a:t>
            </a:r>
            <a:r>
              <a:rPr lang="zh-CN" altLang="en-US" b="1" dirty="0">
                <a:solidFill>
                  <a:prstClr val="black"/>
                </a:solidFill>
                <a:latin typeface="微软雅黑" panose="020B0503020204020204" pitchFamily="34" charset="-122"/>
                <a:ea typeface="微软雅黑" panose="020B0503020204020204" pitchFamily="34" charset="-122"/>
                <a:sym typeface="+mn-ea"/>
              </a:rPr>
              <a:t>月较低</a:t>
            </a:r>
            <a:endParaRPr lang="en-US" altLang="zh-CN" sz="1800" b="1" dirty="0">
              <a:solidFill>
                <a:prstClr val="black"/>
              </a:solidFill>
              <a:latin typeface="微软雅黑" panose="020B0503020204020204" pitchFamily="34" charset="-122"/>
              <a:ea typeface="微软雅黑" panose="020B0503020204020204" pitchFamily="34" charset="-122"/>
              <a:sym typeface="+mn-ea"/>
            </a:endParaRPr>
          </a:p>
        </p:txBody>
      </p:sp>
      <p:sp>
        <p:nvSpPr>
          <p:cNvPr id="3" name="文本框 2">
            <a:extLst>
              <a:ext uri="{FF2B5EF4-FFF2-40B4-BE49-F238E27FC236}">
                <a16:creationId xmlns:a16="http://schemas.microsoft.com/office/drawing/2014/main" id="{31DBA205-F24D-7940-7287-F4B6D472E90C}"/>
              </a:ext>
            </a:extLst>
          </p:cNvPr>
          <p:cNvSpPr txBox="1"/>
          <p:nvPr/>
        </p:nvSpPr>
        <p:spPr>
          <a:xfrm>
            <a:off x="6277287" y="5314949"/>
            <a:ext cx="5542544" cy="417358"/>
          </a:xfrm>
          <a:prstGeom prst="rect">
            <a:avLst/>
          </a:prstGeom>
          <a:noFill/>
        </p:spPr>
        <p:txBody>
          <a:bodyPr wrap="square">
            <a:spAutoFit/>
          </a:bodyPr>
          <a:lstStyle/>
          <a:p>
            <a:pPr lvl="0">
              <a:lnSpc>
                <a:spcPct val="130000"/>
              </a:lnSpc>
              <a:defRPr/>
            </a:pPr>
            <a:r>
              <a:rPr lang="zh-CN" altLang="en-US" b="1" dirty="0">
                <a:solidFill>
                  <a:prstClr val="black"/>
                </a:solidFill>
                <a:latin typeface="微软雅黑" panose="020B0503020204020204" pitchFamily="34" charset="-122"/>
                <a:ea typeface="微软雅黑" panose="020B0503020204020204" pitchFamily="34" charset="-122"/>
                <a:sym typeface="+mn-ea"/>
              </a:rPr>
              <a:t>捕获价差，经历</a:t>
            </a:r>
            <a:r>
              <a:rPr lang="en-US" altLang="zh-CN" b="1" dirty="0">
                <a:solidFill>
                  <a:prstClr val="black"/>
                </a:solidFill>
                <a:latin typeface="微软雅黑" panose="020B0503020204020204" pitchFamily="34" charset="-122"/>
                <a:ea typeface="微软雅黑" panose="020B0503020204020204" pitchFamily="34" charset="-122"/>
                <a:sym typeface="+mn-ea"/>
              </a:rPr>
              <a:t>1</a:t>
            </a:r>
            <a:r>
              <a:rPr lang="zh-CN" altLang="en-US" b="1" dirty="0">
                <a:solidFill>
                  <a:prstClr val="black"/>
                </a:solidFill>
                <a:latin typeface="微软雅黑" panose="020B0503020204020204" pitchFamily="34" charset="-122"/>
                <a:ea typeface="微软雅黑" panose="020B0503020204020204" pitchFamily="34" charset="-122"/>
                <a:sym typeface="+mn-ea"/>
              </a:rPr>
              <a:t>、</a:t>
            </a:r>
            <a:r>
              <a:rPr lang="en-US" altLang="zh-CN" b="1" dirty="0">
                <a:solidFill>
                  <a:prstClr val="black"/>
                </a:solidFill>
                <a:latin typeface="微软雅黑" panose="020B0503020204020204" pitchFamily="34" charset="-122"/>
                <a:ea typeface="微软雅黑" panose="020B0503020204020204" pitchFamily="34" charset="-122"/>
                <a:sym typeface="+mn-ea"/>
              </a:rPr>
              <a:t>2</a:t>
            </a:r>
            <a:r>
              <a:rPr lang="zh-CN" altLang="en-US" b="1" dirty="0">
                <a:solidFill>
                  <a:prstClr val="black"/>
                </a:solidFill>
                <a:latin typeface="微软雅黑" panose="020B0503020204020204" pitchFamily="34" charset="-122"/>
                <a:ea typeface="微软雅黑" panose="020B0503020204020204" pitchFamily="34" charset="-122"/>
                <a:sym typeface="+mn-ea"/>
              </a:rPr>
              <a:t>月低迷后，</a:t>
            </a:r>
            <a:r>
              <a:rPr lang="en-US" altLang="zh-CN" b="1" dirty="0">
                <a:solidFill>
                  <a:prstClr val="black"/>
                </a:solidFill>
                <a:latin typeface="微软雅黑" panose="020B0503020204020204" pitchFamily="34" charset="-122"/>
                <a:ea typeface="微软雅黑" panose="020B0503020204020204" pitchFamily="34" charset="-122"/>
                <a:sym typeface="+mn-ea"/>
              </a:rPr>
              <a:t>3</a:t>
            </a:r>
            <a:r>
              <a:rPr lang="zh-CN" altLang="en-US" b="1" dirty="0">
                <a:solidFill>
                  <a:prstClr val="black"/>
                </a:solidFill>
                <a:latin typeface="微软雅黑" panose="020B0503020204020204" pitchFamily="34" charset="-122"/>
                <a:ea typeface="微软雅黑" panose="020B0503020204020204" pitchFamily="34" charset="-122"/>
                <a:sym typeface="+mn-ea"/>
              </a:rPr>
              <a:t>月份开始逐渐上升</a:t>
            </a:r>
            <a:endParaRPr lang="en-US" altLang="zh-CN" sz="1800" b="1" dirty="0">
              <a:solidFill>
                <a:prstClr val="black"/>
              </a:solidFill>
              <a:latin typeface="微软雅黑" panose="020B0503020204020204" pitchFamily="34" charset="-122"/>
              <a:ea typeface="微软雅黑" panose="020B0503020204020204" pitchFamily="34" charset="-122"/>
              <a:sym typeface="+mn-ea"/>
            </a:endParaRPr>
          </a:p>
        </p:txBody>
      </p:sp>
    </p:spTree>
    <p:extLst>
      <p:ext uri="{BB962C8B-B14F-4D97-AF65-F5344CB8AC3E}">
        <p14:creationId xmlns:p14="http://schemas.microsoft.com/office/powerpoint/2010/main" val="18263730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64DE0-89CE-B90C-AA29-A545DEE78867}"/>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1F0101AE-BF1F-1C2F-A8C1-F3FFAA267546}"/>
              </a:ext>
            </a:extLst>
          </p:cNvPr>
          <p:cNvSpPr/>
          <p:nvPr/>
        </p:nvSpPr>
        <p:spPr>
          <a:xfrm>
            <a:off x="0" y="0"/>
            <a:ext cx="12192000" cy="574177"/>
          </a:xfrm>
          <a:prstGeom prst="rect">
            <a:avLst/>
          </a:prstGeom>
          <a:solidFill>
            <a:srgbClr val="3B3B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DengXian"/>
              <a:ea typeface="DengXian" panose="02010600030101010101" pitchFamily="2" charset="-122"/>
              <a:cs typeface="+mn-cs"/>
            </a:endParaRPr>
          </a:p>
        </p:txBody>
      </p:sp>
      <p:sp>
        <p:nvSpPr>
          <p:cNvPr id="4" name="文本框 3">
            <a:extLst>
              <a:ext uri="{FF2B5EF4-FFF2-40B4-BE49-F238E27FC236}">
                <a16:creationId xmlns:a16="http://schemas.microsoft.com/office/drawing/2014/main" id="{4A3B95CE-8092-6C11-63DC-2C12C39FB18A}"/>
              </a:ext>
            </a:extLst>
          </p:cNvPr>
          <p:cNvSpPr txBox="1"/>
          <p:nvPr/>
        </p:nvSpPr>
        <p:spPr>
          <a:xfrm>
            <a:off x="126998" y="102938"/>
            <a:ext cx="938783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1. </a:t>
            </a:r>
            <a:r>
              <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蒙西储能运营收益总览 </a:t>
            </a:r>
            <a:r>
              <a:rPr lang="en-US" altLang="zh-CN" sz="1600">
                <a:solidFill>
                  <a:schemeClr val="accent4">
                    <a:lumMod val="20000"/>
                    <a:lumOff val="80000"/>
                  </a:schemeClr>
                </a:solidFill>
                <a:latin typeface="微软雅黑" panose="020B0503020204020204" pitchFamily="34" charset="-122"/>
                <a:ea typeface="微软雅黑" panose="020B0503020204020204" pitchFamily="34" charset="-122"/>
              </a:rPr>
              <a:t>–</a:t>
            </a:r>
            <a:r>
              <a:rPr lang="zh-CN" altLang="en-US" sz="1600">
                <a:solidFill>
                  <a:schemeClr val="accent4">
                    <a:lumMod val="20000"/>
                    <a:lumOff val="80000"/>
                  </a:schemeClr>
                </a:solidFill>
                <a:latin typeface="微软雅黑" panose="020B0503020204020204" pitchFamily="34" charset="-122"/>
                <a:ea typeface="微软雅黑" panose="020B0503020204020204" pitchFamily="34" charset="-122"/>
              </a:rPr>
              <a:t>容量补贴发放现状与展望</a:t>
            </a:r>
            <a:endParaRPr kumimoji="0" lang="zh-CN" altLang="en-US" sz="1800" b="0" i="0" u="none" strike="noStrike" kern="1200" cap="none" spc="0" normalizeH="0" baseline="0" noProof="0">
              <a:ln>
                <a:noFill/>
              </a:ln>
              <a:solidFill>
                <a:schemeClr val="accent4">
                  <a:lumMod val="20000"/>
                  <a:lumOff val="80000"/>
                </a:schemeClr>
              </a:solidFill>
              <a:effectLst/>
              <a:uLnTx/>
              <a:uFillTx/>
              <a:latin typeface="微软雅黑" panose="020B0503020204020204" pitchFamily="34" charset="-122"/>
              <a:ea typeface="微软雅黑" panose="020B0503020204020204" pitchFamily="34" charset="-122"/>
              <a:cs typeface="+mn-cs"/>
            </a:endParaRPr>
          </a:p>
        </p:txBody>
      </p:sp>
      <p:sp>
        <p:nvSpPr>
          <p:cNvPr id="6" name="Rectangle 5">
            <a:extLst>
              <a:ext uri="{FF2B5EF4-FFF2-40B4-BE49-F238E27FC236}">
                <a16:creationId xmlns:a16="http://schemas.microsoft.com/office/drawing/2014/main" id="{9D8E6051-3B23-14E7-813C-2BA77C5B3485}"/>
              </a:ext>
            </a:extLst>
          </p:cNvPr>
          <p:cNvSpPr/>
          <p:nvPr/>
        </p:nvSpPr>
        <p:spPr>
          <a:xfrm>
            <a:off x="426720" y="574177"/>
            <a:ext cx="11338560" cy="9144"/>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2DB0E232-5615-0361-B462-48453279AC93}"/>
              </a:ext>
            </a:extLst>
          </p:cNvPr>
          <p:cNvSpPr txBox="1"/>
          <p:nvPr/>
        </p:nvSpPr>
        <p:spPr>
          <a:xfrm>
            <a:off x="472440" y="729625"/>
            <a:ext cx="2560320" cy="201168"/>
          </a:xfrm>
          <a:prstGeom prst="rect">
            <a:avLst/>
          </a:prstGeom>
          <a:noFill/>
        </p:spPr>
        <p:txBody>
          <a:bodyPr wrap="none">
            <a:spAutoFit/>
          </a:bodyPr>
          <a:lstStyle/>
          <a:p>
            <a:pPr algn="l">
              <a:defRPr sz="1000" b="0">
                <a:solidFill>
                  <a:srgbClr val="999999"/>
                </a:solidFill>
                <a:latin typeface="Microsoft YaHei"/>
              </a:defRPr>
            </a:pPr>
            <a:r>
              <a:t>5个月累计补贴</a:t>
            </a:r>
          </a:p>
        </p:txBody>
      </p:sp>
      <p:sp>
        <p:nvSpPr>
          <p:cNvPr id="8" name="TextBox 7">
            <a:extLst>
              <a:ext uri="{FF2B5EF4-FFF2-40B4-BE49-F238E27FC236}">
                <a16:creationId xmlns:a16="http://schemas.microsoft.com/office/drawing/2014/main" id="{D9DFD92C-7153-B5A7-23CC-58F8D91821B3}"/>
              </a:ext>
            </a:extLst>
          </p:cNvPr>
          <p:cNvSpPr txBox="1"/>
          <p:nvPr/>
        </p:nvSpPr>
        <p:spPr>
          <a:xfrm>
            <a:off x="472440" y="939937"/>
            <a:ext cx="2560320" cy="402336"/>
          </a:xfrm>
          <a:prstGeom prst="rect">
            <a:avLst/>
          </a:prstGeom>
          <a:noFill/>
        </p:spPr>
        <p:txBody>
          <a:bodyPr wrap="none">
            <a:spAutoFit/>
          </a:bodyPr>
          <a:lstStyle/>
          <a:p>
            <a:pPr algn="l">
              <a:defRPr sz="2800" b="1">
                <a:solidFill>
                  <a:srgbClr val="00263D"/>
                </a:solidFill>
                <a:latin typeface="Microsoft YaHei"/>
              </a:defRPr>
            </a:pPr>
            <a:r>
              <a:t>41,710万元</a:t>
            </a:r>
          </a:p>
        </p:txBody>
      </p:sp>
      <p:sp>
        <p:nvSpPr>
          <p:cNvPr id="9" name="TextBox 8">
            <a:extLst>
              <a:ext uri="{FF2B5EF4-FFF2-40B4-BE49-F238E27FC236}">
                <a16:creationId xmlns:a16="http://schemas.microsoft.com/office/drawing/2014/main" id="{7992952F-CEA4-C371-7295-583F7266652C}"/>
              </a:ext>
            </a:extLst>
          </p:cNvPr>
          <p:cNvSpPr txBox="1"/>
          <p:nvPr/>
        </p:nvSpPr>
        <p:spPr>
          <a:xfrm>
            <a:off x="472440" y="1360561"/>
            <a:ext cx="2560320" cy="201168"/>
          </a:xfrm>
          <a:prstGeom prst="rect">
            <a:avLst/>
          </a:prstGeom>
          <a:noFill/>
        </p:spPr>
        <p:txBody>
          <a:bodyPr wrap="none">
            <a:spAutoFit/>
          </a:bodyPr>
          <a:lstStyle/>
          <a:p>
            <a:pPr algn="l">
              <a:defRPr sz="900" b="0">
                <a:solidFill>
                  <a:srgbClr val="999999"/>
                </a:solidFill>
                <a:latin typeface="Microsoft YaHei"/>
              </a:defRPr>
            </a:pPr>
            <a:r>
              <a:t>月均8,342万元</a:t>
            </a:r>
          </a:p>
        </p:txBody>
      </p:sp>
      <p:sp>
        <p:nvSpPr>
          <p:cNvPr id="10" name="TextBox 9">
            <a:extLst>
              <a:ext uri="{FF2B5EF4-FFF2-40B4-BE49-F238E27FC236}">
                <a16:creationId xmlns:a16="http://schemas.microsoft.com/office/drawing/2014/main" id="{F6645358-074C-EF63-42F3-516E676E3947}"/>
              </a:ext>
            </a:extLst>
          </p:cNvPr>
          <p:cNvSpPr txBox="1"/>
          <p:nvPr/>
        </p:nvSpPr>
        <p:spPr>
          <a:xfrm>
            <a:off x="3307080" y="729625"/>
            <a:ext cx="2560320" cy="201168"/>
          </a:xfrm>
          <a:prstGeom prst="rect">
            <a:avLst/>
          </a:prstGeom>
          <a:noFill/>
        </p:spPr>
        <p:txBody>
          <a:bodyPr wrap="none">
            <a:spAutoFit/>
          </a:bodyPr>
          <a:lstStyle/>
          <a:p>
            <a:pPr algn="l">
              <a:defRPr sz="1000" b="0">
                <a:solidFill>
                  <a:srgbClr val="999999"/>
                </a:solidFill>
                <a:latin typeface="Microsoft YaHei"/>
              </a:defRPr>
            </a:pPr>
            <a:r>
              <a:t>补贴占总收益比例</a:t>
            </a:r>
          </a:p>
        </p:txBody>
      </p:sp>
      <p:sp>
        <p:nvSpPr>
          <p:cNvPr id="11" name="TextBox 10">
            <a:extLst>
              <a:ext uri="{FF2B5EF4-FFF2-40B4-BE49-F238E27FC236}">
                <a16:creationId xmlns:a16="http://schemas.microsoft.com/office/drawing/2014/main" id="{C06ED5AE-2B11-EDF1-62F4-EBCBB7A95566}"/>
              </a:ext>
            </a:extLst>
          </p:cNvPr>
          <p:cNvSpPr txBox="1"/>
          <p:nvPr/>
        </p:nvSpPr>
        <p:spPr>
          <a:xfrm>
            <a:off x="3307080" y="939937"/>
            <a:ext cx="2560320" cy="402336"/>
          </a:xfrm>
          <a:prstGeom prst="rect">
            <a:avLst/>
          </a:prstGeom>
          <a:noFill/>
        </p:spPr>
        <p:txBody>
          <a:bodyPr wrap="none">
            <a:spAutoFit/>
          </a:bodyPr>
          <a:lstStyle/>
          <a:p>
            <a:pPr algn="l">
              <a:defRPr sz="2800" b="1">
                <a:solidFill>
                  <a:srgbClr val="E87D22"/>
                </a:solidFill>
                <a:latin typeface="Microsoft YaHei"/>
              </a:defRPr>
            </a:pPr>
            <a:r>
              <a:t>88.5%</a:t>
            </a:r>
          </a:p>
        </p:txBody>
      </p:sp>
      <p:sp>
        <p:nvSpPr>
          <p:cNvPr id="12" name="TextBox 11">
            <a:extLst>
              <a:ext uri="{FF2B5EF4-FFF2-40B4-BE49-F238E27FC236}">
                <a16:creationId xmlns:a16="http://schemas.microsoft.com/office/drawing/2014/main" id="{1806DE42-D7D3-583B-DBA5-B235A3898140}"/>
              </a:ext>
            </a:extLst>
          </p:cNvPr>
          <p:cNvSpPr txBox="1"/>
          <p:nvPr/>
        </p:nvSpPr>
        <p:spPr>
          <a:xfrm>
            <a:off x="3307080" y="1360561"/>
            <a:ext cx="2560320" cy="201168"/>
          </a:xfrm>
          <a:prstGeom prst="rect">
            <a:avLst/>
          </a:prstGeom>
          <a:noFill/>
        </p:spPr>
        <p:txBody>
          <a:bodyPr wrap="none">
            <a:spAutoFit/>
          </a:bodyPr>
          <a:lstStyle/>
          <a:p>
            <a:pPr algn="l">
              <a:defRPr sz="900" b="0">
                <a:solidFill>
                  <a:srgbClr val="999999"/>
                </a:solidFill>
                <a:latin typeface="Microsoft YaHei"/>
              </a:defRPr>
            </a:pPr>
            <a:r>
              <a:t>充放电收益仅11.5%</a:t>
            </a:r>
          </a:p>
        </p:txBody>
      </p:sp>
      <p:sp>
        <p:nvSpPr>
          <p:cNvPr id="13" name="TextBox 12">
            <a:extLst>
              <a:ext uri="{FF2B5EF4-FFF2-40B4-BE49-F238E27FC236}">
                <a16:creationId xmlns:a16="http://schemas.microsoft.com/office/drawing/2014/main" id="{E2CD9354-D117-DB4A-11AD-96EBD85CF284}"/>
              </a:ext>
            </a:extLst>
          </p:cNvPr>
          <p:cNvSpPr txBox="1"/>
          <p:nvPr/>
        </p:nvSpPr>
        <p:spPr>
          <a:xfrm>
            <a:off x="6141720" y="729625"/>
            <a:ext cx="1670650" cy="246221"/>
          </a:xfrm>
          <a:prstGeom prst="rect">
            <a:avLst/>
          </a:prstGeom>
          <a:noFill/>
        </p:spPr>
        <p:txBody>
          <a:bodyPr wrap="none">
            <a:spAutoFit/>
          </a:bodyPr>
          <a:lstStyle/>
          <a:p>
            <a:pPr algn="l">
              <a:defRPr sz="1000" b="0">
                <a:solidFill>
                  <a:srgbClr val="999999"/>
                </a:solidFill>
                <a:latin typeface="Microsoft YaHei"/>
              </a:defRPr>
            </a:pPr>
            <a:r>
              <a:rPr dirty="0"/>
              <a:t>全</a:t>
            </a:r>
            <a:r>
              <a:rPr lang="zh-CN" altLang="en-US" dirty="0"/>
              <a:t>网</a:t>
            </a:r>
            <a:r>
              <a:rPr dirty="0" err="1"/>
              <a:t>发放进度</a:t>
            </a:r>
            <a:r>
              <a:rPr lang="zh-CN" altLang="en-US" dirty="0"/>
              <a:t>（截止</a:t>
            </a:r>
            <a:r>
              <a:rPr lang="en-US" altLang="zh-CN" dirty="0"/>
              <a:t>4</a:t>
            </a:r>
            <a:r>
              <a:rPr lang="zh-CN" altLang="en-US" dirty="0"/>
              <a:t>月）</a:t>
            </a:r>
            <a:endParaRPr dirty="0"/>
          </a:p>
        </p:txBody>
      </p:sp>
      <p:sp>
        <p:nvSpPr>
          <p:cNvPr id="14" name="TextBox 13">
            <a:extLst>
              <a:ext uri="{FF2B5EF4-FFF2-40B4-BE49-F238E27FC236}">
                <a16:creationId xmlns:a16="http://schemas.microsoft.com/office/drawing/2014/main" id="{11D04D08-19C4-8A08-FA80-2DC4F6BA57D9}"/>
              </a:ext>
            </a:extLst>
          </p:cNvPr>
          <p:cNvSpPr txBox="1"/>
          <p:nvPr/>
        </p:nvSpPr>
        <p:spPr>
          <a:xfrm>
            <a:off x="6141720" y="939937"/>
            <a:ext cx="2560320" cy="402336"/>
          </a:xfrm>
          <a:prstGeom prst="rect">
            <a:avLst/>
          </a:prstGeom>
          <a:noFill/>
        </p:spPr>
        <p:txBody>
          <a:bodyPr wrap="none">
            <a:spAutoFit/>
          </a:bodyPr>
          <a:lstStyle/>
          <a:p>
            <a:pPr algn="l">
              <a:defRPr sz="2800" b="1">
                <a:solidFill>
                  <a:srgbClr val="3B8E4D"/>
                </a:solidFill>
                <a:latin typeface="Microsoft YaHei"/>
              </a:defRPr>
            </a:pPr>
            <a:r>
              <a:t>96.37%</a:t>
            </a:r>
          </a:p>
        </p:txBody>
      </p:sp>
      <p:sp>
        <p:nvSpPr>
          <p:cNvPr id="15" name="TextBox 14">
            <a:extLst>
              <a:ext uri="{FF2B5EF4-FFF2-40B4-BE49-F238E27FC236}">
                <a16:creationId xmlns:a16="http://schemas.microsoft.com/office/drawing/2014/main" id="{63ACC57A-BEBB-163E-3E13-E4F0A2DF7F1D}"/>
              </a:ext>
            </a:extLst>
          </p:cNvPr>
          <p:cNvSpPr txBox="1"/>
          <p:nvPr/>
        </p:nvSpPr>
        <p:spPr>
          <a:xfrm>
            <a:off x="6141720" y="1360561"/>
            <a:ext cx="2560320" cy="201168"/>
          </a:xfrm>
          <a:prstGeom prst="rect">
            <a:avLst/>
          </a:prstGeom>
          <a:noFill/>
        </p:spPr>
        <p:txBody>
          <a:bodyPr wrap="none">
            <a:spAutoFit/>
          </a:bodyPr>
          <a:lstStyle/>
          <a:p>
            <a:pPr algn="l">
              <a:defRPr sz="900" b="0">
                <a:solidFill>
                  <a:srgbClr val="999999"/>
                </a:solidFill>
                <a:latin typeface="Microsoft YaHei"/>
              </a:defRPr>
            </a:pPr>
            <a:r>
              <a:t>应收17亿/实付17.16亿</a:t>
            </a:r>
          </a:p>
        </p:txBody>
      </p:sp>
      <p:sp>
        <p:nvSpPr>
          <p:cNvPr id="16" name="TextBox 15">
            <a:extLst>
              <a:ext uri="{FF2B5EF4-FFF2-40B4-BE49-F238E27FC236}">
                <a16:creationId xmlns:a16="http://schemas.microsoft.com/office/drawing/2014/main" id="{E7E6387F-181C-1BEB-13C0-57108AF77011}"/>
              </a:ext>
            </a:extLst>
          </p:cNvPr>
          <p:cNvSpPr txBox="1"/>
          <p:nvPr/>
        </p:nvSpPr>
        <p:spPr>
          <a:xfrm>
            <a:off x="8976360" y="729625"/>
            <a:ext cx="2560320" cy="201168"/>
          </a:xfrm>
          <a:prstGeom prst="rect">
            <a:avLst/>
          </a:prstGeom>
          <a:noFill/>
        </p:spPr>
        <p:txBody>
          <a:bodyPr wrap="none">
            <a:spAutoFit/>
          </a:bodyPr>
          <a:lstStyle/>
          <a:p>
            <a:pPr algn="l">
              <a:defRPr sz="1000" b="0">
                <a:solidFill>
                  <a:srgbClr val="999999"/>
                </a:solidFill>
                <a:latin typeface="Microsoft YaHei"/>
              </a:defRPr>
            </a:pPr>
            <a:r>
              <a:t>补贴发放模式</a:t>
            </a:r>
          </a:p>
        </p:txBody>
      </p:sp>
      <p:sp>
        <p:nvSpPr>
          <p:cNvPr id="17" name="TextBox 16">
            <a:extLst>
              <a:ext uri="{FF2B5EF4-FFF2-40B4-BE49-F238E27FC236}">
                <a16:creationId xmlns:a16="http://schemas.microsoft.com/office/drawing/2014/main" id="{68DD7038-6A57-F98C-4A02-9769AFF242EC}"/>
              </a:ext>
            </a:extLst>
          </p:cNvPr>
          <p:cNvSpPr txBox="1"/>
          <p:nvPr/>
        </p:nvSpPr>
        <p:spPr>
          <a:xfrm>
            <a:off x="8976360" y="939937"/>
            <a:ext cx="2560320" cy="402336"/>
          </a:xfrm>
          <a:prstGeom prst="rect">
            <a:avLst/>
          </a:prstGeom>
          <a:noFill/>
        </p:spPr>
        <p:txBody>
          <a:bodyPr wrap="none">
            <a:spAutoFit/>
          </a:bodyPr>
          <a:lstStyle/>
          <a:p>
            <a:pPr algn="l">
              <a:defRPr sz="2800" b="1">
                <a:solidFill>
                  <a:srgbClr val="C44536"/>
                </a:solidFill>
                <a:latin typeface="Microsoft YaHei"/>
              </a:defRPr>
            </a:pPr>
            <a:r>
              <a:t>待定</a:t>
            </a:r>
          </a:p>
        </p:txBody>
      </p:sp>
      <p:sp>
        <p:nvSpPr>
          <p:cNvPr id="18" name="TextBox 17">
            <a:extLst>
              <a:ext uri="{FF2B5EF4-FFF2-40B4-BE49-F238E27FC236}">
                <a16:creationId xmlns:a16="http://schemas.microsoft.com/office/drawing/2014/main" id="{96F86533-011D-4C83-164C-6249D7040C5F}"/>
              </a:ext>
            </a:extLst>
          </p:cNvPr>
          <p:cNvSpPr txBox="1"/>
          <p:nvPr/>
        </p:nvSpPr>
        <p:spPr>
          <a:xfrm>
            <a:off x="8976360" y="1360561"/>
            <a:ext cx="2560320" cy="201168"/>
          </a:xfrm>
          <a:prstGeom prst="rect">
            <a:avLst/>
          </a:prstGeom>
          <a:noFill/>
        </p:spPr>
        <p:txBody>
          <a:bodyPr wrap="none">
            <a:spAutoFit/>
          </a:bodyPr>
          <a:lstStyle/>
          <a:p>
            <a:pPr algn="l">
              <a:defRPr sz="900" b="0">
                <a:solidFill>
                  <a:srgbClr val="999999"/>
                </a:solidFill>
                <a:latin typeface="Microsoft YaHei"/>
              </a:defRPr>
            </a:pPr>
            <a:r>
              <a:t>5.14座谈会已发问询函</a:t>
            </a:r>
          </a:p>
        </p:txBody>
      </p:sp>
      <p:sp>
        <p:nvSpPr>
          <p:cNvPr id="19" name="Rectangle 18">
            <a:extLst>
              <a:ext uri="{FF2B5EF4-FFF2-40B4-BE49-F238E27FC236}">
                <a16:creationId xmlns:a16="http://schemas.microsoft.com/office/drawing/2014/main" id="{AD949CFF-383A-14ED-E895-DB3EF8ECA113}"/>
              </a:ext>
            </a:extLst>
          </p:cNvPr>
          <p:cNvSpPr/>
          <p:nvPr/>
        </p:nvSpPr>
        <p:spPr>
          <a:xfrm>
            <a:off x="426720" y="1644025"/>
            <a:ext cx="11338560" cy="9144"/>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ADC7E99B-363F-6EAF-139B-6730D526C8CD}"/>
              </a:ext>
            </a:extLst>
          </p:cNvPr>
          <p:cNvSpPr txBox="1"/>
          <p:nvPr/>
        </p:nvSpPr>
        <p:spPr>
          <a:xfrm>
            <a:off x="472440" y="1781185"/>
            <a:ext cx="5486400" cy="256032"/>
          </a:xfrm>
          <a:prstGeom prst="rect">
            <a:avLst/>
          </a:prstGeom>
          <a:noFill/>
        </p:spPr>
        <p:txBody>
          <a:bodyPr wrap="none">
            <a:spAutoFit/>
          </a:bodyPr>
          <a:lstStyle/>
          <a:p>
            <a:pPr algn="l">
              <a:defRPr sz="1300" b="1">
                <a:solidFill>
                  <a:srgbClr val="00263D"/>
                </a:solidFill>
                <a:latin typeface="Microsoft YaHei"/>
              </a:defRPr>
            </a:pPr>
            <a:r>
              <a:rPr err="1"/>
              <a:t>月度补贴总额趋势（万元</a:t>
            </a:r>
            <a:r>
              <a:t>）</a:t>
            </a:r>
          </a:p>
        </p:txBody>
      </p:sp>
      <p:sp>
        <p:nvSpPr>
          <p:cNvPr id="21" name="Rectangle 20">
            <a:extLst>
              <a:ext uri="{FF2B5EF4-FFF2-40B4-BE49-F238E27FC236}">
                <a16:creationId xmlns:a16="http://schemas.microsoft.com/office/drawing/2014/main" id="{D076A0F0-98CE-49D2-C8DD-6BFF04EBBD91}"/>
              </a:ext>
            </a:extLst>
          </p:cNvPr>
          <p:cNvSpPr/>
          <p:nvPr/>
        </p:nvSpPr>
        <p:spPr>
          <a:xfrm>
            <a:off x="582168" y="2605941"/>
            <a:ext cx="929030" cy="665716"/>
          </a:xfrm>
          <a:prstGeom prst="rect">
            <a:avLst/>
          </a:prstGeom>
          <a:solidFill>
            <a:srgbClr val="002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65B88F0E-B492-CEEB-C35D-A1ED94D60624}"/>
              </a:ext>
            </a:extLst>
          </p:cNvPr>
          <p:cNvSpPr txBox="1"/>
          <p:nvPr/>
        </p:nvSpPr>
        <p:spPr>
          <a:xfrm>
            <a:off x="536448" y="2423061"/>
            <a:ext cx="1020470" cy="164592"/>
          </a:xfrm>
          <a:prstGeom prst="rect">
            <a:avLst/>
          </a:prstGeom>
          <a:noFill/>
        </p:spPr>
        <p:txBody>
          <a:bodyPr wrap="none">
            <a:spAutoFit/>
          </a:bodyPr>
          <a:lstStyle/>
          <a:p>
            <a:pPr algn="ctr">
              <a:defRPr sz="800" b="1">
                <a:solidFill>
                  <a:srgbClr val="00263D"/>
                </a:solidFill>
                <a:latin typeface="Microsoft YaHei"/>
              </a:defRPr>
            </a:pPr>
            <a:r>
              <a:t>6,413</a:t>
            </a:r>
          </a:p>
        </p:txBody>
      </p:sp>
      <p:sp>
        <p:nvSpPr>
          <p:cNvPr id="23" name="TextBox 22">
            <a:extLst>
              <a:ext uri="{FF2B5EF4-FFF2-40B4-BE49-F238E27FC236}">
                <a16:creationId xmlns:a16="http://schemas.microsoft.com/office/drawing/2014/main" id="{2B20572D-343C-E5D1-747B-BAB32F27A112}"/>
              </a:ext>
            </a:extLst>
          </p:cNvPr>
          <p:cNvSpPr txBox="1"/>
          <p:nvPr/>
        </p:nvSpPr>
        <p:spPr>
          <a:xfrm>
            <a:off x="536448" y="3280801"/>
            <a:ext cx="1020470" cy="164592"/>
          </a:xfrm>
          <a:prstGeom prst="rect">
            <a:avLst/>
          </a:prstGeom>
          <a:noFill/>
        </p:spPr>
        <p:txBody>
          <a:bodyPr wrap="none">
            <a:spAutoFit/>
          </a:bodyPr>
          <a:lstStyle/>
          <a:p>
            <a:pPr algn="ctr">
              <a:defRPr sz="800" b="0">
                <a:solidFill>
                  <a:srgbClr val="666666"/>
                </a:solidFill>
                <a:latin typeface="Microsoft YaHei"/>
              </a:defRPr>
            </a:pPr>
            <a:r>
              <a:t>1月</a:t>
            </a:r>
          </a:p>
        </p:txBody>
      </p:sp>
      <p:sp>
        <p:nvSpPr>
          <p:cNvPr id="24" name="Rectangle 23">
            <a:extLst>
              <a:ext uri="{FF2B5EF4-FFF2-40B4-BE49-F238E27FC236}">
                <a16:creationId xmlns:a16="http://schemas.microsoft.com/office/drawing/2014/main" id="{01BE8D0C-A56C-BDCD-ED7D-9F78A5C75E7E}"/>
              </a:ext>
            </a:extLst>
          </p:cNvPr>
          <p:cNvSpPr/>
          <p:nvPr/>
        </p:nvSpPr>
        <p:spPr>
          <a:xfrm>
            <a:off x="1620926" y="2635526"/>
            <a:ext cx="929030" cy="636131"/>
          </a:xfrm>
          <a:prstGeom prst="rect">
            <a:avLst/>
          </a:prstGeom>
          <a:solidFill>
            <a:srgbClr val="002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a:extLst>
              <a:ext uri="{FF2B5EF4-FFF2-40B4-BE49-F238E27FC236}">
                <a16:creationId xmlns:a16="http://schemas.microsoft.com/office/drawing/2014/main" id="{2121F902-1BFD-79F5-27FD-CF4997B259BA}"/>
              </a:ext>
            </a:extLst>
          </p:cNvPr>
          <p:cNvSpPr txBox="1"/>
          <p:nvPr/>
        </p:nvSpPr>
        <p:spPr>
          <a:xfrm>
            <a:off x="1575206" y="2452646"/>
            <a:ext cx="1020470" cy="164592"/>
          </a:xfrm>
          <a:prstGeom prst="rect">
            <a:avLst/>
          </a:prstGeom>
          <a:noFill/>
        </p:spPr>
        <p:txBody>
          <a:bodyPr wrap="none">
            <a:spAutoFit/>
          </a:bodyPr>
          <a:lstStyle/>
          <a:p>
            <a:pPr algn="ctr">
              <a:defRPr sz="800" b="1">
                <a:solidFill>
                  <a:srgbClr val="00263D"/>
                </a:solidFill>
                <a:latin typeface="Microsoft YaHei"/>
              </a:defRPr>
            </a:pPr>
            <a:r>
              <a:t>6,128</a:t>
            </a:r>
          </a:p>
        </p:txBody>
      </p:sp>
      <p:sp>
        <p:nvSpPr>
          <p:cNvPr id="26" name="TextBox 25">
            <a:extLst>
              <a:ext uri="{FF2B5EF4-FFF2-40B4-BE49-F238E27FC236}">
                <a16:creationId xmlns:a16="http://schemas.microsoft.com/office/drawing/2014/main" id="{55A893C3-48F9-BF37-EACF-9F8F3B444EC2}"/>
              </a:ext>
            </a:extLst>
          </p:cNvPr>
          <p:cNvSpPr txBox="1"/>
          <p:nvPr/>
        </p:nvSpPr>
        <p:spPr>
          <a:xfrm>
            <a:off x="1575206" y="3280801"/>
            <a:ext cx="1020470" cy="164592"/>
          </a:xfrm>
          <a:prstGeom prst="rect">
            <a:avLst/>
          </a:prstGeom>
          <a:noFill/>
        </p:spPr>
        <p:txBody>
          <a:bodyPr wrap="none">
            <a:spAutoFit/>
          </a:bodyPr>
          <a:lstStyle/>
          <a:p>
            <a:pPr algn="ctr">
              <a:defRPr sz="800" b="0">
                <a:solidFill>
                  <a:srgbClr val="666666"/>
                </a:solidFill>
                <a:latin typeface="Microsoft YaHei"/>
              </a:defRPr>
            </a:pPr>
            <a:r>
              <a:t>2月</a:t>
            </a:r>
          </a:p>
        </p:txBody>
      </p:sp>
      <p:sp>
        <p:nvSpPr>
          <p:cNvPr id="27" name="Rectangle 26">
            <a:extLst>
              <a:ext uri="{FF2B5EF4-FFF2-40B4-BE49-F238E27FC236}">
                <a16:creationId xmlns:a16="http://schemas.microsoft.com/office/drawing/2014/main" id="{70D20537-F6CE-DCF5-E62E-F8FEB2A61BB1}"/>
              </a:ext>
            </a:extLst>
          </p:cNvPr>
          <p:cNvSpPr/>
          <p:nvPr/>
        </p:nvSpPr>
        <p:spPr>
          <a:xfrm>
            <a:off x="2659684" y="2284346"/>
            <a:ext cx="929030" cy="987311"/>
          </a:xfrm>
          <a:prstGeom prst="rect">
            <a:avLst/>
          </a:prstGeom>
          <a:solidFill>
            <a:srgbClr val="002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a:extLst>
              <a:ext uri="{FF2B5EF4-FFF2-40B4-BE49-F238E27FC236}">
                <a16:creationId xmlns:a16="http://schemas.microsoft.com/office/drawing/2014/main" id="{B0F0F4B4-5FA4-AE92-5487-3B3E3F2B2705}"/>
              </a:ext>
            </a:extLst>
          </p:cNvPr>
          <p:cNvSpPr txBox="1"/>
          <p:nvPr/>
        </p:nvSpPr>
        <p:spPr>
          <a:xfrm>
            <a:off x="2613964" y="2101466"/>
            <a:ext cx="1020470" cy="164592"/>
          </a:xfrm>
          <a:prstGeom prst="rect">
            <a:avLst/>
          </a:prstGeom>
          <a:noFill/>
        </p:spPr>
        <p:txBody>
          <a:bodyPr wrap="none">
            <a:spAutoFit/>
          </a:bodyPr>
          <a:lstStyle/>
          <a:p>
            <a:pPr algn="ctr">
              <a:defRPr sz="800" b="1">
                <a:solidFill>
                  <a:srgbClr val="00263D"/>
                </a:solidFill>
                <a:latin typeface="Microsoft YaHei"/>
              </a:defRPr>
            </a:pPr>
            <a:r>
              <a:t>9,511</a:t>
            </a:r>
          </a:p>
        </p:txBody>
      </p:sp>
      <p:sp>
        <p:nvSpPr>
          <p:cNvPr id="29" name="TextBox 28">
            <a:extLst>
              <a:ext uri="{FF2B5EF4-FFF2-40B4-BE49-F238E27FC236}">
                <a16:creationId xmlns:a16="http://schemas.microsoft.com/office/drawing/2014/main" id="{9406DB1D-8FA9-6331-42E0-97CC50846F72}"/>
              </a:ext>
            </a:extLst>
          </p:cNvPr>
          <p:cNvSpPr txBox="1"/>
          <p:nvPr/>
        </p:nvSpPr>
        <p:spPr>
          <a:xfrm>
            <a:off x="2613964" y="3280801"/>
            <a:ext cx="1020470" cy="164592"/>
          </a:xfrm>
          <a:prstGeom prst="rect">
            <a:avLst/>
          </a:prstGeom>
          <a:noFill/>
        </p:spPr>
        <p:txBody>
          <a:bodyPr wrap="none">
            <a:spAutoFit/>
          </a:bodyPr>
          <a:lstStyle/>
          <a:p>
            <a:pPr algn="ctr">
              <a:defRPr sz="800" b="0">
                <a:solidFill>
                  <a:srgbClr val="666666"/>
                </a:solidFill>
                <a:latin typeface="Microsoft YaHei"/>
              </a:defRPr>
            </a:pPr>
            <a:r>
              <a:t>3月</a:t>
            </a:r>
          </a:p>
        </p:txBody>
      </p:sp>
      <p:sp>
        <p:nvSpPr>
          <p:cNvPr id="30" name="Rectangle 29">
            <a:extLst>
              <a:ext uri="{FF2B5EF4-FFF2-40B4-BE49-F238E27FC236}">
                <a16:creationId xmlns:a16="http://schemas.microsoft.com/office/drawing/2014/main" id="{BF816F71-A41A-C095-D582-8FFC8971DAE6}"/>
              </a:ext>
            </a:extLst>
          </p:cNvPr>
          <p:cNvSpPr/>
          <p:nvPr/>
        </p:nvSpPr>
        <p:spPr>
          <a:xfrm>
            <a:off x="3698443" y="2396873"/>
            <a:ext cx="929030" cy="874784"/>
          </a:xfrm>
          <a:prstGeom prst="rect">
            <a:avLst/>
          </a:prstGeom>
          <a:solidFill>
            <a:srgbClr val="002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a:extLst>
              <a:ext uri="{FF2B5EF4-FFF2-40B4-BE49-F238E27FC236}">
                <a16:creationId xmlns:a16="http://schemas.microsoft.com/office/drawing/2014/main" id="{7A0F5017-AC1F-9569-F8F1-A2FC4C4AB395}"/>
              </a:ext>
            </a:extLst>
          </p:cNvPr>
          <p:cNvSpPr txBox="1"/>
          <p:nvPr/>
        </p:nvSpPr>
        <p:spPr>
          <a:xfrm>
            <a:off x="3652723" y="2213993"/>
            <a:ext cx="1020470" cy="164592"/>
          </a:xfrm>
          <a:prstGeom prst="rect">
            <a:avLst/>
          </a:prstGeom>
          <a:noFill/>
        </p:spPr>
        <p:txBody>
          <a:bodyPr wrap="none">
            <a:spAutoFit/>
          </a:bodyPr>
          <a:lstStyle/>
          <a:p>
            <a:pPr algn="ctr">
              <a:defRPr sz="800" b="1">
                <a:solidFill>
                  <a:srgbClr val="00263D"/>
                </a:solidFill>
                <a:latin typeface="Microsoft YaHei"/>
              </a:defRPr>
            </a:pPr>
            <a:r>
              <a:t>8,427</a:t>
            </a:r>
          </a:p>
        </p:txBody>
      </p:sp>
      <p:sp>
        <p:nvSpPr>
          <p:cNvPr id="32" name="TextBox 31">
            <a:extLst>
              <a:ext uri="{FF2B5EF4-FFF2-40B4-BE49-F238E27FC236}">
                <a16:creationId xmlns:a16="http://schemas.microsoft.com/office/drawing/2014/main" id="{2C5E4EFF-CA4E-DFCA-D41B-14B02E42E4D1}"/>
              </a:ext>
            </a:extLst>
          </p:cNvPr>
          <p:cNvSpPr txBox="1"/>
          <p:nvPr/>
        </p:nvSpPr>
        <p:spPr>
          <a:xfrm>
            <a:off x="3652723" y="3280801"/>
            <a:ext cx="1020470" cy="164592"/>
          </a:xfrm>
          <a:prstGeom prst="rect">
            <a:avLst/>
          </a:prstGeom>
          <a:noFill/>
        </p:spPr>
        <p:txBody>
          <a:bodyPr wrap="none">
            <a:spAutoFit/>
          </a:bodyPr>
          <a:lstStyle/>
          <a:p>
            <a:pPr algn="ctr">
              <a:defRPr sz="800" b="0">
                <a:solidFill>
                  <a:srgbClr val="666666"/>
                </a:solidFill>
                <a:latin typeface="Microsoft YaHei"/>
              </a:defRPr>
            </a:pPr>
            <a:r>
              <a:t>4月</a:t>
            </a:r>
          </a:p>
        </p:txBody>
      </p:sp>
      <p:sp>
        <p:nvSpPr>
          <p:cNvPr id="33" name="Rectangle 32">
            <a:extLst>
              <a:ext uri="{FF2B5EF4-FFF2-40B4-BE49-F238E27FC236}">
                <a16:creationId xmlns:a16="http://schemas.microsoft.com/office/drawing/2014/main" id="{8C0C5BE8-35BF-0E6A-E07D-55BDEBE6028E}"/>
              </a:ext>
            </a:extLst>
          </p:cNvPr>
          <p:cNvSpPr/>
          <p:nvPr/>
        </p:nvSpPr>
        <p:spPr>
          <a:xfrm>
            <a:off x="4737201" y="2105797"/>
            <a:ext cx="929030" cy="1165860"/>
          </a:xfrm>
          <a:prstGeom prst="rect">
            <a:avLst/>
          </a:prstGeom>
          <a:solidFill>
            <a:srgbClr val="E87D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a:extLst>
              <a:ext uri="{FF2B5EF4-FFF2-40B4-BE49-F238E27FC236}">
                <a16:creationId xmlns:a16="http://schemas.microsoft.com/office/drawing/2014/main" id="{076E9893-7C81-307C-1D07-1F2A719E6E51}"/>
              </a:ext>
            </a:extLst>
          </p:cNvPr>
          <p:cNvSpPr txBox="1"/>
          <p:nvPr/>
        </p:nvSpPr>
        <p:spPr>
          <a:xfrm>
            <a:off x="4691481" y="1922917"/>
            <a:ext cx="1020470" cy="164592"/>
          </a:xfrm>
          <a:prstGeom prst="rect">
            <a:avLst/>
          </a:prstGeom>
          <a:noFill/>
        </p:spPr>
        <p:txBody>
          <a:bodyPr wrap="none">
            <a:spAutoFit/>
          </a:bodyPr>
          <a:lstStyle>
            <a:defPPr>
              <a:defRPr lang="en-US"/>
            </a:defPPr>
            <a:lvl1pPr algn="ctr">
              <a:defRPr sz="800" b="1">
                <a:solidFill>
                  <a:srgbClr val="E87D22"/>
                </a:solidFill>
                <a:latin typeface="Microsoft YaHei"/>
              </a:defRPr>
            </a:lvl1pPr>
          </a:lstStyle>
          <a:p>
            <a:r>
              <a:t>11,231</a:t>
            </a:r>
          </a:p>
        </p:txBody>
      </p:sp>
      <p:sp>
        <p:nvSpPr>
          <p:cNvPr id="35" name="TextBox 34">
            <a:extLst>
              <a:ext uri="{FF2B5EF4-FFF2-40B4-BE49-F238E27FC236}">
                <a16:creationId xmlns:a16="http://schemas.microsoft.com/office/drawing/2014/main" id="{72BB4AA1-D73B-5C16-BE75-6A5C7D7AB87A}"/>
              </a:ext>
            </a:extLst>
          </p:cNvPr>
          <p:cNvSpPr txBox="1"/>
          <p:nvPr/>
        </p:nvSpPr>
        <p:spPr>
          <a:xfrm>
            <a:off x="4691481" y="3280801"/>
            <a:ext cx="1020470" cy="164592"/>
          </a:xfrm>
          <a:prstGeom prst="rect">
            <a:avLst/>
          </a:prstGeom>
          <a:noFill/>
        </p:spPr>
        <p:txBody>
          <a:bodyPr wrap="none">
            <a:spAutoFit/>
          </a:bodyPr>
          <a:lstStyle/>
          <a:p>
            <a:pPr algn="ctr">
              <a:defRPr sz="800" b="0">
                <a:solidFill>
                  <a:srgbClr val="666666"/>
                </a:solidFill>
                <a:latin typeface="Microsoft YaHei"/>
              </a:defRPr>
            </a:pPr>
            <a:r>
              <a:t>5月</a:t>
            </a:r>
          </a:p>
        </p:txBody>
      </p:sp>
      <p:sp>
        <p:nvSpPr>
          <p:cNvPr id="37" name="TextBox 36">
            <a:extLst>
              <a:ext uri="{FF2B5EF4-FFF2-40B4-BE49-F238E27FC236}">
                <a16:creationId xmlns:a16="http://schemas.microsoft.com/office/drawing/2014/main" id="{BE044A48-2558-26E0-DE67-E33853EBEC27}"/>
              </a:ext>
            </a:extLst>
          </p:cNvPr>
          <p:cNvSpPr txBox="1"/>
          <p:nvPr/>
        </p:nvSpPr>
        <p:spPr>
          <a:xfrm>
            <a:off x="6233160" y="1781185"/>
            <a:ext cx="5486400" cy="256032"/>
          </a:xfrm>
          <a:prstGeom prst="rect">
            <a:avLst/>
          </a:prstGeom>
          <a:noFill/>
        </p:spPr>
        <p:txBody>
          <a:bodyPr wrap="none">
            <a:spAutoFit/>
          </a:bodyPr>
          <a:lstStyle/>
          <a:p>
            <a:pPr algn="l">
              <a:defRPr sz="1300" b="1">
                <a:solidFill>
                  <a:srgbClr val="00263D"/>
                </a:solidFill>
                <a:latin typeface="Microsoft YaHei"/>
              </a:defRPr>
            </a:pPr>
            <a:r>
              <a:t>平均补贴单价趋势（元/MWh）</a:t>
            </a:r>
          </a:p>
        </p:txBody>
      </p:sp>
      <p:sp>
        <p:nvSpPr>
          <p:cNvPr id="38" name="Rectangle 37">
            <a:extLst>
              <a:ext uri="{FF2B5EF4-FFF2-40B4-BE49-F238E27FC236}">
                <a16:creationId xmlns:a16="http://schemas.microsoft.com/office/drawing/2014/main" id="{E2666272-808C-E078-FB83-A5698FED40B8}"/>
              </a:ext>
            </a:extLst>
          </p:cNvPr>
          <p:cNvSpPr/>
          <p:nvPr/>
        </p:nvSpPr>
        <p:spPr>
          <a:xfrm>
            <a:off x="6342888" y="2759593"/>
            <a:ext cx="929030" cy="512064"/>
          </a:xfrm>
          <a:prstGeom prst="rect">
            <a:avLst/>
          </a:prstGeom>
          <a:solidFill>
            <a:srgbClr val="002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a:extLst>
              <a:ext uri="{FF2B5EF4-FFF2-40B4-BE49-F238E27FC236}">
                <a16:creationId xmlns:a16="http://schemas.microsoft.com/office/drawing/2014/main" id="{E9FB0AC0-92AC-C17C-6532-AB88E09FBC33}"/>
              </a:ext>
            </a:extLst>
          </p:cNvPr>
          <p:cNvSpPr txBox="1"/>
          <p:nvPr/>
        </p:nvSpPr>
        <p:spPr>
          <a:xfrm>
            <a:off x="6297168" y="2576713"/>
            <a:ext cx="1020470" cy="164592"/>
          </a:xfrm>
          <a:prstGeom prst="rect">
            <a:avLst/>
          </a:prstGeom>
          <a:noFill/>
        </p:spPr>
        <p:txBody>
          <a:bodyPr wrap="none">
            <a:spAutoFit/>
          </a:bodyPr>
          <a:lstStyle/>
          <a:p>
            <a:pPr algn="ctr">
              <a:defRPr sz="800" b="1">
                <a:solidFill>
                  <a:srgbClr val="00263D"/>
                </a:solidFill>
                <a:latin typeface="Microsoft YaHei"/>
              </a:defRPr>
            </a:pPr>
            <a:r>
              <a:t>340</a:t>
            </a:r>
          </a:p>
        </p:txBody>
      </p:sp>
      <p:sp>
        <p:nvSpPr>
          <p:cNvPr id="40" name="TextBox 39">
            <a:extLst>
              <a:ext uri="{FF2B5EF4-FFF2-40B4-BE49-F238E27FC236}">
                <a16:creationId xmlns:a16="http://schemas.microsoft.com/office/drawing/2014/main" id="{4D27F4D4-35BA-F7EA-0579-D468789A5F4A}"/>
              </a:ext>
            </a:extLst>
          </p:cNvPr>
          <p:cNvSpPr txBox="1"/>
          <p:nvPr/>
        </p:nvSpPr>
        <p:spPr>
          <a:xfrm>
            <a:off x="6297168" y="3280801"/>
            <a:ext cx="1020470" cy="164592"/>
          </a:xfrm>
          <a:prstGeom prst="rect">
            <a:avLst/>
          </a:prstGeom>
          <a:noFill/>
        </p:spPr>
        <p:txBody>
          <a:bodyPr wrap="none">
            <a:spAutoFit/>
          </a:bodyPr>
          <a:lstStyle/>
          <a:p>
            <a:pPr algn="ctr">
              <a:defRPr sz="800" b="0">
                <a:solidFill>
                  <a:srgbClr val="666666"/>
                </a:solidFill>
                <a:latin typeface="Microsoft YaHei"/>
              </a:defRPr>
            </a:pPr>
            <a:r>
              <a:t>1月</a:t>
            </a:r>
          </a:p>
        </p:txBody>
      </p:sp>
      <p:sp>
        <p:nvSpPr>
          <p:cNvPr id="41" name="Rectangle 40">
            <a:extLst>
              <a:ext uri="{FF2B5EF4-FFF2-40B4-BE49-F238E27FC236}">
                <a16:creationId xmlns:a16="http://schemas.microsoft.com/office/drawing/2014/main" id="{93D9AC5B-BBC3-726A-E05B-2445B3C3A212}"/>
              </a:ext>
            </a:extLst>
          </p:cNvPr>
          <p:cNvSpPr/>
          <p:nvPr/>
        </p:nvSpPr>
        <p:spPr>
          <a:xfrm>
            <a:off x="7381646" y="2935158"/>
            <a:ext cx="929030" cy="336499"/>
          </a:xfrm>
          <a:prstGeom prst="rect">
            <a:avLst/>
          </a:prstGeom>
          <a:solidFill>
            <a:srgbClr val="E87D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a:extLst>
              <a:ext uri="{FF2B5EF4-FFF2-40B4-BE49-F238E27FC236}">
                <a16:creationId xmlns:a16="http://schemas.microsoft.com/office/drawing/2014/main" id="{80753BE9-3ED4-7A94-A81D-D2B33471DC17}"/>
              </a:ext>
            </a:extLst>
          </p:cNvPr>
          <p:cNvSpPr txBox="1"/>
          <p:nvPr/>
        </p:nvSpPr>
        <p:spPr>
          <a:xfrm>
            <a:off x="7335926" y="2752278"/>
            <a:ext cx="1020470" cy="164592"/>
          </a:xfrm>
          <a:prstGeom prst="rect">
            <a:avLst/>
          </a:prstGeom>
          <a:noFill/>
        </p:spPr>
        <p:txBody>
          <a:bodyPr wrap="none">
            <a:spAutoFit/>
          </a:bodyPr>
          <a:lstStyle/>
          <a:p>
            <a:pPr algn="ctr">
              <a:defRPr sz="800" b="1">
                <a:solidFill>
                  <a:srgbClr val="E87D22"/>
                </a:solidFill>
                <a:latin typeface="Microsoft YaHei"/>
              </a:defRPr>
            </a:pPr>
            <a:r>
              <a:t>292</a:t>
            </a:r>
          </a:p>
        </p:txBody>
      </p:sp>
      <p:sp>
        <p:nvSpPr>
          <p:cNvPr id="43" name="TextBox 42">
            <a:extLst>
              <a:ext uri="{FF2B5EF4-FFF2-40B4-BE49-F238E27FC236}">
                <a16:creationId xmlns:a16="http://schemas.microsoft.com/office/drawing/2014/main" id="{31286FEB-1F67-F542-BB78-3A709C8B384A}"/>
              </a:ext>
            </a:extLst>
          </p:cNvPr>
          <p:cNvSpPr txBox="1"/>
          <p:nvPr/>
        </p:nvSpPr>
        <p:spPr>
          <a:xfrm>
            <a:off x="7335926" y="3280801"/>
            <a:ext cx="1020470" cy="164592"/>
          </a:xfrm>
          <a:prstGeom prst="rect">
            <a:avLst/>
          </a:prstGeom>
          <a:noFill/>
        </p:spPr>
        <p:txBody>
          <a:bodyPr wrap="none">
            <a:spAutoFit/>
          </a:bodyPr>
          <a:lstStyle/>
          <a:p>
            <a:pPr algn="ctr">
              <a:defRPr sz="800" b="0">
                <a:solidFill>
                  <a:srgbClr val="666666"/>
                </a:solidFill>
                <a:latin typeface="Microsoft YaHei"/>
              </a:defRPr>
            </a:pPr>
            <a:r>
              <a:t>2月</a:t>
            </a:r>
          </a:p>
        </p:txBody>
      </p:sp>
      <p:sp>
        <p:nvSpPr>
          <p:cNvPr id="44" name="Rectangle 43">
            <a:extLst>
              <a:ext uri="{FF2B5EF4-FFF2-40B4-BE49-F238E27FC236}">
                <a16:creationId xmlns:a16="http://schemas.microsoft.com/office/drawing/2014/main" id="{3EE6B942-C91B-FC78-0514-7C6F1A779158}"/>
              </a:ext>
            </a:extLst>
          </p:cNvPr>
          <p:cNvSpPr/>
          <p:nvPr/>
        </p:nvSpPr>
        <p:spPr>
          <a:xfrm>
            <a:off x="8420404" y="2726675"/>
            <a:ext cx="929030" cy="544982"/>
          </a:xfrm>
          <a:prstGeom prst="rect">
            <a:avLst/>
          </a:prstGeom>
          <a:solidFill>
            <a:srgbClr val="002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a:extLst>
              <a:ext uri="{FF2B5EF4-FFF2-40B4-BE49-F238E27FC236}">
                <a16:creationId xmlns:a16="http://schemas.microsoft.com/office/drawing/2014/main" id="{6A09C393-1957-B7B0-3158-A1A659F06C30}"/>
              </a:ext>
            </a:extLst>
          </p:cNvPr>
          <p:cNvSpPr txBox="1"/>
          <p:nvPr/>
        </p:nvSpPr>
        <p:spPr>
          <a:xfrm>
            <a:off x="8374684" y="2543795"/>
            <a:ext cx="1020470" cy="164592"/>
          </a:xfrm>
          <a:prstGeom prst="rect">
            <a:avLst/>
          </a:prstGeom>
          <a:noFill/>
        </p:spPr>
        <p:txBody>
          <a:bodyPr wrap="none">
            <a:spAutoFit/>
          </a:bodyPr>
          <a:lstStyle/>
          <a:p>
            <a:pPr algn="ctr">
              <a:defRPr sz="800" b="1">
                <a:solidFill>
                  <a:srgbClr val="00263D"/>
                </a:solidFill>
                <a:latin typeface="Microsoft YaHei"/>
              </a:defRPr>
            </a:pPr>
            <a:r>
              <a:t>349</a:t>
            </a:r>
          </a:p>
        </p:txBody>
      </p:sp>
      <p:sp>
        <p:nvSpPr>
          <p:cNvPr id="46" name="TextBox 45">
            <a:extLst>
              <a:ext uri="{FF2B5EF4-FFF2-40B4-BE49-F238E27FC236}">
                <a16:creationId xmlns:a16="http://schemas.microsoft.com/office/drawing/2014/main" id="{89F42252-BA1C-5C16-B9B5-6F153179DABE}"/>
              </a:ext>
            </a:extLst>
          </p:cNvPr>
          <p:cNvSpPr txBox="1"/>
          <p:nvPr/>
        </p:nvSpPr>
        <p:spPr>
          <a:xfrm>
            <a:off x="8374684" y="3280801"/>
            <a:ext cx="1020470" cy="164592"/>
          </a:xfrm>
          <a:prstGeom prst="rect">
            <a:avLst/>
          </a:prstGeom>
          <a:noFill/>
        </p:spPr>
        <p:txBody>
          <a:bodyPr wrap="none">
            <a:spAutoFit/>
          </a:bodyPr>
          <a:lstStyle/>
          <a:p>
            <a:pPr algn="ctr">
              <a:defRPr sz="800" b="0">
                <a:solidFill>
                  <a:srgbClr val="666666"/>
                </a:solidFill>
                <a:latin typeface="Microsoft YaHei"/>
              </a:defRPr>
            </a:pPr>
            <a:r>
              <a:t>3月</a:t>
            </a:r>
          </a:p>
        </p:txBody>
      </p:sp>
      <p:sp>
        <p:nvSpPr>
          <p:cNvPr id="47" name="Rectangle 46">
            <a:extLst>
              <a:ext uri="{FF2B5EF4-FFF2-40B4-BE49-F238E27FC236}">
                <a16:creationId xmlns:a16="http://schemas.microsoft.com/office/drawing/2014/main" id="{16337940-5A3A-2206-F262-855A8884572F}"/>
              </a:ext>
            </a:extLst>
          </p:cNvPr>
          <p:cNvSpPr/>
          <p:nvPr/>
        </p:nvSpPr>
        <p:spPr>
          <a:xfrm>
            <a:off x="9459163" y="2726675"/>
            <a:ext cx="929030" cy="544982"/>
          </a:xfrm>
          <a:prstGeom prst="rect">
            <a:avLst/>
          </a:prstGeom>
          <a:solidFill>
            <a:srgbClr val="002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a:extLst>
              <a:ext uri="{FF2B5EF4-FFF2-40B4-BE49-F238E27FC236}">
                <a16:creationId xmlns:a16="http://schemas.microsoft.com/office/drawing/2014/main" id="{695C90FB-4293-5949-F1E4-C62EEB185705}"/>
              </a:ext>
            </a:extLst>
          </p:cNvPr>
          <p:cNvSpPr txBox="1"/>
          <p:nvPr/>
        </p:nvSpPr>
        <p:spPr>
          <a:xfrm>
            <a:off x="9413443" y="2543795"/>
            <a:ext cx="1020470" cy="164592"/>
          </a:xfrm>
          <a:prstGeom prst="rect">
            <a:avLst/>
          </a:prstGeom>
          <a:noFill/>
        </p:spPr>
        <p:txBody>
          <a:bodyPr wrap="none">
            <a:spAutoFit/>
          </a:bodyPr>
          <a:lstStyle/>
          <a:p>
            <a:pPr algn="ctr">
              <a:defRPr sz="800" b="1">
                <a:solidFill>
                  <a:srgbClr val="00263D"/>
                </a:solidFill>
                <a:latin typeface="Microsoft YaHei"/>
              </a:defRPr>
            </a:pPr>
            <a:r>
              <a:t>349</a:t>
            </a:r>
          </a:p>
        </p:txBody>
      </p:sp>
      <p:sp>
        <p:nvSpPr>
          <p:cNvPr id="49" name="TextBox 48">
            <a:extLst>
              <a:ext uri="{FF2B5EF4-FFF2-40B4-BE49-F238E27FC236}">
                <a16:creationId xmlns:a16="http://schemas.microsoft.com/office/drawing/2014/main" id="{D1EDAC4E-4ACB-5389-D6EB-B445B76F614A}"/>
              </a:ext>
            </a:extLst>
          </p:cNvPr>
          <p:cNvSpPr txBox="1"/>
          <p:nvPr/>
        </p:nvSpPr>
        <p:spPr>
          <a:xfrm>
            <a:off x="9413443" y="3280801"/>
            <a:ext cx="1020470" cy="164592"/>
          </a:xfrm>
          <a:prstGeom prst="rect">
            <a:avLst/>
          </a:prstGeom>
          <a:noFill/>
        </p:spPr>
        <p:txBody>
          <a:bodyPr wrap="none">
            <a:spAutoFit/>
          </a:bodyPr>
          <a:lstStyle/>
          <a:p>
            <a:pPr algn="ctr">
              <a:defRPr sz="800" b="0">
                <a:solidFill>
                  <a:srgbClr val="666666"/>
                </a:solidFill>
                <a:latin typeface="Microsoft YaHei"/>
              </a:defRPr>
            </a:pPr>
            <a:r>
              <a:t>4月</a:t>
            </a:r>
          </a:p>
        </p:txBody>
      </p:sp>
      <p:sp>
        <p:nvSpPr>
          <p:cNvPr id="50" name="Rectangle 49">
            <a:extLst>
              <a:ext uri="{FF2B5EF4-FFF2-40B4-BE49-F238E27FC236}">
                <a16:creationId xmlns:a16="http://schemas.microsoft.com/office/drawing/2014/main" id="{4A774574-8788-D163-2C3D-A9CBA271C312}"/>
              </a:ext>
            </a:extLst>
          </p:cNvPr>
          <p:cNvSpPr/>
          <p:nvPr/>
        </p:nvSpPr>
        <p:spPr>
          <a:xfrm>
            <a:off x="10497921" y="2488931"/>
            <a:ext cx="929030" cy="782726"/>
          </a:xfrm>
          <a:prstGeom prst="rect">
            <a:avLst/>
          </a:prstGeom>
          <a:solidFill>
            <a:srgbClr val="002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a:extLst>
              <a:ext uri="{FF2B5EF4-FFF2-40B4-BE49-F238E27FC236}">
                <a16:creationId xmlns:a16="http://schemas.microsoft.com/office/drawing/2014/main" id="{5DE6007F-600C-8D1C-FC22-D135C988079B}"/>
              </a:ext>
            </a:extLst>
          </p:cNvPr>
          <p:cNvSpPr txBox="1"/>
          <p:nvPr/>
        </p:nvSpPr>
        <p:spPr>
          <a:xfrm>
            <a:off x="10452201" y="2306051"/>
            <a:ext cx="1020470" cy="164592"/>
          </a:xfrm>
          <a:prstGeom prst="rect">
            <a:avLst/>
          </a:prstGeom>
          <a:noFill/>
        </p:spPr>
        <p:txBody>
          <a:bodyPr wrap="none">
            <a:spAutoFit/>
          </a:bodyPr>
          <a:lstStyle/>
          <a:p>
            <a:pPr algn="ctr">
              <a:defRPr sz="800" b="1">
                <a:solidFill>
                  <a:srgbClr val="00263D"/>
                </a:solidFill>
                <a:latin typeface="Microsoft YaHei"/>
              </a:defRPr>
            </a:pPr>
            <a:r>
              <a:t>414</a:t>
            </a:r>
          </a:p>
        </p:txBody>
      </p:sp>
      <p:sp>
        <p:nvSpPr>
          <p:cNvPr id="52" name="TextBox 51">
            <a:extLst>
              <a:ext uri="{FF2B5EF4-FFF2-40B4-BE49-F238E27FC236}">
                <a16:creationId xmlns:a16="http://schemas.microsoft.com/office/drawing/2014/main" id="{7DBD7B08-050E-07CA-15FC-D33D931A6A93}"/>
              </a:ext>
            </a:extLst>
          </p:cNvPr>
          <p:cNvSpPr txBox="1"/>
          <p:nvPr/>
        </p:nvSpPr>
        <p:spPr>
          <a:xfrm>
            <a:off x="10452201" y="3280801"/>
            <a:ext cx="1020470" cy="164592"/>
          </a:xfrm>
          <a:prstGeom prst="rect">
            <a:avLst/>
          </a:prstGeom>
          <a:noFill/>
        </p:spPr>
        <p:txBody>
          <a:bodyPr wrap="none">
            <a:spAutoFit/>
          </a:bodyPr>
          <a:lstStyle/>
          <a:p>
            <a:pPr algn="ctr">
              <a:defRPr sz="800" b="0">
                <a:solidFill>
                  <a:srgbClr val="666666"/>
                </a:solidFill>
                <a:latin typeface="Microsoft YaHei"/>
              </a:defRPr>
            </a:pPr>
            <a:r>
              <a:t>5月</a:t>
            </a:r>
          </a:p>
        </p:txBody>
      </p:sp>
      <p:sp>
        <p:nvSpPr>
          <p:cNvPr id="54" name="TextBox 53">
            <a:extLst>
              <a:ext uri="{FF2B5EF4-FFF2-40B4-BE49-F238E27FC236}">
                <a16:creationId xmlns:a16="http://schemas.microsoft.com/office/drawing/2014/main" id="{5B6155AB-0763-ECF6-894E-33BC681A2BC2}"/>
              </a:ext>
            </a:extLst>
          </p:cNvPr>
          <p:cNvSpPr txBox="1"/>
          <p:nvPr/>
        </p:nvSpPr>
        <p:spPr>
          <a:xfrm>
            <a:off x="471297" y="3531636"/>
            <a:ext cx="5486400" cy="256032"/>
          </a:xfrm>
          <a:prstGeom prst="rect">
            <a:avLst/>
          </a:prstGeom>
          <a:noFill/>
        </p:spPr>
        <p:txBody>
          <a:bodyPr wrap="none">
            <a:spAutoFit/>
          </a:bodyPr>
          <a:lstStyle/>
          <a:p>
            <a:pPr algn="l">
              <a:defRPr sz="1300" b="1">
                <a:solidFill>
                  <a:srgbClr val="00263D"/>
                </a:solidFill>
                <a:latin typeface="Microsoft YaHei"/>
              </a:defRPr>
            </a:pPr>
            <a:r>
              <a:rPr dirty="0" err="1"/>
              <a:t>各场站逐月补贴明细（万元</a:t>
            </a:r>
            <a:r>
              <a:rPr dirty="0"/>
              <a:t>）</a:t>
            </a:r>
          </a:p>
        </p:txBody>
      </p:sp>
      <p:sp>
        <p:nvSpPr>
          <p:cNvPr id="55" name="Rectangle 54">
            <a:extLst>
              <a:ext uri="{FF2B5EF4-FFF2-40B4-BE49-F238E27FC236}">
                <a16:creationId xmlns:a16="http://schemas.microsoft.com/office/drawing/2014/main" id="{53926FDC-8645-AEF1-80B0-3EC117197162}"/>
              </a:ext>
            </a:extLst>
          </p:cNvPr>
          <p:cNvSpPr/>
          <p:nvPr/>
        </p:nvSpPr>
        <p:spPr>
          <a:xfrm>
            <a:off x="426720" y="3957457"/>
            <a:ext cx="4160520" cy="2057400"/>
          </a:xfrm>
          <a:prstGeom prst="rect">
            <a:avLst/>
          </a:prstGeom>
          <a:solidFill>
            <a:srgbClr val="F8FAFB"/>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dirty="0">
              <a:latin typeface="微软雅黑" panose="020B0503020204020204" pitchFamily="34" charset="-122"/>
              <a:ea typeface="微软雅黑" panose="020B0503020204020204" pitchFamily="34" charset="-122"/>
            </a:endParaRPr>
          </a:p>
        </p:txBody>
      </p:sp>
      <p:sp>
        <p:nvSpPr>
          <p:cNvPr id="56" name="Rectangle 55">
            <a:extLst>
              <a:ext uri="{FF2B5EF4-FFF2-40B4-BE49-F238E27FC236}">
                <a16:creationId xmlns:a16="http://schemas.microsoft.com/office/drawing/2014/main" id="{00B3BA8D-96D6-E823-49EF-358A459603D3}"/>
              </a:ext>
            </a:extLst>
          </p:cNvPr>
          <p:cNvSpPr/>
          <p:nvPr/>
        </p:nvSpPr>
        <p:spPr>
          <a:xfrm>
            <a:off x="454152" y="3975744"/>
            <a:ext cx="4133088" cy="259981"/>
          </a:xfrm>
          <a:prstGeom prst="rect">
            <a:avLst/>
          </a:prstGeom>
          <a:solidFill>
            <a:srgbClr val="002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7" name="TextBox 56">
            <a:extLst>
              <a:ext uri="{FF2B5EF4-FFF2-40B4-BE49-F238E27FC236}">
                <a16:creationId xmlns:a16="http://schemas.microsoft.com/office/drawing/2014/main" id="{E4CCDC9A-60FD-D875-C7DA-479777273164}"/>
              </a:ext>
            </a:extLst>
          </p:cNvPr>
          <p:cNvSpPr txBox="1"/>
          <p:nvPr/>
        </p:nvSpPr>
        <p:spPr>
          <a:xfrm>
            <a:off x="518160" y="3975745"/>
            <a:ext cx="880369" cy="215444"/>
          </a:xfrm>
          <a:prstGeom prst="rect">
            <a:avLst/>
          </a:prstGeom>
          <a:noFill/>
        </p:spPr>
        <p:txBody>
          <a:bodyPr wrap="none">
            <a:spAutoFit/>
          </a:bodyPr>
          <a:lstStyle/>
          <a:p>
            <a:pPr algn="l">
              <a:defRPr sz="700" b="1">
                <a:solidFill>
                  <a:srgbClr val="FFFFFF"/>
                </a:solidFill>
                <a:latin typeface="Microsoft YaHei"/>
              </a:defRPr>
            </a:pPr>
            <a:r>
              <a:rPr sz="800"/>
              <a:t>场站(入市日期)</a:t>
            </a:r>
          </a:p>
        </p:txBody>
      </p:sp>
      <p:sp>
        <p:nvSpPr>
          <p:cNvPr id="58" name="TextBox 57">
            <a:extLst>
              <a:ext uri="{FF2B5EF4-FFF2-40B4-BE49-F238E27FC236}">
                <a16:creationId xmlns:a16="http://schemas.microsoft.com/office/drawing/2014/main" id="{DAC846BB-BEA3-3490-BD55-D1AB350AF1A8}"/>
              </a:ext>
            </a:extLst>
          </p:cNvPr>
          <p:cNvSpPr txBox="1"/>
          <p:nvPr/>
        </p:nvSpPr>
        <p:spPr>
          <a:xfrm>
            <a:off x="1569720" y="3975745"/>
            <a:ext cx="370614" cy="230832"/>
          </a:xfrm>
          <a:prstGeom prst="rect">
            <a:avLst/>
          </a:prstGeom>
          <a:noFill/>
        </p:spPr>
        <p:txBody>
          <a:bodyPr wrap="none">
            <a:spAutoFit/>
          </a:bodyPr>
          <a:lstStyle/>
          <a:p>
            <a:pPr algn="l">
              <a:defRPr sz="700" b="1">
                <a:solidFill>
                  <a:srgbClr val="FFFFFF"/>
                </a:solidFill>
                <a:latin typeface="Microsoft YaHei"/>
              </a:defRPr>
            </a:pPr>
            <a:r>
              <a:rPr sz="900"/>
              <a:t>1月</a:t>
            </a:r>
          </a:p>
        </p:txBody>
      </p:sp>
      <p:sp>
        <p:nvSpPr>
          <p:cNvPr id="59" name="TextBox 58">
            <a:extLst>
              <a:ext uri="{FF2B5EF4-FFF2-40B4-BE49-F238E27FC236}">
                <a16:creationId xmlns:a16="http://schemas.microsoft.com/office/drawing/2014/main" id="{44FED6C4-059D-066B-D172-13D5CB8DB0DE}"/>
              </a:ext>
            </a:extLst>
          </p:cNvPr>
          <p:cNvSpPr txBox="1"/>
          <p:nvPr/>
        </p:nvSpPr>
        <p:spPr>
          <a:xfrm>
            <a:off x="2045208" y="3975745"/>
            <a:ext cx="370614" cy="230832"/>
          </a:xfrm>
          <a:prstGeom prst="rect">
            <a:avLst/>
          </a:prstGeom>
          <a:noFill/>
        </p:spPr>
        <p:txBody>
          <a:bodyPr wrap="none">
            <a:spAutoFit/>
          </a:bodyPr>
          <a:lstStyle/>
          <a:p>
            <a:pPr algn="l">
              <a:defRPr sz="700" b="1">
                <a:solidFill>
                  <a:srgbClr val="FFFFFF"/>
                </a:solidFill>
                <a:latin typeface="Microsoft YaHei"/>
              </a:defRPr>
            </a:pPr>
            <a:r>
              <a:rPr sz="900"/>
              <a:t>2月</a:t>
            </a:r>
          </a:p>
        </p:txBody>
      </p:sp>
      <p:sp>
        <p:nvSpPr>
          <p:cNvPr id="60" name="TextBox 59">
            <a:extLst>
              <a:ext uri="{FF2B5EF4-FFF2-40B4-BE49-F238E27FC236}">
                <a16:creationId xmlns:a16="http://schemas.microsoft.com/office/drawing/2014/main" id="{9C715984-6010-D138-AFAC-44C83F88B9F4}"/>
              </a:ext>
            </a:extLst>
          </p:cNvPr>
          <p:cNvSpPr txBox="1"/>
          <p:nvPr/>
        </p:nvSpPr>
        <p:spPr>
          <a:xfrm>
            <a:off x="2520696" y="3975745"/>
            <a:ext cx="370614" cy="230832"/>
          </a:xfrm>
          <a:prstGeom prst="rect">
            <a:avLst/>
          </a:prstGeom>
          <a:noFill/>
        </p:spPr>
        <p:txBody>
          <a:bodyPr wrap="none">
            <a:spAutoFit/>
          </a:bodyPr>
          <a:lstStyle/>
          <a:p>
            <a:pPr algn="l">
              <a:defRPr sz="700" b="1">
                <a:solidFill>
                  <a:srgbClr val="FFFFFF"/>
                </a:solidFill>
                <a:latin typeface="Microsoft YaHei"/>
              </a:defRPr>
            </a:pPr>
            <a:r>
              <a:rPr sz="900"/>
              <a:t>3月</a:t>
            </a:r>
          </a:p>
        </p:txBody>
      </p:sp>
      <p:sp>
        <p:nvSpPr>
          <p:cNvPr id="61" name="TextBox 60">
            <a:extLst>
              <a:ext uri="{FF2B5EF4-FFF2-40B4-BE49-F238E27FC236}">
                <a16:creationId xmlns:a16="http://schemas.microsoft.com/office/drawing/2014/main" id="{6387EBAA-8DA8-A60A-9F6D-348E259EDEBA}"/>
              </a:ext>
            </a:extLst>
          </p:cNvPr>
          <p:cNvSpPr txBox="1"/>
          <p:nvPr/>
        </p:nvSpPr>
        <p:spPr>
          <a:xfrm>
            <a:off x="2996184" y="3975745"/>
            <a:ext cx="370614" cy="230832"/>
          </a:xfrm>
          <a:prstGeom prst="rect">
            <a:avLst/>
          </a:prstGeom>
          <a:noFill/>
        </p:spPr>
        <p:txBody>
          <a:bodyPr wrap="none">
            <a:spAutoFit/>
          </a:bodyPr>
          <a:lstStyle/>
          <a:p>
            <a:pPr algn="l">
              <a:defRPr sz="700" b="1">
                <a:solidFill>
                  <a:srgbClr val="FFFFFF"/>
                </a:solidFill>
                <a:latin typeface="Microsoft YaHei"/>
              </a:defRPr>
            </a:pPr>
            <a:r>
              <a:rPr sz="900"/>
              <a:t>4月</a:t>
            </a:r>
          </a:p>
        </p:txBody>
      </p:sp>
      <p:sp>
        <p:nvSpPr>
          <p:cNvPr id="62" name="TextBox 61">
            <a:extLst>
              <a:ext uri="{FF2B5EF4-FFF2-40B4-BE49-F238E27FC236}">
                <a16:creationId xmlns:a16="http://schemas.microsoft.com/office/drawing/2014/main" id="{071991D9-F339-7C6D-E801-FF5B93C3A347}"/>
              </a:ext>
            </a:extLst>
          </p:cNvPr>
          <p:cNvSpPr txBox="1"/>
          <p:nvPr/>
        </p:nvSpPr>
        <p:spPr>
          <a:xfrm>
            <a:off x="3471672" y="3975745"/>
            <a:ext cx="370614" cy="230832"/>
          </a:xfrm>
          <a:prstGeom prst="rect">
            <a:avLst/>
          </a:prstGeom>
          <a:noFill/>
        </p:spPr>
        <p:txBody>
          <a:bodyPr wrap="none">
            <a:spAutoFit/>
          </a:bodyPr>
          <a:lstStyle/>
          <a:p>
            <a:pPr algn="l">
              <a:defRPr sz="700" b="1">
                <a:solidFill>
                  <a:srgbClr val="FFFFFF"/>
                </a:solidFill>
                <a:latin typeface="Microsoft YaHei"/>
              </a:defRPr>
            </a:pPr>
            <a:r>
              <a:rPr sz="900"/>
              <a:t>5月</a:t>
            </a:r>
          </a:p>
        </p:txBody>
      </p:sp>
      <p:sp>
        <p:nvSpPr>
          <p:cNvPr id="63" name="TextBox 62">
            <a:extLst>
              <a:ext uri="{FF2B5EF4-FFF2-40B4-BE49-F238E27FC236}">
                <a16:creationId xmlns:a16="http://schemas.microsoft.com/office/drawing/2014/main" id="{EE7C4BD5-9038-5278-A492-C0F76D106BD4}"/>
              </a:ext>
            </a:extLst>
          </p:cNvPr>
          <p:cNvSpPr txBox="1"/>
          <p:nvPr/>
        </p:nvSpPr>
        <p:spPr>
          <a:xfrm>
            <a:off x="4038600" y="3975745"/>
            <a:ext cx="415498" cy="230832"/>
          </a:xfrm>
          <a:prstGeom prst="rect">
            <a:avLst/>
          </a:prstGeom>
          <a:noFill/>
        </p:spPr>
        <p:txBody>
          <a:bodyPr wrap="none">
            <a:spAutoFit/>
          </a:bodyPr>
          <a:lstStyle/>
          <a:p>
            <a:pPr algn="l">
              <a:defRPr sz="700" b="1">
                <a:solidFill>
                  <a:srgbClr val="FFFFFF"/>
                </a:solidFill>
                <a:latin typeface="Microsoft YaHei"/>
              </a:defRPr>
            </a:pPr>
            <a:r>
              <a:rPr sz="900" b="1"/>
              <a:t>累计</a:t>
            </a:r>
          </a:p>
        </p:txBody>
      </p:sp>
      <p:sp>
        <p:nvSpPr>
          <p:cNvPr id="65" name="TextBox 64">
            <a:extLst>
              <a:ext uri="{FF2B5EF4-FFF2-40B4-BE49-F238E27FC236}">
                <a16:creationId xmlns:a16="http://schemas.microsoft.com/office/drawing/2014/main" id="{BD188401-9408-0D06-21C0-6156F5F4714A}"/>
              </a:ext>
            </a:extLst>
          </p:cNvPr>
          <p:cNvSpPr txBox="1"/>
          <p:nvPr/>
        </p:nvSpPr>
        <p:spPr>
          <a:xfrm>
            <a:off x="518160" y="4204345"/>
            <a:ext cx="595035" cy="338554"/>
          </a:xfrm>
          <a:prstGeom prst="rect">
            <a:avLst/>
          </a:prstGeom>
          <a:noFill/>
        </p:spPr>
        <p:txBody>
          <a:bodyPr wrap="none">
            <a:spAutoFit/>
          </a:bodyPr>
          <a:lstStyle/>
          <a:p>
            <a:pPr algn="l">
              <a:defRPr sz="650" b="1">
                <a:solidFill>
                  <a:srgbClr val="5B7CA8"/>
                </a:solidFill>
                <a:latin typeface="Microsoft YaHei"/>
              </a:defRPr>
            </a:pPr>
            <a:r>
              <a:rPr sz="800"/>
              <a:t>巴盟</a:t>
            </a:r>
            <a:br>
              <a:rPr sz="800"/>
            </a:br>
            <a:r>
              <a:rPr sz="800"/>
              <a:t>(1月7日)</a:t>
            </a:r>
          </a:p>
        </p:txBody>
      </p:sp>
      <p:sp>
        <p:nvSpPr>
          <p:cNvPr id="66" name="TextBox 65">
            <a:extLst>
              <a:ext uri="{FF2B5EF4-FFF2-40B4-BE49-F238E27FC236}">
                <a16:creationId xmlns:a16="http://schemas.microsoft.com/office/drawing/2014/main" id="{52B021EE-289F-4CB5-9DB2-4ABB1186C365}"/>
              </a:ext>
            </a:extLst>
          </p:cNvPr>
          <p:cNvSpPr txBox="1"/>
          <p:nvPr/>
        </p:nvSpPr>
        <p:spPr>
          <a:xfrm>
            <a:off x="1569720" y="4204345"/>
            <a:ext cx="481222" cy="230832"/>
          </a:xfrm>
          <a:prstGeom prst="rect">
            <a:avLst/>
          </a:prstGeom>
          <a:noFill/>
        </p:spPr>
        <p:txBody>
          <a:bodyPr wrap="none">
            <a:spAutoFit/>
          </a:bodyPr>
          <a:lstStyle/>
          <a:p>
            <a:pPr algn="l">
              <a:defRPr sz="700" b="0">
                <a:solidFill>
                  <a:srgbClr val="666666"/>
                </a:solidFill>
                <a:latin typeface="Microsoft YaHei"/>
              </a:defRPr>
            </a:pPr>
            <a:r>
              <a:rPr sz="900"/>
              <a:t>3,445</a:t>
            </a:r>
          </a:p>
        </p:txBody>
      </p:sp>
      <p:sp>
        <p:nvSpPr>
          <p:cNvPr id="67" name="TextBox 66">
            <a:extLst>
              <a:ext uri="{FF2B5EF4-FFF2-40B4-BE49-F238E27FC236}">
                <a16:creationId xmlns:a16="http://schemas.microsoft.com/office/drawing/2014/main" id="{29BA1709-84B5-3C04-6E3C-10F1693956BB}"/>
              </a:ext>
            </a:extLst>
          </p:cNvPr>
          <p:cNvSpPr txBox="1"/>
          <p:nvPr/>
        </p:nvSpPr>
        <p:spPr>
          <a:xfrm>
            <a:off x="2045208" y="4204345"/>
            <a:ext cx="481222" cy="230832"/>
          </a:xfrm>
          <a:prstGeom prst="rect">
            <a:avLst/>
          </a:prstGeom>
          <a:noFill/>
        </p:spPr>
        <p:txBody>
          <a:bodyPr wrap="none">
            <a:spAutoFit/>
          </a:bodyPr>
          <a:lstStyle/>
          <a:p>
            <a:pPr algn="l">
              <a:defRPr sz="700" b="0">
                <a:solidFill>
                  <a:srgbClr val="666666"/>
                </a:solidFill>
                <a:latin typeface="Microsoft YaHei"/>
              </a:defRPr>
            </a:pPr>
            <a:r>
              <a:rPr sz="900"/>
              <a:t>3,374</a:t>
            </a:r>
          </a:p>
        </p:txBody>
      </p:sp>
      <p:sp>
        <p:nvSpPr>
          <p:cNvPr id="68" name="TextBox 67">
            <a:extLst>
              <a:ext uri="{FF2B5EF4-FFF2-40B4-BE49-F238E27FC236}">
                <a16:creationId xmlns:a16="http://schemas.microsoft.com/office/drawing/2014/main" id="{D5C2EB22-0341-D026-0B1F-6F953ADE2586}"/>
              </a:ext>
            </a:extLst>
          </p:cNvPr>
          <p:cNvSpPr txBox="1"/>
          <p:nvPr/>
        </p:nvSpPr>
        <p:spPr>
          <a:xfrm>
            <a:off x="2520696" y="4204345"/>
            <a:ext cx="481222" cy="230832"/>
          </a:xfrm>
          <a:prstGeom prst="rect">
            <a:avLst/>
          </a:prstGeom>
          <a:noFill/>
        </p:spPr>
        <p:txBody>
          <a:bodyPr wrap="none">
            <a:spAutoFit/>
          </a:bodyPr>
          <a:lstStyle/>
          <a:p>
            <a:pPr algn="l">
              <a:defRPr sz="700" b="0">
                <a:solidFill>
                  <a:srgbClr val="666666"/>
                </a:solidFill>
                <a:latin typeface="Microsoft YaHei"/>
              </a:defRPr>
            </a:pPr>
            <a:r>
              <a:rPr sz="900"/>
              <a:t>4,793</a:t>
            </a:r>
          </a:p>
        </p:txBody>
      </p:sp>
      <p:sp>
        <p:nvSpPr>
          <p:cNvPr id="69" name="TextBox 68">
            <a:extLst>
              <a:ext uri="{FF2B5EF4-FFF2-40B4-BE49-F238E27FC236}">
                <a16:creationId xmlns:a16="http://schemas.microsoft.com/office/drawing/2014/main" id="{7A3908AA-7453-5F04-F22C-3534CA89B568}"/>
              </a:ext>
            </a:extLst>
          </p:cNvPr>
          <p:cNvSpPr txBox="1"/>
          <p:nvPr/>
        </p:nvSpPr>
        <p:spPr>
          <a:xfrm>
            <a:off x="2996184" y="4204345"/>
            <a:ext cx="481222" cy="230832"/>
          </a:xfrm>
          <a:prstGeom prst="rect">
            <a:avLst/>
          </a:prstGeom>
          <a:noFill/>
        </p:spPr>
        <p:txBody>
          <a:bodyPr wrap="none">
            <a:spAutoFit/>
          </a:bodyPr>
          <a:lstStyle/>
          <a:p>
            <a:pPr algn="l">
              <a:defRPr sz="700" b="0">
                <a:solidFill>
                  <a:srgbClr val="666666"/>
                </a:solidFill>
                <a:latin typeface="Microsoft YaHei"/>
              </a:defRPr>
            </a:pPr>
            <a:r>
              <a:rPr sz="900"/>
              <a:t>3,993</a:t>
            </a:r>
          </a:p>
        </p:txBody>
      </p:sp>
      <p:sp>
        <p:nvSpPr>
          <p:cNvPr id="70" name="TextBox 69">
            <a:extLst>
              <a:ext uri="{FF2B5EF4-FFF2-40B4-BE49-F238E27FC236}">
                <a16:creationId xmlns:a16="http://schemas.microsoft.com/office/drawing/2014/main" id="{C4BBDBF7-623E-27B4-D7FF-51301089247D}"/>
              </a:ext>
            </a:extLst>
          </p:cNvPr>
          <p:cNvSpPr txBox="1"/>
          <p:nvPr/>
        </p:nvSpPr>
        <p:spPr>
          <a:xfrm>
            <a:off x="3471672" y="4204345"/>
            <a:ext cx="481222" cy="230832"/>
          </a:xfrm>
          <a:prstGeom prst="rect">
            <a:avLst/>
          </a:prstGeom>
          <a:noFill/>
        </p:spPr>
        <p:txBody>
          <a:bodyPr wrap="none">
            <a:spAutoFit/>
          </a:bodyPr>
          <a:lstStyle/>
          <a:p>
            <a:pPr algn="l">
              <a:defRPr sz="700" b="0">
                <a:solidFill>
                  <a:srgbClr val="666666"/>
                </a:solidFill>
                <a:latin typeface="Microsoft YaHei"/>
              </a:defRPr>
            </a:pPr>
            <a:r>
              <a:rPr sz="900"/>
              <a:t>5,390</a:t>
            </a:r>
          </a:p>
        </p:txBody>
      </p:sp>
      <p:sp>
        <p:nvSpPr>
          <p:cNvPr id="71" name="TextBox 70">
            <a:extLst>
              <a:ext uri="{FF2B5EF4-FFF2-40B4-BE49-F238E27FC236}">
                <a16:creationId xmlns:a16="http://schemas.microsoft.com/office/drawing/2014/main" id="{F619F8B4-BE8E-ADDD-74E4-926F8FC2AEAC}"/>
              </a:ext>
            </a:extLst>
          </p:cNvPr>
          <p:cNvSpPr txBox="1"/>
          <p:nvPr/>
        </p:nvSpPr>
        <p:spPr>
          <a:xfrm>
            <a:off x="4038600" y="4204345"/>
            <a:ext cx="570990" cy="230832"/>
          </a:xfrm>
          <a:prstGeom prst="rect">
            <a:avLst/>
          </a:prstGeom>
          <a:noFill/>
        </p:spPr>
        <p:txBody>
          <a:bodyPr wrap="none">
            <a:spAutoFit/>
          </a:bodyPr>
          <a:lstStyle/>
          <a:p>
            <a:pPr algn="l">
              <a:defRPr sz="700" b="0">
                <a:solidFill>
                  <a:srgbClr val="666666"/>
                </a:solidFill>
                <a:latin typeface="Microsoft YaHei"/>
              </a:defRPr>
            </a:pPr>
            <a:r>
              <a:rPr sz="900" b="1"/>
              <a:t>20,995</a:t>
            </a:r>
          </a:p>
        </p:txBody>
      </p:sp>
      <p:sp>
        <p:nvSpPr>
          <p:cNvPr id="75" name="TextBox 74">
            <a:extLst>
              <a:ext uri="{FF2B5EF4-FFF2-40B4-BE49-F238E27FC236}">
                <a16:creationId xmlns:a16="http://schemas.microsoft.com/office/drawing/2014/main" id="{98160F86-ABB9-ECD3-B136-ED0FEFF8F015}"/>
              </a:ext>
            </a:extLst>
          </p:cNvPr>
          <p:cNvSpPr txBox="1"/>
          <p:nvPr/>
        </p:nvSpPr>
        <p:spPr>
          <a:xfrm>
            <a:off x="518160" y="4451233"/>
            <a:ext cx="657552" cy="338554"/>
          </a:xfrm>
          <a:prstGeom prst="rect">
            <a:avLst/>
          </a:prstGeom>
          <a:noFill/>
        </p:spPr>
        <p:txBody>
          <a:bodyPr wrap="none">
            <a:spAutoFit/>
          </a:bodyPr>
          <a:lstStyle/>
          <a:p>
            <a:pPr algn="l">
              <a:defRPr sz="650" b="1">
                <a:solidFill>
                  <a:srgbClr val="3B8E4D"/>
                </a:solidFill>
                <a:latin typeface="Microsoft YaHei"/>
              </a:defRPr>
            </a:pPr>
            <a:r>
              <a:rPr sz="800"/>
              <a:t>谷山梁</a:t>
            </a:r>
            <a:br>
              <a:rPr sz="800"/>
            </a:br>
            <a:r>
              <a:rPr sz="800"/>
              <a:t>(1月17日)</a:t>
            </a:r>
          </a:p>
        </p:txBody>
      </p:sp>
      <p:sp>
        <p:nvSpPr>
          <p:cNvPr id="76" name="TextBox 75">
            <a:extLst>
              <a:ext uri="{FF2B5EF4-FFF2-40B4-BE49-F238E27FC236}">
                <a16:creationId xmlns:a16="http://schemas.microsoft.com/office/drawing/2014/main" id="{4740B1AD-C839-27F8-F766-1DBC0D64F2A1}"/>
              </a:ext>
            </a:extLst>
          </p:cNvPr>
          <p:cNvSpPr txBox="1"/>
          <p:nvPr/>
        </p:nvSpPr>
        <p:spPr>
          <a:xfrm>
            <a:off x="1569720" y="4451233"/>
            <a:ext cx="481222" cy="230832"/>
          </a:xfrm>
          <a:prstGeom prst="rect">
            <a:avLst/>
          </a:prstGeom>
          <a:noFill/>
        </p:spPr>
        <p:txBody>
          <a:bodyPr wrap="none">
            <a:spAutoFit/>
          </a:bodyPr>
          <a:lstStyle/>
          <a:p>
            <a:pPr algn="l">
              <a:defRPr sz="700" b="0">
                <a:solidFill>
                  <a:srgbClr val="666666"/>
                </a:solidFill>
                <a:latin typeface="Microsoft YaHei"/>
              </a:defRPr>
            </a:pPr>
            <a:r>
              <a:rPr sz="900"/>
              <a:t>1,313</a:t>
            </a:r>
          </a:p>
        </p:txBody>
      </p:sp>
      <p:sp>
        <p:nvSpPr>
          <p:cNvPr id="77" name="TextBox 76">
            <a:extLst>
              <a:ext uri="{FF2B5EF4-FFF2-40B4-BE49-F238E27FC236}">
                <a16:creationId xmlns:a16="http://schemas.microsoft.com/office/drawing/2014/main" id="{615C54A4-B2C5-5231-DB0F-94703DB326D9}"/>
              </a:ext>
            </a:extLst>
          </p:cNvPr>
          <p:cNvSpPr txBox="1"/>
          <p:nvPr/>
        </p:nvSpPr>
        <p:spPr>
          <a:xfrm>
            <a:off x="2045208" y="4451233"/>
            <a:ext cx="481222" cy="230832"/>
          </a:xfrm>
          <a:prstGeom prst="rect">
            <a:avLst/>
          </a:prstGeom>
          <a:noFill/>
        </p:spPr>
        <p:txBody>
          <a:bodyPr wrap="none">
            <a:spAutoFit/>
          </a:bodyPr>
          <a:lstStyle/>
          <a:p>
            <a:pPr algn="l">
              <a:defRPr sz="700" b="0">
                <a:solidFill>
                  <a:srgbClr val="666666"/>
                </a:solidFill>
                <a:latin typeface="Microsoft YaHei"/>
              </a:defRPr>
            </a:pPr>
            <a:r>
              <a:rPr sz="900"/>
              <a:t>1,327</a:t>
            </a:r>
          </a:p>
        </p:txBody>
      </p:sp>
      <p:sp>
        <p:nvSpPr>
          <p:cNvPr id="78" name="TextBox 77">
            <a:extLst>
              <a:ext uri="{FF2B5EF4-FFF2-40B4-BE49-F238E27FC236}">
                <a16:creationId xmlns:a16="http://schemas.microsoft.com/office/drawing/2014/main" id="{4BD8F9ED-BDD1-5064-439A-A6C3ECC4216D}"/>
              </a:ext>
            </a:extLst>
          </p:cNvPr>
          <p:cNvSpPr txBox="1"/>
          <p:nvPr/>
        </p:nvSpPr>
        <p:spPr>
          <a:xfrm>
            <a:off x="2520696" y="4451233"/>
            <a:ext cx="481222" cy="230832"/>
          </a:xfrm>
          <a:prstGeom prst="rect">
            <a:avLst/>
          </a:prstGeom>
          <a:noFill/>
        </p:spPr>
        <p:txBody>
          <a:bodyPr wrap="none">
            <a:spAutoFit/>
          </a:bodyPr>
          <a:lstStyle/>
          <a:p>
            <a:pPr algn="l">
              <a:defRPr sz="700" b="0">
                <a:solidFill>
                  <a:srgbClr val="666666"/>
                </a:solidFill>
                <a:latin typeface="Microsoft YaHei"/>
              </a:defRPr>
            </a:pPr>
            <a:r>
              <a:rPr sz="900"/>
              <a:t>2,292</a:t>
            </a:r>
          </a:p>
        </p:txBody>
      </p:sp>
      <p:sp>
        <p:nvSpPr>
          <p:cNvPr id="79" name="TextBox 78">
            <a:extLst>
              <a:ext uri="{FF2B5EF4-FFF2-40B4-BE49-F238E27FC236}">
                <a16:creationId xmlns:a16="http://schemas.microsoft.com/office/drawing/2014/main" id="{C5E79023-7198-4F4B-1558-93D1C9D29CE0}"/>
              </a:ext>
            </a:extLst>
          </p:cNvPr>
          <p:cNvSpPr txBox="1"/>
          <p:nvPr/>
        </p:nvSpPr>
        <p:spPr>
          <a:xfrm>
            <a:off x="2996184" y="4451233"/>
            <a:ext cx="481222" cy="230832"/>
          </a:xfrm>
          <a:prstGeom prst="rect">
            <a:avLst/>
          </a:prstGeom>
          <a:noFill/>
        </p:spPr>
        <p:txBody>
          <a:bodyPr wrap="none">
            <a:spAutoFit/>
          </a:bodyPr>
          <a:lstStyle/>
          <a:p>
            <a:pPr algn="l">
              <a:defRPr sz="700" b="0">
                <a:solidFill>
                  <a:srgbClr val="666666"/>
                </a:solidFill>
                <a:latin typeface="Microsoft YaHei"/>
              </a:defRPr>
            </a:pPr>
            <a:r>
              <a:rPr sz="900"/>
              <a:t>2,263</a:t>
            </a:r>
          </a:p>
        </p:txBody>
      </p:sp>
      <p:sp>
        <p:nvSpPr>
          <p:cNvPr id="80" name="TextBox 79">
            <a:extLst>
              <a:ext uri="{FF2B5EF4-FFF2-40B4-BE49-F238E27FC236}">
                <a16:creationId xmlns:a16="http://schemas.microsoft.com/office/drawing/2014/main" id="{609C92F3-C407-831C-347D-D72D76D57EC7}"/>
              </a:ext>
            </a:extLst>
          </p:cNvPr>
          <p:cNvSpPr txBox="1"/>
          <p:nvPr/>
        </p:nvSpPr>
        <p:spPr>
          <a:xfrm>
            <a:off x="3471672" y="4451233"/>
            <a:ext cx="481222" cy="230832"/>
          </a:xfrm>
          <a:prstGeom prst="rect">
            <a:avLst/>
          </a:prstGeom>
          <a:noFill/>
        </p:spPr>
        <p:txBody>
          <a:bodyPr wrap="none">
            <a:spAutoFit/>
          </a:bodyPr>
          <a:lstStyle/>
          <a:p>
            <a:pPr algn="l">
              <a:defRPr sz="700" b="0">
                <a:solidFill>
                  <a:srgbClr val="666666"/>
                </a:solidFill>
                <a:latin typeface="Microsoft YaHei"/>
              </a:defRPr>
            </a:pPr>
            <a:r>
              <a:rPr sz="900"/>
              <a:t>2,755</a:t>
            </a:r>
          </a:p>
        </p:txBody>
      </p:sp>
      <p:sp>
        <p:nvSpPr>
          <p:cNvPr id="81" name="TextBox 80">
            <a:extLst>
              <a:ext uri="{FF2B5EF4-FFF2-40B4-BE49-F238E27FC236}">
                <a16:creationId xmlns:a16="http://schemas.microsoft.com/office/drawing/2014/main" id="{2D92596D-28A0-CFC9-A581-1B4D3F35AFA8}"/>
              </a:ext>
            </a:extLst>
          </p:cNvPr>
          <p:cNvSpPr txBox="1"/>
          <p:nvPr/>
        </p:nvSpPr>
        <p:spPr>
          <a:xfrm>
            <a:off x="4038600" y="4451233"/>
            <a:ext cx="500458" cy="230832"/>
          </a:xfrm>
          <a:prstGeom prst="rect">
            <a:avLst/>
          </a:prstGeom>
          <a:noFill/>
        </p:spPr>
        <p:txBody>
          <a:bodyPr wrap="none">
            <a:spAutoFit/>
          </a:bodyPr>
          <a:lstStyle/>
          <a:p>
            <a:pPr algn="l">
              <a:defRPr sz="700" b="0">
                <a:solidFill>
                  <a:srgbClr val="666666"/>
                </a:solidFill>
                <a:latin typeface="Microsoft YaHei"/>
              </a:defRPr>
            </a:pPr>
            <a:r>
              <a:rPr sz="900" b="1"/>
              <a:t>9,950</a:t>
            </a:r>
          </a:p>
        </p:txBody>
      </p:sp>
      <p:sp>
        <p:nvSpPr>
          <p:cNvPr id="85" name="TextBox 84">
            <a:extLst>
              <a:ext uri="{FF2B5EF4-FFF2-40B4-BE49-F238E27FC236}">
                <a16:creationId xmlns:a16="http://schemas.microsoft.com/office/drawing/2014/main" id="{BF108B78-A1D9-35A0-6772-51F0B0994FA4}"/>
              </a:ext>
            </a:extLst>
          </p:cNvPr>
          <p:cNvSpPr txBox="1"/>
          <p:nvPr/>
        </p:nvSpPr>
        <p:spPr>
          <a:xfrm>
            <a:off x="518160" y="4698121"/>
            <a:ext cx="429926" cy="338554"/>
          </a:xfrm>
          <a:prstGeom prst="rect">
            <a:avLst/>
          </a:prstGeom>
          <a:noFill/>
        </p:spPr>
        <p:txBody>
          <a:bodyPr wrap="none">
            <a:spAutoFit/>
          </a:bodyPr>
          <a:lstStyle/>
          <a:p>
            <a:pPr algn="l">
              <a:defRPr sz="650" b="1">
                <a:solidFill>
                  <a:srgbClr val="00263D"/>
                </a:solidFill>
                <a:latin typeface="Microsoft YaHei"/>
              </a:defRPr>
            </a:pPr>
            <a:r>
              <a:rPr sz="800"/>
              <a:t>乌海</a:t>
            </a:r>
            <a:br>
              <a:rPr sz="800"/>
            </a:br>
            <a:r>
              <a:rPr sz="800"/>
              <a:t>(1月)</a:t>
            </a:r>
          </a:p>
        </p:txBody>
      </p:sp>
      <p:sp>
        <p:nvSpPr>
          <p:cNvPr id="86" name="TextBox 85">
            <a:extLst>
              <a:ext uri="{FF2B5EF4-FFF2-40B4-BE49-F238E27FC236}">
                <a16:creationId xmlns:a16="http://schemas.microsoft.com/office/drawing/2014/main" id="{DCA651C3-479B-DCFA-1E8B-F313F9D310CC}"/>
              </a:ext>
            </a:extLst>
          </p:cNvPr>
          <p:cNvSpPr txBox="1"/>
          <p:nvPr/>
        </p:nvSpPr>
        <p:spPr>
          <a:xfrm>
            <a:off x="1569720" y="4698121"/>
            <a:ext cx="386644" cy="230832"/>
          </a:xfrm>
          <a:prstGeom prst="rect">
            <a:avLst/>
          </a:prstGeom>
          <a:noFill/>
        </p:spPr>
        <p:txBody>
          <a:bodyPr wrap="none">
            <a:spAutoFit/>
          </a:bodyPr>
          <a:lstStyle/>
          <a:p>
            <a:pPr algn="l">
              <a:defRPr sz="700" b="0">
                <a:solidFill>
                  <a:srgbClr val="666666"/>
                </a:solidFill>
                <a:latin typeface="Microsoft YaHei"/>
              </a:defRPr>
            </a:pPr>
            <a:r>
              <a:rPr sz="900"/>
              <a:t>431</a:t>
            </a:r>
          </a:p>
        </p:txBody>
      </p:sp>
      <p:sp>
        <p:nvSpPr>
          <p:cNvPr id="87" name="TextBox 86">
            <a:extLst>
              <a:ext uri="{FF2B5EF4-FFF2-40B4-BE49-F238E27FC236}">
                <a16:creationId xmlns:a16="http://schemas.microsoft.com/office/drawing/2014/main" id="{34093F60-494C-4FDE-F131-03E692FC90A5}"/>
              </a:ext>
            </a:extLst>
          </p:cNvPr>
          <p:cNvSpPr txBox="1"/>
          <p:nvPr/>
        </p:nvSpPr>
        <p:spPr>
          <a:xfrm>
            <a:off x="2045208" y="4698121"/>
            <a:ext cx="386644" cy="230832"/>
          </a:xfrm>
          <a:prstGeom prst="rect">
            <a:avLst/>
          </a:prstGeom>
          <a:noFill/>
        </p:spPr>
        <p:txBody>
          <a:bodyPr wrap="none">
            <a:spAutoFit/>
          </a:bodyPr>
          <a:lstStyle/>
          <a:p>
            <a:pPr algn="l">
              <a:defRPr sz="700" b="0">
                <a:solidFill>
                  <a:srgbClr val="666666"/>
                </a:solidFill>
                <a:latin typeface="Microsoft YaHei"/>
              </a:defRPr>
            </a:pPr>
            <a:r>
              <a:rPr sz="900"/>
              <a:t>275</a:t>
            </a:r>
          </a:p>
        </p:txBody>
      </p:sp>
      <p:sp>
        <p:nvSpPr>
          <p:cNvPr id="88" name="TextBox 87">
            <a:extLst>
              <a:ext uri="{FF2B5EF4-FFF2-40B4-BE49-F238E27FC236}">
                <a16:creationId xmlns:a16="http://schemas.microsoft.com/office/drawing/2014/main" id="{2DD78D9A-7F97-7CDB-C5E7-F0D199DFC269}"/>
              </a:ext>
            </a:extLst>
          </p:cNvPr>
          <p:cNvSpPr txBox="1"/>
          <p:nvPr/>
        </p:nvSpPr>
        <p:spPr>
          <a:xfrm>
            <a:off x="2520696" y="4698121"/>
            <a:ext cx="386644" cy="230832"/>
          </a:xfrm>
          <a:prstGeom prst="rect">
            <a:avLst/>
          </a:prstGeom>
          <a:noFill/>
        </p:spPr>
        <p:txBody>
          <a:bodyPr wrap="none">
            <a:spAutoFit/>
          </a:bodyPr>
          <a:lstStyle/>
          <a:p>
            <a:pPr algn="l">
              <a:defRPr sz="700" b="0">
                <a:solidFill>
                  <a:srgbClr val="666666"/>
                </a:solidFill>
                <a:latin typeface="Microsoft YaHei"/>
              </a:defRPr>
            </a:pPr>
            <a:r>
              <a:rPr sz="900"/>
              <a:t>530</a:t>
            </a:r>
          </a:p>
        </p:txBody>
      </p:sp>
      <p:sp>
        <p:nvSpPr>
          <p:cNvPr id="89" name="TextBox 88">
            <a:extLst>
              <a:ext uri="{FF2B5EF4-FFF2-40B4-BE49-F238E27FC236}">
                <a16:creationId xmlns:a16="http://schemas.microsoft.com/office/drawing/2014/main" id="{1398552C-A108-3D89-F1C9-7F4E0BD1A077}"/>
              </a:ext>
            </a:extLst>
          </p:cNvPr>
          <p:cNvSpPr txBox="1"/>
          <p:nvPr/>
        </p:nvSpPr>
        <p:spPr>
          <a:xfrm>
            <a:off x="2996184" y="4698121"/>
            <a:ext cx="386644" cy="230832"/>
          </a:xfrm>
          <a:prstGeom prst="rect">
            <a:avLst/>
          </a:prstGeom>
          <a:noFill/>
        </p:spPr>
        <p:txBody>
          <a:bodyPr wrap="none">
            <a:spAutoFit/>
          </a:bodyPr>
          <a:lstStyle/>
          <a:p>
            <a:pPr algn="l">
              <a:defRPr sz="700" b="0">
                <a:solidFill>
                  <a:srgbClr val="666666"/>
                </a:solidFill>
                <a:latin typeface="Microsoft YaHei"/>
              </a:defRPr>
            </a:pPr>
            <a:r>
              <a:rPr sz="900"/>
              <a:t>483</a:t>
            </a:r>
          </a:p>
        </p:txBody>
      </p:sp>
      <p:sp>
        <p:nvSpPr>
          <p:cNvPr id="90" name="TextBox 89">
            <a:extLst>
              <a:ext uri="{FF2B5EF4-FFF2-40B4-BE49-F238E27FC236}">
                <a16:creationId xmlns:a16="http://schemas.microsoft.com/office/drawing/2014/main" id="{22BBDCB6-925D-9AA2-56E3-093683EE90FA}"/>
              </a:ext>
            </a:extLst>
          </p:cNvPr>
          <p:cNvSpPr txBox="1"/>
          <p:nvPr/>
        </p:nvSpPr>
        <p:spPr>
          <a:xfrm>
            <a:off x="3471672" y="4698121"/>
            <a:ext cx="386644" cy="230832"/>
          </a:xfrm>
          <a:prstGeom prst="rect">
            <a:avLst/>
          </a:prstGeom>
          <a:noFill/>
        </p:spPr>
        <p:txBody>
          <a:bodyPr wrap="none">
            <a:spAutoFit/>
          </a:bodyPr>
          <a:lstStyle/>
          <a:p>
            <a:pPr algn="l">
              <a:defRPr sz="700" b="0">
                <a:solidFill>
                  <a:srgbClr val="666666"/>
                </a:solidFill>
                <a:latin typeface="Microsoft YaHei"/>
              </a:defRPr>
            </a:pPr>
            <a:r>
              <a:rPr sz="900"/>
              <a:t>704</a:t>
            </a:r>
          </a:p>
        </p:txBody>
      </p:sp>
      <p:sp>
        <p:nvSpPr>
          <p:cNvPr id="91" name="TextBox 90">
            <a:extLst>
              <a:ext uri="{FF2B5EF4-FFF2-40B4-BE49-F238E27FC236}">
                <a16:creationId xmlns:a16="http://schemas.microsoft.com/office/drawing/2014/main" id="{17903A24-3DF1-FC86-48B9-2ADD49E259BA}"/>
              </a:ext>
            </a:extLst>
          </p:cNvPr>
          <p:cNvSpPr txBox="1"/>
          <p:nvPr/>
        </p:nvSpPr>
        <p:spPr>
          <a:xfrm>
            <a:off x="4038600" y="4698121"/>
            <a:ext cx="500458" cy="230832"/>
          </a:xfrm>
          <a:prstGeom prst="rect">
            <a:avLst/>
          </a:prstGeom>
          <a:noFill/>
        </p:spPr>
        <p:txBody>
          <a:bodyPr wrap="none">
            <a:spAutoFit/>
          </a:bodyPr>
          <a:lstStyle/>
          <a:p>
            <a:pPr algn="l">
              <a:defRPr sz="700" b="0">
                <a:solidFill>
                  <a:srgbClr val="666666"/>
                </a:solidFill>
                <a:latin typeface="Microsoft YaHei"/>
              </a:defRPr>
            </a:pPr>
            <a:r>
              <a:rPr sz="900" b="1"/>
              <a:t>2,421</a:t>
            </a:r>
          </a:p>
        </p:txBody>
      </p:sp>
      <p:sp>
        <p:nvSpPr>
          <p:cNvPr id="95" name="TextBox 94">
            <a:extLst>
              <a:ext uri="{FF2B5EF4-FFF2-40B4-BE49-F238E27FC236}">
                <a16:creationId xmlns:a16="http://schemas.microsoft.com/office/drawing/2014/main" id="{A2FE897F-E930-57C5-B4D2-122A45603EE1}"/>
              </a:ext>
            </a:extLst>
          </p:cNvPr>
          <p:cNvSpPr txBox="1"/>
          <p:nvPr/>
        </p:nvSpPr>
        <p:spPr>
          <a:xfrm>
            <a:off x="518160" y="4945009"/>
            <a:ext cx="429926" cy="338554"/>
          </a:xfrm>
          <a:prstGeom prst="rect">
            <a:avLst/>
          </a:prstGeom>
          <a:noFill/>
        </p:spPr>
        <p:txBody>
          <a:bodyPr wrap="none">
            <a:spAutoFit/>
          </a:bodyPr>
          <a:lstStyle/>
          <a:p>
            <a:pPr algn="l">
              <a:defRPr sz="650" b="1">
                <a:solidFill>
                  <a:srgbClr val="E87D22"/>
                </a:solidFill>
                <a:latin typeface="Microsoft YaHei"/>
              </a:defRPr>
            </a:pPr>
            <a:r>
              <a:rPr sz="800"/>
              <a:t>苏右</a:t>
            </a:r>
            <a:br>
              <a:rPr sz="800"/>
            </a:br>
            <a:r>
              <a:rPr sz="800"/>
              <a:t>(1月)</a:t>
            </a:r>
          </a:p>
        </p:txBody>
      </p:sp>
      <p:sp>
        <p:nvSpPr>
          <p:cNvPr id="96" name="TextBox 95">
            <a:extLst>
              <a:ext uri="{FF2B5EF4-FFF2-40B4-BE49-F238E27FC236}">
                <a16:creationId xmlns:a16="http://schemas.microsoft.com/office/drawing/2014/main" id="{76DCD9F4-E9ED-DB5E-85C0-6F1FF0F5E32A}"/>
              </a:ext>
            </a:extLst>
          </p:cNvPr>
          <p:cNvSpPr txBox="1"/>
          <p:nvPr/>
        </p:nvSpPr>
        <p:spPr>
          <a:xfrm>
            <a:off x="1569720" y="4945009"/>
            <a:ext cx="386644" cy="230832"/>
          </a:xfrm>
          <a:prstGeom prst="rect">
            <a:avLst/>
          </a:prstGeom>
          <a:noFill/>
        </p:spPr>
        <p:txBody>
          <a:bodyPr wrap="none">
            <a:spAutoFit/>
          </a:bodyPr>
          <a:lstStyle/>
          <a:p>
            <a:pPr algn="l">
              <a:defRPr sz="700" b="0">
                <a:solidFill>
                  <a:srgbClr val="666666"/>
                </a:solidFill>
                <a:latin typeface="Microsoft YaHei"/>
              </a:defRPr>
            </a:pPr>
            <a:r>
              <a:rPr sz="900"/>
              <a:t>419</a:t>
            </a:r>
          </a:p>
        </p:txBody>
      </p:sp>
      <p:sp>
        <p:nvSpPr>
          <p:cNvPr id="97" name="TextBox 96">
            <a:extLst>
              <a:ext uri="{FF2B5EF4-FFF2-40B4-BE49-F238E27FC236}">
                <a16:creationId xmlns:a16="http://schemas.microsoft.com/office/drawing/2014/main" id="{F9A1CE51-6228-44FB-CF77-3608AB3C73BC}"/>
              </a:ext>
            </a:extLst>
          </p:cNvPr>
          <p:cNvSpPr txBox="1"/>
          <p:nvPr/>
        </p:nvSpPr>
        <p:spPr>
          <a:xfrm>
            <a:off x="2045208" y="4945009"/>
            <a:ext cx="386644" cy="230832"/>
          </a:xfrm>
          <a:prstGeom prst="rect">
            <a:avLst/>
          </a:prstGeom>
          <a:noFill/>
        </p:spPr>
        <p:txBody>
          <a:bodyPr wrap="none">
            <a:spAutoFit/>
          </a:bodyPr>
          <a:lstStyle/>
          <a:p>
            <a:pPr algn="l">
              <a:defRPr sz="700" b="0">
                <a:solidFill>
                  <a:srgbClr val="666666"/>
                </a:solidFill>
                <a:latin typeface="Microsoft YaHei"/>
              </a:defRPr>
            </a:pPr>
            <a:r>
              <a:rPr sz="900"/>
              <a:t>233</a:t>
            </a:r>
          </a:p>
        </p:txBody>
      </p:sp>
      <p:sp>
        <p:nvSpPr>
          <p:cNvPr id="98" name="TextBox 97">
            <a:extLst>
              <a:ext uri="{FF2B5EF4-FFF2-40B4-BE49-F238E27FC236}">
                <a16:creationId xmlns:a16="http://schemas.microsoft.com/office/drawing/2014/main" id="{E2A0EFCD-142A-623D-95F4-48C54309D59C}"/>
              </a:ext>
            </a:extLst>
          </p:cNvPr>
          <p:cNvSpPr txBox="1"/>
          <p:nvPr/>
        </p:nvSpPr>
        <p:spPr>
          <a:xfrm>
            <a:off x="2520696" y="4945009"/>
            <a:ext cx="386644" cy="230832"/>
          </a:xfrm>
          <a:prstGeom prst="rect">
            <a:avLst/>
          </a:prstGeom>
          <a:noFill/>
        </p:spPr>
        <p:txBody>
          <a:bodyPr wrap="none">
            <a:spAutoFit/>
          </a:bodyPr>
          <a:lstStyle/>
          <a:p>
            <a:pPr algn="l">
              <a:defRPr sz="700" b="0">
                <a:solidFill>
                  <a:srgbClr val="666666"/>
                </a:solidFill>
                <a:latin typeface="Microsoft YaHei"/>
              </a:defRPr>
            </a:pPr>
            <a:r>
              <a:rPr sz="900"/>
              <a:t>520</a:t>
            </a:r>
          </a:p>
        </p:txBody>
      </p:sp>
      <p:sp>
        <p:nvSpPr>
          <p:cNvPr id="99" name="TextBox 98">
            <a:extLst>
              <a:ext uri="{FF2B5EF4-FFF2-40B4-BE49-F238E27FC236}">
                <a16:creationId xmlns:a16="http://schemas.microsoft.com/office/drawing/2014/main" id="{0F730AD8-7C8A-C159-50D1-7280F18CD2B0}"/>
              </a:ext>
            </a:extLst>
          </p:cNvPr>
          <p:cNvSpPr txBox="1"/>
          <p:nvPr/>
        </p:nvSpPr>
        <p:spPr>
          <a:xfrm>
            <a:off x="2996184" y="4945009"/>
            <a:ext cx="386644" cy="230832"/>
          </a:xfrm>
          <a:prstGeom prst="rect">
            <a:avLst/>
          </a:prstGeom>
          <a:noFill/>
        </p:spPr>
        <p:txBody>
          <a:bodyPr wrap="none">
            <a:spAutoFit/>
          </a:bodyPr>
          <a:lstStyle/>
          <a:p>
            <a:pPr algn="l">
              <a:defRPr sz="700" b="0">
                <a:solidFill>
                  <a:srgbClr val="666666"/>
                </a:solidFill>
                <a:latin typeface="Microsoft YaHei"/>
              </a:defRPr>
            </a:pPr>
            <a:r>
              <a:rPr sz="900"/>
              <a:t>443</a:t>
            </a:r>
          </a:p>
        </p:txBody>
      </p:sp>
      <p:sp>
        <p:nvSpPr>
          <p:cNvPr id="100" name="TextBox 99">
            <a:extLst>
              <a:ext uri="{FF2B5EF4-FFF2-40B4-BE49-F238E27FC236}">
                <a16:creationId xmlns:a16="http://schemas.microsoft.com/office/drawing/2014/main" id="{39F9FF43-35BB-ACA2-81C9-547C1C906810}"/>
              </a:ext>
            </a:extLst>
          </p:cNvPr>
          <p:cNvSpPr txBox="1"/>
          <p:nvPr/>
        </p:nvSpPr>
        <p:spPr>
          <a:xfrm>
            <a:off x="3471672" y="4945009"/>
            <a:ext cx="386644" cy="230832"/>
          </a:xfrm>
          <a:prstGeom prst="rect">
            <a:avLst/>
          </a:prstGeom>
          <a:noFill/>
        </p:spPr>
        <p:txBody>
          <a:bodyPr wrap="none">
            <a:spAutoFit/>
          </a:bodyPr>
          <a:lstStyle/>
          <a:p>
            <a:pPr algn="l">
              <a:defRPr sz="700" b="0">
                <a:solidFill>
                  <a:srgbClr val="666666"/>
                </a:solidFill>
                <a:latin typeface="Microsoft YaHei"/>
              </a:defRPr>
            </a:pPr>
            <a:r>
              <a:rPr sz="900"/>
              <a:t>677</a:t>
            </a:r>
          </a:p>
        </p:txBody>
      </p:sp>
      <p:sp>
        <p:nvSpPr>
          <p:cNvPr id="101" name="TextBox 100">
            <a:extLst>
              <a:ext uri="{FF2B5EF4-FFF2-40B4-BE49-F238E27FC236}">
                <a16:creationId xmlns:a16="http://schemas.microsoft.com/office/drawing/2014/main" id="{A6451369-0B1B-A3B3-1100-FCD97531ED6F}"/>
              </a:ext>
            </a:extLst>
          </p:cNvPr>
          <p:cNvSpPr txBox="1"/>
          <p:nvPr/>
        </p:nvSpPr>
        <p:spPr>
          <a:xfrm>
            <a:off x="4038600" y="4945009"/>
            <a:ext cx="500458" cy="230832"/>
          </a:xfrm>
          <a:prstGeom prst="rect">
            <a:avLst/>
          </a:prstGeom>
          <a:noFill/>
        </p:spPr>
        <p:txBody>
          <a:bodyPr wrap="none">
            <a:spAutoFit/>
          </a:bodyPr>
          <a:lstStyle/>
          <a:p>
            <a:pPr algn="l">
              <a:defRPr sz="700" b="0">
                <a:solidFill>
                  <a:srgbClr val="666666"/>
                </a:solidFill>
                <a:latin typeface="Microsoft YaHei"/>
              </a:defRPr>
            </a:pPr>
            <a:r>
              <a:rPr sz="900" b="1"/>
              <a:t>2,293</a:t>
            </a:r>
          </a:p>
        </p:txBody>
      </p:sp>
      <p:sp>
        <p:nvSpPr>
          <p:cNvPr id="105" name="TextBox 104">
            <a:extLst>
              <a:ext uri="{FF2B5EF4-FFF2-40B4-BE49-F238E27FC236}">
                <a16:creationId xmlns:a16="http://schemas.microsoft.com/office/drawing/2014/main" id="{725DED83-F4EA-7559-9AFF-F6D7B625434D}"/>
              </a:ext>
            </a:extLst>
          </p:cNvPr>
          <p:cNvSpPr txBox="1"/>
          <p:nvPr/>
        </p:nvSpPr>
        <p:spPr>
          <a:xfrm>
            <a:off x="518160" y="5191897"/>
            <a:ext cx="492443" cy="338554"/>
          </a:xfrm>
          <a:prstGeom prst="rect">
            <a:avLst/>
          </a:prstGeom>
          <a:noFill/>
        </p:spPr>
        <p:txBody>
          <a:bodyPr wrap="none">
            <a:spAutoFit/>
          </a:bodyPr>
          <a:lstStyle/>
          <a:p>
            <a:pPr algn="l">
              <a:defRPr sz="650" b="1">
                <a:solidFill>
                  <a:srgbClr val="007B82"/>
                </a:solidFill>
                <a:latin typeface="Microsoft YaHei"/>
              </a:defRPr>
            </a:pPr>
            <a:r>
              <a:rPr sz="800"/>
              <a:t>杭锦旗</a:t>
            </a:r>
            <a:br>
              <a:rPr sz="800"/>
            </a:br>
            <a:r>
              <a:rPr sz="800"/>
              <a:t>(1月)</a:t>
            </a:r>
          </a:p>
        </p:txBody>
      </p:sp>
      <p:sp>
        <p:nvSpPr>
          <p:cNvPr id="106" name="TextBox 105">
            <a:extLst>
              <a:ext uri="{FF2B5EF4-FFF2-40B4-BE49-F238E27FC236}">
                <a16:creationId xmlns:a16="http://schemas.microsoft.com/office/drawing/2014/main" id="{9133329B-FC65-8B1C-CBF9-F83DC5EBE251}"/>
              </a:ext>
            </a:extLst>
          </p:cNvPr>
          <p:cNvSpPr txBox="1"/>
          <p:nvPr/>
        </p:nvSpPr>
        <p:spPr>
          <a:xfrm>
            <a:off x="1569720" y="5191897"/>
            <a:ext cx="386644" cy="230832"/>
          </a:xfrm>
          <a:prstGeom prst="rect">
            <a:avLst/>
          </a:prstGeom>
          <a:noFill/>
        </p:spPr>
        <p:txBody>
          <a:bodyPr wrap="none">
            <a:spAutoFit/>
          </a:bodyPr>
          <a:lstStyle/>
          <a:p>
            <a:pPr algn="l">
              <a:defRPr sz="700" b="0">
                <a:solidFill>
                  <a:srgbClr val="666666"/>
                </a:solidFill>
                <a:latin typeface="Microsoft YaHei"/>
              </a:defRPr>
            </a:pPr>
            <a:r>
              <a:rPr sz="900"/>
              <a:t>374</a:t>
            </a:r>
          </a:p>
        </p:txBody>
      </p:sp>
      <p:sp>
        <p:nvSpPr>
          <p:cNvPr id="107" name="TextBox 106">
            <a:extLst>
              <a:ext uri="{FF2B5EF4-FFF2-40B4-BE49-F238E27FC236}">
                <a16:creationId xmlns:a16="http://schemas.microsoft.com/office/drawing/2014/main" id="{27F3EF04-9D47-2BD8-A144-E18643FFCC8F}"/>
              </a:ext>
            </a:extLst>
          </p:cNvPr>
          <p:cNvSpPr txBox="1"/>
          <p:nvPr/>
        </p:nvSpPr>
        <p:spPr>
          <a:xfrm>
            <a:off x="2045208" y="5191897"/>
            <a:ext cx="386644" cy="230832"/>
          </a:xfrm>
          <a:prstGeom prst="rect">
            <a:avLst/>
          </a:prstGeom>
          <a:noFill/>
        </p:spPr>
        <p:txBody>
          <a:bodyPr wrap="none">
            <a:spAutoFit/>
          </a:bodyPr>
          <a:lstStyle/>
          <a:p>
            <a:pPr algn="l">
              <a:defRPr sz="700" b="0">
                <a:solidFill>
                  <a:srgbClr val="666666"/>
                </a:solidFill>
                <a:latin typeface="Microsoft YaHei"/>
              </a:defRPr>
            </a:pPr>
            <a:r>
              <a:rPr sz="900"/>
              <a:t>377</a:t>
            </a:r>
          </a:p>
        </p:txBody>
      </p:sp>
      <p:sp>
        <p:nvSpPr>
          <p:cNvPr id="108" name="TextBox 107">
            <a:extLst>
              <a:ext uri="{FF2B5EF4-FFF2-40B4-BE49-F238E27FC236}">
                <a16:creationId xmlns:a16="http://schemas.microsoft.com/office/drawing/2014/main" id="{148F87EA-1C20-9F42-4311-B404BC9C4B82}"/>
              </a:ext>
            </a:extLst>
          </p:cNvPr>
          <p:cNvSpPr txBox="1"/>
          <p:nvPr/>
        </p:nvSpPr>
        <p:spPr>
          <a:xfrm>
            <a:off x="2520696" y="5191897"/>
            <a:ext cx="386644" cy="230832"/>
          </a:xfrm>
          <a:prstGeom prst="rect">
            <a:avLst/>
          </a:prstGeom>
          <a:noFill/>
        </p:spPr>
        <p:txBody>
          <a:bodyPr wrap="none">
            <a:spAutoFit/>
          </a:bodyPr>
          <a:lstStyle/>
          <a:p>
            <a:pPr algn="l">
              <a:defRPr sz="700" b="0">
                <a:solidFill>
                  <a:srgbClr val="666666"/>
                </a:solidFill>
                <a:latin typeface="Microsoft YaHei"/>
              </a:defRPr>
            </a:pPr>
            <a:r>
              <a:rPr sz="900"/>
              <a:t>448</a:t>
            </a:r>
          </a:p>
        </p:txBody>
      </p:sp>
      <p:sp>
        <p:nvSpPr>
          <p:cNvPr id="109" name="TextBox 108">
            <a:extLst>
              <a:ext uri="{FF2B5EF4-FFF2-40B4-BE49-F238E27FC236}">
                <a16:creationId xmlns:a16="http://schemas.microsoft.com/office/drawing/2014/main" id="{94D7E791-41D0-33C5-F548-7310A36B73C4}"/>
              </a:ext>
            </a:extLst>
          </p:cNvPr>
          <p:cNvSpPr txBox="1"/>
          <p:nvPr/>
        </p:nvSpPr>
        <p:spPr>
          <a:xfrm>
            <a:off x="2996184" y="5191897"/>
            <a:ext cx="386644" cy="230832"/>
          </a:xfrm>
          <a:prstGeom prst="rect">
            <a:avLst/>
          </a:prstGeom>
          <a:noFill/>
        </p:spPr>
        <p:txBody>
          <a:bodyPr wrap="none">
            <a:spAutoFit/>
          </a:bodyPr>
          <a:lstStyle/>
          <a:p>
            <a:pPr algn="l">
              <a:defRPr sz="700" b="0">
                <a:solidFill>
                  <a:srgbClr val="666666"/>
                </a:solidFill>
                <a:latin typeface="Microsoft YaHei"/>
              </a:defRPr>
            </a:pPr>
            <a:r>
              <a:rPr sz="900"/>
              <a:t>437</a:t>
            </a:r>
          </a:p>
        </p:txBody>
      </p:sp>
      <p:sp>
        <p:nvSpPr>
          <p:cNvPr id="110" name="TextBox 109">
            <a:extLst>
              <a:ext uri="{FF2B5EF4-FFF2-40B4-BE49-F238E27FC236}">
                <a16:creationId xmlns:a16="http://schemas.microsoft.com/office/drawing/2014/main" id="{8783BF53-6DE2-BBC1-DC55-87DAD3E7522F}"/>
              </a:ext>
            </a:extLst>
          </p:cNvPr>
          <p:cNvSpPr txBox="1"/>
          <p:nvPr/>
        </p:nvSpPr>
        <p:spPr>
          <a:xfrm>
            <a:off x="3471672" y="5191897"/>
            <a:ext cx="386644" cy="230832"/>
          </a:xfrm>
          <a:prstGeom prst="rect">
            <a:avLst/>
          </a:prstGeom>
          <a:noFill/>
        </p:spPr>
        <p:txBody>
          <a:bodyPr wrap="none">
            <a:spAutoFit/>
          </a:bodyPr>
          <a:lstStyle/>
          <a:p>
            <a:pPr algn="l">
              <a:defRPr sz="700" b="0">
                <a:solidFill>
                  <a:srgbClr val="666666"/>
                </a:solidFill>
                <a:latin typeface="Microsoft YaHei"/>
              </a:defRPr>
            </a:pPr>
            <a:r>
              <a:rPr sz="900"/>
              <a:t>534</a:t>
            </a:r>
          </a:p>
        </p:txBody>
      </p:sp>
      <p:sp>
        <p:nvSpPr>
          <p:cNvPr id="111" name="TextBox 110">
            <a:extLst>
              <a:ext uri="{FF2B5EF4-FFF2-40B4-BE49-F238E27FC236}">
                <a16:creationId xmlns:a16="http://schemas.microsoft.com/office/drawing/2014/main" id="{CED12D46-678D-7763-6DF9-0E91F46967EE}"/>
              </a:ext>
            </a:extLst>
          </p:cNvPr>
          <p:cNvSpPr txBox="1"/>
          <p:nvPr/>
        </p:nvSpPr>
        <p:spPr>
          <a:xfrm>
            <a:off x="4038600" y="5191897"/>
            <a:ext cx="500458" cy="230832"/>
          </a:xfrm>
          <a:prstGeom prst="rect">
            <a:avLst/>
          </a:prstGeom>
          <a:noFill/>
        </p:spPr>
        <p:txBody>
          <a:bodyPr wrap="none">
            <a:spAutoFit/>
          </a:bodyPr>
          <a:lstStyle/>
          <a:p>
            <a:pPr algn="l">
              <a:defRPr sz="700" b="0">
                <a:solidFill>
                  <a:srgbClr val="666666"/>
                </a:solidFill>
                <a:latin typeface="Microsoft YaHei"/>
              </a:defRPr>
            </a:pPr>
            <a:r>
              <a:rPr sz="900" b="1"/>
              <a:t>2,170</a:t>
            </a:r>
          </a:p>
        </p:txBody>
      </p:sp>
      <p:sp>
        <p:nvSpPr>
          <p:cNvPr id="115" name="TextBox 114">
            <a:extLst>
              <a:ext uri="{FF2B5EF4-FFF2-40B4-BE49-F238E27FC236}">
                <a16:creationId xmlns:a16="http://schemas.microsoft.com/office/drawing/2014/main" id="{9121F78C-E9DD-3043-BC95-95C50123354C}"/>
              </a:ext>
            </a:extLst>
          </p:cNvPr>
          <p:cNvSpPr txBox="1"/>
          <p:nvPr/>
        </p:nvSpPr>
        <p:spPr>
          <a:xfrm>
            <a:off x="518160" y="5438785"/>
            <a:ext cx="492443" cy="338554"/>
          </a:xfrm>
          <a:prstGeom prst="rect">
            <a:avLst/>
          </a:prstGeom>
          <a:noFill/>
        </p:spPr>
        <p:txBody>
          <a:bodyPr wrap="none">
            <a:spAutoFit/>
          </a:bodyPr>
          <a:lstStyle/>
          <a:p>
            <a:pPr algn="l">
              <a:defRPr sz="650" b="1">
                <a:solidFill>
                  <a:srgbClr val="6B4E8D"/>
                </a:solidFill>
                <a:latin typeface="Microsoft YaHei"/>
              </a:defRPr>
            </a:pPr>
            <a:r>
              <a:rPr sz="800"/>
              <a:t>乌拉特</a:t>
            </a:r>
            <a:br>
              <a:rPr sz="800"/>
            </a:br>
            <a:r>
              <a:rPr sz="800"/>
              <a:t>(1月)</a:t>
            </a:r>
          </a:p>
        </p:txBody>
      </p:sp>
      <p:sp>
        <p:nvSpPr>
          <p:cNvPr id="116" name="TextBox 115">
            <a:extLst>
              <a:ext uri="{FF2B5EF4-FFF2-40B4-BE49-F238E27FC236}">
                <a16:creationId xmlns:a16="http://schemas.microsoft.com/office/drawing/2014/main" id="{608C392E-C318-D0F6-CC96-245A62586E14}"/>
              </a:ext>
            </a:extLst>
          </p:cNvPr>
          <p:cNvSpPr txBox="1"/>
          <p:nvPr/>
        </p:nvSpPr>
        <p:spPr>
          <a:xfrm>
            <a:off x="1569720" y="5438785"/>
            <a:ext cx="386644" cy="230832"/>
          </a:xfrm>
          <a:prstGeom prst="rect">
            <a:avLst/>
          </a:prstGeom>
          <a:noFill/>
        </p:spPr>
        <p:txBody>
          <a:bodyPr wrap="none">
            <a:spAutoFit/>
          </a:bodyPr>
          <a:lstStyle/>
          <a:p>
            <a:pPr algn="l">
              <a:defRPr sz="700" b="0">
                <a:solidFill>
                  <a:srgbClr val="666666"/>
                </a:solidFill>
                <a:latin typeface="Microsoft YaHei"/>
              </a:defRPr>
            </a:pPr>
            <a:r>
              <a:rPr sz="900"/>
              <a:t>430</a:t>
            </a:r>
          </a:p>
        </p:txBody>
      </p:sp>
      <p:sp>
        <p:nvSpPr>
          <p:cNvPr id="117" name="TextBox 116">
            <a:extLst>
              <a:ext uri="{FF2B5EF4-FFF2-40B4-BE49-F238E27FC236}">
                <a16:creationId xmlns:a16="http://schemas.microsoft.com/office/drawing/2014/main" id="{454697F3-6296-13EF-C095-46F29BBCD2BA}"/>
              </a:ext>
            </a:extLst>
          </p:cNvPr>
          <p:cNvSpPr txBox="1"/>
          <p:nvPr/>
        </p:nvSpPr>
        <p:spPr>
          <a:xfrm>
            <a:off x="2045208" y="5438785"/>
            <a:ext cx="386644" cy="230832"/>
          </a:xfrm>
          <a:prstGeom prst="rect">
            <a:avLst/>
          </a:prstGeom>
          <a:noFill/>
        </p:spPr>
        <p:txBody>
          <a:bodyPr wrap="none">
            <a:spAutoFit/>
          </a:bodyPr>
          <a:lstStyle/>
          <a:p>
            <a:pPr algn="l">
              <a:defRPr sz="700" b="0">
                <a:solidFill>
                  <a:srgbClr val="666666"/>
                </a:solidFill>
                <a:latin typeface="Microsoft YaHei"/>
              </a:defRPr>
            </a:pPr>
            <a:r>
              <a:rPr sz="900"/>
              <a:t>221</a:t>
            </a:r>
          </a:p>
        </p:txBody>
      </p:sp>
      <p:sp>
        <p:nvSpPr>
          <p:cNvPr id="118" name="TextBox 117">
            <a:extLst>
              <a:ext uri="{FF2B5EF4-FFF2-40B4-BE49-F238E27FC236}">
                <a16:creationId xmlns:a16="http://schemas.microsoft.com/office/drawing/2014/main" id="{CD2814F3-F96C-9F5D-AE48-2FA6953D97CB}"/>
              </a:ext>
            </a:extLst>
          </p:cNvPr>
          <p:cNvSpPr txBox="1"/>
          <p:nvPr/>
        </p:nvSpPr>
        <p:spPr>
          <a:xfrm>
            <a:off x="2520696" y="5438785"/>
            <a:ext cx="386644" cy="230832"/>
          </a:xfrm>
          <a:prstGeom prst="rect">
            <a:avLst/>
          </a:prstGeom>
          <a:noFill/>
        </p:spPr>
        <p:txBody>
          <a:bodyPr wrap="none">
            <a:spAutoFit/>
          </a:bodyPr>
          <a:lstStyle/>
          <a:p>
            <a:pPr algn="l">
              <a:defRPr sz="700" b="0">
                <a:solidFill>
                  <a:srgbClr val="666666"/>
                </a:solidFill>
                <a:latin typeface="Microsoft YaHei"/>
              </a:defRPr>
            </a:pPr>
            <a:r>
              <a:rPr sz="900"/>
              <a:t>467</a:t>
            </a:r>
          </a:p>
        </p:txBody>
      </p:sp>
      <p:sp>
        <p:nvSpPr>
          <p:cNvPr id="119" name="TextBox 118">
            <a:extLst>
              <a:ext uri="{FF2B5EF4-FFF2-40B4-BE49-F238E27FC236}">
                <a16:creationId xmlns:a16="http://schemas.microsoft.com/office/drawing/2014/main" id="{0A704795-A190-6B18-19F2-D1B9FF670907}"/>
              </a:ext>
            </a:extLst>
          </p:cNvPr>
          <p:cNvSpPr txBox="1"/>
          <p:nvPr/>
        </p:nvSpPr>
        <p:spPr>
          <a:xfrm>
            <a:off x="2996184" y="5438785"/>
            <a:ext cx="386644" cy="230832"/>
          </a:xfrm>
          <a:prstGeom prst="rect">
            <a:avLst/>
          </a:prstGeom>
          <a:noFill/>
        </p:spPr>
        <p:txBody>
          <a:bodyPr wrap="none">
            <a:spAutoFit/>
          </a:bodyPr>
          <a:lstStyle/>
          <a:p>
            <a:pPr algn="l">
              <a:defRPr sz="700" b="0">
                <a:solidFill>
                  <a:srgbClr val="666666"/>
                </a:solidFill>
                <a:latin typeface="Microsoft YaHei"/>
              </a:defRPr>
            </a:pPr>
            <a:r>
              <a:rPr sz="900"/>
              <a:t>403</a:t>
            </a:r>
          </a:p>
        </p:txBody>
      </p:sp>
      <p:sp>
        <p:nvSpPr>
          <p:cNvPr id="120" name="TextBox 119">
            <a:extLst>
              <a:ext uri="{FF2B5EF4-FFF2-40B4-BE49-F238E27FC236}">
                <a16:creationId xmlns:a16="http://schemas.microsoft.com/office/drawing/2014/main" id="{4DD51735-056E-814E-0CF0-928BB6AF4A76}"/>
              </a:ext>
            </a:extLst>
          </p:cNvPr>
          <p:cNvSpPr txBox="1"/>
          <p:nvPr/>
        </p:nvSpPr>
        <p:spPr>
          <a:xfrm>
            <a:off x="3471672" y="5438785"/>
            <a:ext cx="386644" cy="230832"/>
          </a:xfrm>
          <a:prstGeom prst="rect">
            <a:avLst/>
          </a:prstGeom>
          <a:noFill/>
        </p:spPr>
        <p:txBody>
          <a:bodyPr wrap="none">
            <a:spAutoFit/>
          </a:bodyPr>
          <a:lstStyle/>
          <a:p>
            <a:pPr algn="l">
              <a:defRPr sz="700" b="0">
                <a:solidFill>
                  <a:srgbClr val="666666"/>
                </a:solidFill>
                <a:latin typeface="Microsoft YaHei"/>
              </a:defRPr>
            </a:pPr>
            <a:r>
              <a:rPr sz="900"/>
              <a:t>658</a:t>
            </a:r>
          </a:p>
        </p:txBody>
      </p:sp>
      <p:sp>
        <p:nvSpPr>
          <p:cNvPr id="121" name="TextBox 120">
            <a:extLst>
              <a:ext uri="{FF2B5EF4-FFF2-40B4-BE49-F238E27FC236}">
                <a16:creationId xmlns:a16="http://schemas.microsoft.com/office/drawing/2014/main" id="{EC1B3C57-F528-DFB0-5E2B-24CBE8BE0EC0}"/>
              </a:ext>
            </a:extLst>
          </p:cNvPr>
          <p:cNvSpPr txBox="1"/>
          <p:nvPr/>
        </p:nvSpPr>
        <p:spPr>
          <a:xfrm>
            <a:off x="4038600" y="5438785"/>
            <a:ext cx="500458" cy="230832"/>
          </a:xfrm>
          <a:prstGeom prst="rect">
            <a:avLst/>
          </a:prstGeom>
          <a:noFill/>
        </p:spPr>
        <p:txBody>
          <a:bodyPr wrap="none">
            <a:spAutoFit/>
          </a:bodyPr>
          <a:lstStyle/>
          <a:p>
            <a:pPr algn="l">
              <a:defRPr sz="700" b="0">
                <a:solidFill>
                  <a:srgbClr val="666666"/>
                </a:solidFill>
                <a:latin typeface="Microsoft YaHei"/>
              </a:defRPr>
            </a:pPr>
            <a:r>
              <a:rPr sz="900" b="1"/>
              <a:t>2,180</a:t>
            </a:r>
          </a:p>
        </p:txBody>
      </p:sp>
      <p:sp>
        <p:nvSpPr>
          <p:cNvPr id="125" name="TextBox 124">
            <a:extLst>
              <a:ext uri="{FF2B5EF4-FFF2-40B4-BE49-F238E27FC236}">
                <a16:creationId xmlns:a16="http://schemas.microsoft.com/office/drawing/2014/main" id="{596E42C3-3603-987C-2395-424743350B7A}"/>
              </a:ext>
            </a:extLst>
          </p:cNvPr>
          <p:cNvSpPr txBox="1"/>
          <p:nvPr/>
        </p:nvSpPr>
        <p:spPr>
          <a:xfrm>
            <a:off x="518160" y="5685673"/>
            <a:ext cx="595035" cy="338554"/>
          </a:xfrm>
          <a:prstGeom prst="rect">
            <a:avLst/>
          </a:prstGeom>
          <a:noFill/>
        </p:spPr>
        <p:txBody>
          <a:bodyPr wrap="none">
            <a:spAutoFit/>
          </a:bodyPr>
          <a:lstStyle/>
          <a:p>
            <a:pPr algn="l">
              <a:defRPr sz="650" b="1">
                <a:solidFill>
                  <a:srgbClr val="C44536"/>
                </a:solidFill>
                <a:latin typeface="Microsoft YaHei"/>
              </a:defRPr>
            </a:pPr>
            <a:r>
              <a:rPr sz="800"/>
              <a:t>四子王旗</a:t>
            </a:r>
            <a:br>
              <a:rPr sz="800"/>
            </a:br>
            <a:r>
              <a:rPr sz="800"/>
              <a:t>(2月5日)</a:t>
            </a:r>
          </a:p>
        </p:txBody>
      </p:sp>
      <p:sp>
        <p:nvSpPr>
          <p:cNvPr id="126" name="TextBox 125">
            <a:extLst>
              <a:ext uri="{FF2B5EF4-FFF2-40B4-BE49-F238E27FC236}">
                <a16:creationId xmlns:a16="http://schemas.microsoft.com/office/drawing/2014/main" id="{9A01431C-7F1B-3E94-28CA-7CF8EF33539D}"/>
              </a:ext>
            </a:extLst>
          </p:cNvPr>
          <p:cNvSpPr txBox="1"/>
          <p:nvPr/>
        </p:nvSpPr>
        <p:spPr>
          <a:xfrm>
            <a:off x="1569720" y="5685673"/>
            <a:ext cx="309700" cy="230832"/>
          </a:xfrm>
          <a:prstGeom prst="rect">
            <a:avLst/>
          </a:prstGeom>
          <a:noFill/>
        </p:spPr>
        <p:txBody>
          <a:bodyPr wrap="none">
            <a:spAutoFit/>
          </a:bodyPr>
          <a:lstStyle/>
          <a:p>
            <a:pPr algn="l">
              <a:defRPr sz="700" b="0">
                <a:solidFill>
                  <a:srgbClr val="666666"/>
                </a:solidFill>
                <a:latin typeface="Microsoft YaHei"/>
              </a:defRPr>
            </a:pPr>
            <a:r>
              <a:rPr sz="900"/>
              <a:t>—</a:t>
            </a:r>
          </a:p>
        </p:txBody>
      </p:sp>
      <p:sp>
        <p:nvSpPr>
          <p:cNvPr id="127" name="TextBox 126">
            <a:extLst>
              <a:ext uri="{FF2B5EF4-FFF2-40B4-BE49-F238E27FC236}">
                <a16:creationId xmlns:a16="http://schemas.microsoft.com/office/drawing/2014/main" id="{B6A8D8B6-20A3-EC34-14CA-E079ED0FC40C}"/>
              </a:ext>
            </a:extLst>
          </p:cNvPr>
          <p:cNvSpPr txBox="1"/>
          <p:nvPr/>
        </p:nvSpPr>
        <p:spPr>
          <a:xfrm>
            <a:off x="2045208" y="5685673"/>
            <a:ext cx="386644" cy="230832"/>
          </a:xfrm>
          <a:prstGeom prst="rect">
            <a:avLst/>
          </a:prstGeom>
          <a:noFill/>
        </p:spPr>
        <p:txBody>
          <a:bodyPr wrap="none">
            <a:spAutoFit/>
          </a:bodyPr>
          <a:lstStyle/>
          <a:p>
            <a:pPr algn="l">
              <a:defRPr sz="700" b="0">
                <a:solidFill>
                  <a:srgbClr val="666666"/>
                </a:solidFill>
                <a:latin typeface="Microsoft YaHei"/>
              </a:defRPr>
            </a:pPr>
            <a:r>
              <a:rPr sz="900"/>
              <a:t>320</a:t>
            </a:r>
          </a:p>
        </p:txBody>
      </p:sp>
      <p:sp>
        <p:nvSpPr>
          <p:cNvPr id="128" name="TextBox 127">
            <a:extLst>
              <a:ext uri="{FF2B5EF4-FFF2-40B4-BE49-F238E27FC236}">
                <a16:creationId xmlns:a16="http://schemas.microsoft.com/office/drawing/2014/main" id="{0715E3FA-466A-03E0-CD2D-8F7FFD31E082}"/>
              </a:ext>
            </a:extLst>
          </p:cNvPr>
          <p:cNvSpPr txBox="1"/>
          <p:nvPr/>
        </p:nvSpPr>
        <p:spPr>
          <a:xfrm>
            <a:off x="2520696" y="5685673"/>
            <a:ext cx="386644" cy="230832"/>
          </a:xfrm>
          <a:prstGeom prst="rect">
            <a:avLst/>
          </a:prstGeom>
          <a:noFill/>
        </p:spPr>
        <p:txBody>
          <a:bodyPr wrap="none">
            <a:spAutoFit/>
          </a:bodyPr>
          <a:lstStyle/>
          <a:p>
            <a:pPr algn="l">
              <a:defRPr sz="700" b="0">
                <a:solidFill>
                  <a:srgbClr val="666666"/>
                </a:solidFill>
                <a:latin typeface="Microsoft YaHei"/>
              </a:defRPr>
            </a:pPr>
            <a:r>
              <a:rPr sz="900"/>
              <a:t>461</a:t>
            </a:r>
          </a:p>
        </p:txBody>
      </p:sp>
      <p:sp>
        <p:nvSpPr>
          <p:cNvPr id="129" name="TextBox 128">
            <a:extLst>
              <a:ext uri="{FF2B5EF4-FFF2-40B4-BE49-F238E27FC236}">
                <a16:creationId xmlns:a16="http://schemas.microsoft.com/office/drawing/2014/main" id="{0410D9D3-FB67-10EF-B6E7-832F75368BE4}"/>
              </a:ext>
            </a:extLst>
          </p:cNvPr>
          <p:cNvSpPr txBox="1"/>
          <p:nvPr/>
        </p:nvSpPr>
        <p:spPr>
          <a:xfrm>
            <a:off x="2996184" y="5685673"/>
            <a:ext cx="386644" cy="230832"/>
          </a:xfrm>
          <a:prstGeom prst="rect">
            <a:avLst/>
          </a:prstGeom>
          <a:noFill/>
        </p:spPr>
        <p:txBody>
          <a:bodyPr wrap="none">
            <a:spAutoFit/>
          </a:bodyPr>
          <a:lstStyle/>
          <a:p>
            <a:pPr algn="l">
              <a:defRPr sz="700" b="0">
                <a:solidFill>
                  <a:srgbClr val="666666"/>
                </a:solidFill>
                <a:latin typeface="Microsoft YaHei"/>
              </a:defRPr>
            </a:pPr>
            <a:r>
              <a:rPr sz="900"/>
              <a:t>407</a:t>
            </a:r>
          </a:p>
        </p:txBody>
      </p:sp>
      <p:sp>
        <p:nvSpPr>
          <p:cNvPr id="130" name="TextBox 129">
            <a:extLst>
              <a:ext uri="{FF2B5EF4-FFF2-40B4-BE49-F238E27FC236}">
                <a16:creationId xmlns:a16="http://schemas.microsoft.com/office/drawing/2014/main" id="{25EAA9AE-5E5C-47A6-980F-37DB0144D63B}"/>
              </a:ext>
            </a:extLst>
          </p:cNvPr>
          <p:cNvSpPr txBox="1"/>
          <p:nvPr/>
        </p:nvSpPr>
        <p:spPr>
          <a:xfrm>
            <a:off x="3471672" y="5685673"/>
            <a:ext cx="386644" cy="230832"/>
          </a:xfrm>
          <a:prstGeom prst="rect">
            <a:avLst/>
          </a:prstGeom>
          <a:noFill/>
        </p:spPr>
        <p:txBody>
          <a:bodyPr wrap="none">
            <a:spAutoFit/>
          </a:bodyPr>
          <a:lstStyle/>
          <a:p>
            <a:pPr algn="l">
              <a:defRPr sz="700" b="0">
                <a:solidFill>
                  <a:srgbClr val="666666"/>
                </a:solidFill>
                <a:latin typeface="Microsoft YaHei"/>
              </a:defRPr>
            </a:pPr>
            <a:r>
              <a:rPr sz="900"/>
              <a:t>513</a:t>
            </a:r>
          </a:p>
        </p:txBody>
      </p:sp>
      <p:sp>
        <p:nvSpPr>
          <p:cNvPr id="131" name="TextBox 130">
            <a:extLst>
              <a:ext uri="{FF2B5EF4-FFF2-40B4-BE49-F238E27FC236}">
                <a16:creationId xmlns:a16="http://schemas.microsoft.com/office/drawing/2014/main" id="{398C5037-E3A2-5CEC-3BB4-355695BC3631}"/>
              </a:ext>
            </a:extLst>
          </p:cNvPr>
          <p:cNvSpPr txBox="1"/>
          <p:nvPr/>
        </p:nvSpPr>
        <p:spPr>
          <a:xfrm>
            <a:off x="4038600" y="5685673"/>
            <a:ext cx="500458" cy="230832"/>
          </a:xfrm>
          <a:prstGeom prst="rect">
            <a:avLst/>
          </a:prstGeom>
          <a:noFill/>
        </p:spPr>
        <p:txBody>
          <a:bodyPr wrap="none">
            <a:spAutoFit/>
          </a:bodyPr>
          <a:lstStyle/>
          <a:p>
            <a:pPr algn="l">
              <a:defRPr sz="700" b="0">
                <a:solidFill>
                  <a:srgbClr val="666666"/>
                </a:solidFill>
                <a:latin typeface="Microsoft YaHei"/>
              </a:defRPr>
            </a:pPr>
            <a:r>
              <a:rPr sz="900" b="1"/>
              <a:t>1,701</a:t>
            </a:r>
          </a:p>
        </p:txBody>
      </p:sp>
      <p:sp>
        <p:nvSpPr>
          <p:cNvPr id="136" name="TextBox 135">
            <a:extLst>
              <a:ext uri="{FF2B5EF4-FFF2-40B4-BE49-F238E27FC236}">
                <a16:creationId xmlns:a16="http://schemas.microsoft.com/office/drawing/2014/main" id="{3137AFB4-16E6-904F-1973-52749332FC66}"/>
              </a:ext>
            </a:extLst>
          </p:cNvPr>
          <p:cNvSpPr txBox="1"/>
          <p:nvPr/>
        </p:nvSpPr>
        <p:spPr>
          <a:xfrm>
            <a:off x="6324600" y="3701425"/>
            <a:ext cx="5486400" cy="256032"/>
          </a:xfrm>
          <a:prstGeom prst="rect">
            <a:avLst/>
          </a:prstGeom>
          <a:noFill/>
        </p:spPr>
        <p:txBody>
          <a:bodyPr wrap="none">
            <a:spAutoFit/>
          </a:bodyPr>
          <a:lstStyle/>
          <a:p>
            <a:pPr algn="l">
              <a:defRPr sz="1300" b="1">
                <a:solidFill>
                  <a:srgbClr val="00263D"/>
                </a:solidFill>
                <a:latin typeface="Microsoft YaHei"/>
              </a:defRPr>
            </a:pPr>
            <a:r>
              <a:t>5.14座谈会 — 补贴发放模式选择</a:t>
            </a:r>
          </a:p>
        </p:txBody>
      </p:sp>
      <p:sp>
        <p:nvSpPr>
          <p:cNvPr id="137" name="Rectangle 136">
            <a:extLst>
              <a:ext uri="{FF2B5EF4-FFF2-40B4-BE49-F238E27FC236}">
                <a16:creationId xmlns:a16="http://schemas.microsoft.com/office/drawing/2014/main" id="{F92BBEA5-13A0-898C-B315-B017270272C2}"/>
              </a:ext>
            </a:extLst>
          </p:cNvPr>
          <p:cNvSpPr/>
          <p:nvPr/>
        </p:nvSpPr>
        <p:spPr>
          <a:xfrm>
            <a:off x="6278880" y="4021465"/>
            <a:ext cx="2697480" cy="2029968"/>
          </a:xfrm>
          <a:prstGeom prst="rect">
            <a:avLst/>
          </a:prstGeom>
          <a:solidFill>
            <a:srgbClr val="F8FAFB"/>
          </a:solidFill>
          <a:ln w="12700">
            <a:solidFill>
              <a:srgbClr val="002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latin typeface="微软雅黑" panose="020B0503020204020204" pitchFamily="34" charset="-122"/>
              <a:ea typeface="微软雅黑" panose="020B0503020204020204" pitchFamily="34" charset="-122"/>
            </a:endParaRPr>
          </a:p>
        </p:txBody>
      </p:sp>
      <p:sp>
        <p:nvSpPr>
          <p:cNvPr id="138" name="TextBox 137">
            <a:extLst>
              <a:ext uri="{FF2B5EF4-FFF2-40B4-BE49-F238E27FC236}">
                <a16:creationId xmlns:a16="http://schemas.microsoft.com/office/drawing/2014/main" id="{E05225EC-6946-4B76-B5AB-BC5B8D46CDC1}"/>
              </a:ext>
            </a:extLst>
          </p:cNvPr>
          <p:cNvSpPr txBox="1"/>
          <p:nvPr/>
        </p:nvSpPr>
        <p:spPr>
          <a:xfrm>
            <a:off x="6416040" y="4094617"/>
            <a:ext cx="2005677" cy="338554"/>
          </a:xfrm>
          <a:prstGeom prst="rect">
            <a:avLst/>
          </a:prstGeom>
          <a:noFill/>
        </p:spPr>
        <p:txBody>
          <a:bodyPr wrap="none">
            <a:spAutoFit/>
          </a:bodyPr>
          <a:lstStyle/>
          <a:p>
            <a:pPr marL="171450" indent="-171450" algn="l">
              <a:buFont typeface="Wingdings" panose="05000000000000000000" pitchFamily="2" charset="2"/>
              <a:buChar char="ü"/>
              <a:defRPr sz="1100" b="1">
                <a:solidFill>
                  <a:srgbClr val="00263D"/>
                </a:solidFill>
                <a:latin typeface="Microsoft YaHei"/>
              </a:defRPr>
            </a:pPr>
            <a:r>
              <a:rPr sz="1600" dirty="0" err="1">
                <a:latin typeface="微软雅黑" panose="020B0503020204020204" pitchFamily="34" charset="-122"/>
                <a:ea typeface="微软雅黑" panose="020B0503020204020204" pitchFamily="34" charset="-122"/>
              </a:rPr>
              <a:t>方案一</a:t>
            </a:r>
            <a:r>
              <a:rPr sz="1600" dirty="0">
                <a:latin typeface="微软雅黑" panose="020B0503020204020204" pitchFamily="34" charset="-122"/>
                <a:ea typeface="微软雅黑" panose="020B0503020204020204" pitchFamily="34" charset="-122"/>
              </a:rPr>
              <a:t> · </a:t>
            </a:r>
            <a:r>
              <a:rPr sz="1600" dirty="0" err="1">
                <a:latin typeface="微软雅黑" panose="020B0503020204020204" pitchFamily="34" charset="-122"/>
                <a:ea typeface="微软雅黑" panose="020B0503020204020204" pitchFamily="34" charset="-122"/>
              </a:rPr>
              <a:t>保持现行</a:t>
            </a:r>
            <a:endParaRPr sz="1600" dirty="0">
              <a:latin typeface="微软雅黑" panose="020B0503020204020204" pitchFamily="34" charset="-122"/>
              <a:ea typeface="微软雅黑" panose="020B0503020204020204" pitchFamily="34" charset="-122"/>
            </a:endParaRPr>
          </a:p>
        </p:txBody>
      </p:sp>
      <p:sp>
        <p:nvSpPr>
          <p:cNvPr id="139" name="TextBox 138">
            <a:extLst>
              <a:ext uri="{FF2B5EF4-FFF2-40B4-BE49-F238E27FC236}">
                <a16:creationId xmlns:a16="http://schemas.microsoft.com/office/drawing/2014/main" id="{D3C9BBA6-2610-C616-2C54-3890C7E6D97B}"/>
              </a:ext>
            </a:extLst>
          </p:cNvPr>
          <p:cNvSpPr txBox="1"/>
          <p:nvPr/>
        </p:nvSpPr>
        <p:spPr>
          <a:xfrm>
            <a:off x="6416040" y="4437898"/>
            <a:ext cx="1723549" cy="276999"/>
          </a:xfrm>
          <a:prstGeom prst="rect">
            <a:avLst/>
          </a:prstGeom>
          <a:noFill/>
        </p:spPr>
        <p:txBody>
          <a:bodyPr wrap="none">
            <a:spAutoFit/>
          </a:bodyPr>
          <a:lstStyle/>
          <a:p>
            <a:pPr algn="l">
              <a:defRPr sz="900" b="0">
                <a:solidFill>
                  <a:srgbClr val="666666"/>
                </a:solidFill>
                <a:latin typeface="Microsoft YaHei"/>
              </a:defRPr>
            </a:pPr>
            <a:r>
              <a:rPr sz="1200" dirty="0" err="1">
                <a:latin typeface="微软雅黑" panose="020B0503020204020204" pitchFamily="34" charset="-122"/>
                <a:ea typeface="微软雅黑" panose="020B0503020204020204" pitchFamily="34" charset="-122"/>
              </a:rPr>
              <a:t>全部主体拉齐发放比例</a:t>
            </a:r>
            <a:endParaRPr sz="1200" dirty="0">
              <a:latin typeface="微软雅黑" panose="020B0503020204020204" pitchFamily="34" charset="-122"/>
              <a:ea typeface="微软雅黑" panose="020B0503020204020204" pitchFamily="34" charset="-122"/>
            </a:endParaRPr>
          </a:p>
        </p:txBody>
      </p:sp>
      <p:sp>
        <p:nvSpPr>
          <p:cNvPr id="140" name="TextBox 139">
            <a:extLst>
              <a:ext uri="{FF2B5EF4-FFF2-40B4-BE49-F238E27FC236}">
                <a16:creationId xmlns:a16="http://schemas.microsoft.com/office/drawing/2014/main" id="{286B897D-4164-51A7-C497-4FA187E7BCC3}"/>
              </a:ext>
            </a:extLst>
          </p:cNvPr>
          <p:cNvSpPr txBox="1"/>
          <p:nvPr/>
        </p:nvSpPr>
        <p:spPr>
          <a:xfrm>
            <a:off x="6553200" y="4739650"/>
            <a:ext cx="1268296" cy="276999"/>
          </a:xfrm>
          <a:prstGeom prst="rect">
            <a:avLst/>
          </a:prstGeom>
          <a:noFill/>
        </p:spPr>
        <p:txBody>
          <a:bodyPr wrap="none">
            <a:spAutoFit/>
          </a:bodyPr>
          <a:lstStyle/>
          <a:p>
            <a:pPr algn="l">
              <a:defRPr sz="900" b="0">
                <a:solidFill>
                  <a:srgbClr val="3B8E4D"/>
                </a:solidFill>
                <a:latin typeface="Microsoft YaHei"/>
              </a:defRPr>
            </a:pPr>
            <a:r>
              <a:rPr sz="1200" dirty="0">
                <a:latin typeface="微软雅黑" panose="020B0503020204020204" pitchFamily="34" charset="-122"/>
                <a:ea typeface="微软雅黑" panose="020B0503020204020204" pitchFamily="34" charset="-122"/>
              </a:rPr>
              <a:t>✓ </a:t>
            </a:r>
            <a:r>
              <a:rPr sz="1200" dirty="0" err="1">
                <a:latin typeface="微软雅黑" panose="020B0503020204020204" pitchFamily="34" charset="-122"/>
                <a:ea typeface="微软雅黑" panose="020B0503020204020204" pitchFamily="34" charset="-122"/>
              </a:rPr>
              <a:t>统一比例发放</a:t>
            </a:r>
            <a:endParaRPr sz="1200" dirty="0">
              <a:latin typeface="微软雅黑" panose="020B0503020204020204" pitchFamily="34" charset="-122"/>
              <a:ea typeface="微软雅黑" panose="020B0503020204020204" pitchFamily="34" charset="-122"/>
            </a:endParaRPr>
          </a:p>
        </p:txBody>
      </p:sp>
      <p:sp>
        <p:nvSpPr>
          <p:cNvPr id="141" name="TextBox 140">
            <a:extLst>
              <a:ext uri="{FF2B5EF4-FFF2-40B4-BE49-F238E27FC236}">
                <a16:creationId xmlns:a16="http://schemas.microsoft.com/office/drawing/2014/main" id="{2A67551E-B424-1E32-651F-D9FEAF402E21}"/>
              </a:ext>
            </a:extLst>
          </p:cNvPr>
          <p:cNvSpPr txBox="1"/>
          <p:nvPr/>
        </p:nvSpPr>
        <p:spPr>
          <a:xfrm>
            <a:off x="6553200" y="5059690"/>
            <a:ext cx="1422184" cy="276999"/>
          </a:xfrm>
          <a:prstGeom prst="rect">
            <a:avLst/>
          </a:prstGeom>
          <a:noFill/>
        </p:spPr>
        <p:txBody>
          <a:bodyPr wrap="none">
            <a:spAutoFit/>
          </a:bodyPr>
          <a:lstStyle/>
          <a:p>
            <a:pPr algn="l">
              <a:defRPr sz="900" b="0">
                <a:solidFill>
                  <a:srgbClr val="3B8E4D"/>
                </a:solidFill>
                <a:latin typeface="Microsoft YaHei"/>
              </a:defRPr>
            </a:pPr>
            <a:r>
              <a:rPr sz="1200">
                <a:latin typeface="微软雅黑" panose="020B0503020204020204" pitchFamily="34" charset="-122"/>
                <a:ea typeface="微软雅黑" panose="020B0503020204020204" pitchFamily="34" charset="-122"/>
              </a:rPr>
              <a:t>✓ 补贴单价差异小</a:t>
            </a:r>
          </a:p>
        </p:txBody>
      </p:sp>
      <p:sp>
        <p:nvSpPr>
          <p:cNvPr id="142" name="TextBox 141">
            <a:extLst>
              <a:ext uri="{FF2B5EF4-FFF2-40B4-BE49-F238E27FC236}">
                <a16:creationId xmlns:a16="http://schemas.microsoft.com/office/drawing/2014/main" id="{39B82573-1D9A-1BBD-EBA2-EAA2B6FC2106}"/>
              </a:ext>
            </a:extLst>
          </p:cNvPr>
          <p:cNvSpPr txBox="1"/>
          <p:nvPr/>
        </p:nvSpPr>
        <p:spPr>
          <a:xfrm>
            <a:off x="6553200" y="5379730"/>
            <a:ext cx="1553630" cy="276999"/>
          </a:xfrm>
          <a:prstGeom prst="rect">
            <a:avLst/>
          </a:prstGeom>
          <a:noFill/>
        </p:spPr>
        <p:txBody>
          <a:bodyPr wrap="none">
            <a:spAutoFit/>
          </a:bodyPr>
          <a:lstStyle/>
          <a:p>
            <a:pPr algn="l">
              <a:defRPr sz="900" b="0">
                <a:solidFill>
                  <a:srgbClr val="3B8E4D"/>
                </a:solidFill>
                <a:latin typeface="Microsoft YaHei"/>
              </a:defRPr>
            </a:pPr>
            <a:r>
              <a:rPr sz="1200">
                <a:latin typeface="微软雅黑" panose="020B0503020204020204" pitchFamily="34" charset="-122"/>
                <a:ea typeface="微软雅黑" panose="020B0503020204020204" pitchFamily="34" charset="-122"/>
              </a:rPr>
              <a:t>✓ 公平/成熟/可预期</a:t>
            </a:r>
          </a:p>
        </p:txBody>
      </p:sp>
      <p:sp>
        <p:nvSpPr>
          <p:cNvPr id="143" name="TextBox 142">
            <a:extLst>
              <a:ext uri="{FF2B5EF4-FFF2-40B4-BE49-F238E27FC236}">
                <a16:creationId xmlns:a16="http://schemas.microsoft.com/office/drawing/2014/main" id="{5A0296E4-46C2-C062-7432-13DBB72B87C7}"/>
              </a:ext>
            </a:extLst>
          </p:cNvPr>
          <p:cNvSpPr txBox="1"/>
          <p:nvPr/>
        </p:nvSpPr>
        <p:spPr>
          <a:xfrm>
            <a:off x="6553200" y="5699769"/>
            <a:ext cx="1585690" cy="276999"/>
          </a:xfrm>
          <a:prstGeom prst="rect">
            <a:avLst/>
          </a:prstGeom>
          <a:noFill/>
        </p:spPr>
        <p:txBody>
          <a:bodyPr wrap="none">
            <a:spAutoFit/>
          </a:bodyPr>
          <a:lstStyle/>
          <a:p>
            <a:pPr algn="l">
              <a:defRPr sz="900" b="0">
                <a:solidFill>
                  <a:srgbClr val="C44536"/>
                </a:solidFill>
                <a:latin typeface="Microsoft YaHei"/>
              </a:defRPr>
            </a:pPr>
            <a:r>
              <a:rPr sz="1200" dirty="0">
                <a:latin typeface="微软雅黑" panose="020B0503020204020204" pitchFamily="34" charset="-122"/>
                <a:ea typeface="微软雅黑" panose="020B0503020204020204" pitchFamily="34" charset="-122"/>
              </a:rPr>
              <a:t>✗ </a:t>
            </a:r>
            <a:r>
              <a:rPr sz="1200" dirty="0" err="1">
                <a:latin typeface="微软雅黑" panose="020B0503020204020204" pitchFamily="34" charset="-122"/>
                <a:ea typeface="微软雅黑" panose="020B0503020204020204" pitchFamily="34" charset="-122"/>
              </a:rPr>
              <a:t>历史差额持续滚动</a:t>
            </a:r>
            <a:endParaRPr sz="1200" dirty="0">
              <a:latin typeface="微软雅黑" panose="020B0503020204020204" pitchFamily="34" charset="-122"/>
              <a:ea typeface="微软雅黑" panose="020B0503020204020204" pitchFamily="34" charset="-122"/>
            </a:endParaRPr>
          </a:p>
        </p:txBody>
      </p:sp>
      <p:sp>
        <p:nvSpPr>
          <p:cNvPr id="144" name="Rectangle 143">
            <a:extLst>
              <a:ext uri="{FF2B5EF4-FFF2-40B4-BE49-F238E27FC236}">
                <a16:creationId xmlns:a16="http://schemas.microsoft.com/office/drawing/2014/main" id="{6702508C-5DC1-2738-BB34-F0ABCEE10788}"/>
              </a:ext>
            </a:extLst>
          </p:cNvPr>
          <p:cNvSpPr/>
          <p:nvPr/>
        </p:nvSpPr>
        <p:spPr>
          <a:xfrm>
            <a:off x="9113520" y="4021465"/>
            <a:ext cx="2697480" cy="2029968"/>
          </a:xfrm>
          <a:prstGeom prst="rect">
            <a:avLst/>
          </a:prstGeom>
          <a:solidFill>
            <a:srgbClr val="FFFBF6"/>
          </a:solidFill>
          <a:ln w="12700">
            <a:solidFill>
              <a:srgbClr val="E87D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latin typeface="微软雅黑" panose="020B0503020204020204" pitchFamily="34" charset="-122"/>
              <a:ea typeface="微软雅黑" panose="020B0503020204020204" pitchFamily="34" charset="-122"/>
            </a:endParaRPr>
          </a:p>
        </p:txBody>
      </p:sp>
      <p:sp>
        <p:nvSpPr>
          <p:cNvPr id="145" name="TextBox 144">
            <a:extLst>
              <a:ext uri="{FF2B5EF4-FFF2-40B4-BE49-F238E27FC236}">
                <a16:creationId xmlns:a16="http://schemas.microsoft.com/office/drawing/2014/main" id="{9E431763-7999-3166-DAD0-82B353F6BB26}"/>
              </a:ext>
            </a:extLst>
          </p:cNvPr>
          <p:cNvSpPr txBox="1"/>
          <p:nvPr/>
        </p:nvSpPr>
        <p:spPr>
          <a:xfrm>
            <a:off x="9250680" y="4094617"/>
            <a:ext cx="2398413" cy="338554"/>
          </a:xfrm>
          <a:prstGeom prst="rect">
            <a:avLst/>
          </a:prstGeom>
          <a:noFill/>
        </p:spPr>
        <p:txBody>
          <a:bodyPr wrap="none">
            <a:spAutoFit/>
          </a:bodyPr>
          <a:lstStyle/>
          <a:p>
            <a:pPr algn="l">
              <a:defRPr sz="1100" b="1">
                <a:solidFill>
                  <a:srgbClr val="E87D22"/>
                </a:solidFill>
                <a:latin typeface="Microsoft YaHei"/>
              </a:defRPr>
            </a:pPr>
            <a:r>
              <a:rPr sz="1600">
                <a:latin typeface="微软雅黑" panose="020B0503020204020204" pitchFamily="34" charset="-122"/>
                <a:ea typeface="微软雅黑" panose="020B0503020204020204" pitchFamily="34" charset="-122"/>
              </a:rPr>
              <a:t>方案二 · 优先补缺+分享</a:t>
            </a:r>
          </a:p>
        </p:txBody>
      </p:sp>
      <p:sp>
        <p:nvSpPr>
          <p:cNvPr id="146" name="TextBox 145">
            <a:extLst>
              <a:ext uri="{FF2B5EF4-FFF2-40B4-BE49-F238E27FC236}">
                <a16:creationId xmlns:a16="http://schemas.microsoft.com/office/drawing/2014/main" id="{CFFB5B39-A005-6760-D906-D55C49F9EBFB}"/>
              </a:ext>
            </a:extLst>
          </p:cNvPr>
          <p:cNvSpPr txBox="1"/>
          <p:nvPr/>
        </p:nvSpPr>
        <p:spPr>
          <a:xfrm>
            <a:off x="9250680" y="4437898"/>
            <a:ext cx="2339102" cy="276999"/>
          </a:xfrm>
          <a:prstGeom prst="rect">
            <a:avLst/>
          </a:prstGeom>
          <a:noFill/>
        </p:spPr>
        <p:txBody>
          <a:bodyPr wrap="none">
            <a:spAutoFit/>
          </a:bodyPr>
          <a:lstStyle/>
          <a:p>
            <a:pPr algn="l">
              <a:defRPr sz="900" b="0">
                <a:solidFill>
                  <a:srgbClr val="666666"/>
                </a:solidFill>
                <a:latin typeface="Microsoft YaHei"/>
              </a:defRPr>
            </a:pPr>
            <a:r>
              <a:rPr sz="1200" err="1">
                <a:latin typeface="微软雅黑" panose="020B0503020204020204" pitchFamily="34" charset="-122"/>
                <a:ea typeface="微软雅黑" panose="020B0503020204020204" pitchFamily="34" charset="-122"/>
              </a:rPr>
              <a:t>先补上月缺额，余量按电量分配</a:t>
            </a:r>
            <a:endParaRPr sz="1200">
              <a:latin typeface="微软雅黑" panose="020B0503020204020204" pitchFamily="34" charset="-122"/>
              <a:ea typeface="微软雅黑" panose="020B0503020204020204" pitchFamily="34" charset="-122"/>
            </a:endParaRPr>
          </a:p>
        </p:txBody>
      </p:sp>
      <p:sp>
        <p:nvSpPr>
          <p:cNvPr id="147" name="TextBox 146">
            <a:extLst>
              <a:ext uri="{FF2B5EF4-FFF2-40B4-BE49-F238E27FC236}">
                <a16:creationId xmlns:a16="http://schemas.microsoft.com/office/drawing/2014/main" id="{3EF4B69F-7228-5A9C-D93D-EEC7F5871D60}"/>
              </a:ext>
            </a:extLst>
          </p:cNvPr>
          <p:cNvSpPr txBox="1"/>
          <p:nvPr/>
        </p:nvSpPr>
        <p:spPr>
          <a:xfrm>
            <a:off x="9387840" y="4739650"/>
            <a:ext cx="1729961" cy="276999"/>
          </a:xfrm>
          <a:prstGeom prst="rect">
            <a:avLst/>
          </a:prstGeom>
          <a:noFill/>
        </p:spPr>
        <p:txBody>
          <a:bodyPr wrap="none">
            <a:spAutoFit/>
          </a:bodyPr>
          <a:lstStyle/>
          <a:p>
            <a:pPr algn="l">
              <a:defRPr sz="900" b="0">
                <a:solidFill>
                  <a:srgbClr val="3B8E4D"/>
                </a:solidFill>
                <a:latin typeface="Microsoft YaHei"/>
              </a:defRPr>
            </a:pPr>
            <a:r>
              <a:rPr sz="1200">
                <a:latin typeface="微软雅黑" panose="020B0503020204020204" pitchFamily="34" charset="-122"/>
                <a:ea typeface="微软雅黑" panose="020B0503020204020204" pitchFamily="34" charset="-122"/>
              </a:rPr>
              <a:t>✓ 历史缺额可逐步消化</a:t>
            </a:r>
          </a:p>
        </p:txBody>
      </p:sp>
      <p:sp>
        <p:nvSpPr>
          <p:cNvPr id="148" name="TextBox 147">
            <a:extLst>
              <a:ext uri="{FF2B5EF4-FFF2-40B4-BE49-F238E27FC236}">
                <a16:creationId xmlns:a16="http://schemas.microsoft.com/office/drawing/2014/main" id="{DF182536-2881-09D3-C21B-EAA75872C8DD}"/>
              </a:ext>
            </a:extLst>
          </p:cNvPr>
          <p:cNvSpPr txBox="1"/>
          <p:nvPr/>
        </p:nvSpPr>
        <p:spPr>
          <a:xfrm>
            <a:off x="9387840" y="5059690"/>
            <a:ext cx="1883849" cy="276999"/>
          </a:xfrm>
          <a:prstGeom prst="rect">
            <a:avLst/>
          </a:prstGeom>
          <a:noFill/>
        </p:spPr>
        <p:txBody>
          <a:bodyPr wrap="none">
            <a:spAutoFit/>
          </a:bodyPr>
          <a:lstStyle/>
          <a:p>
            <a:pPr algn="l">
              <a:defRPr sz="900" b="0">
                <a:solidFill>
                  <a:srgbClr val="3B8E4D"/>
                </a:solidFill>
                <a:latin typeface="Microsoft YaHei"/>
              </a:defRPr>
            </a:pPr>
            <a:r>
              <a:rPr sz="1200">
                <a:latin typeface="微软雅黑" panose="020B0503020204020204" pitchFamily="34" charset="-122"/>
                <a:ea typeface="微软雅黑" panose="020B0503020204020204" pitchFamily="34" charset="-122"/>
              </a:rPr>
              <a:t>✓ 新老主体实际收益趋同</a:t>
            </a:r>
          </a:p>
        </p:txBody>
      </p:sp>
      <p:sp>
        <p:nvSpPr>
          <p:cNvPr id="149" name="TextBox 148">
            <a:extLst>
              <a:ext uri="{FF2B5EF4-FFF2-40B4-BE49-F238E27FC236}">
                <a16:creationId xmlns:a16="http://schemas.microsoft.com/office/drawing/2014/main" id="{2F8F2F84-FBCF-D400-CBB8-6F9D5F699D8A}"/>
              </a:ext>
            </a:extLst>
          </p:cNvPr>
          <p:cNvSpPr txBox="1"/>
          <p:nvPr/>
        </p:nvSpPr>
        <p:spPr>
          <a:xfrm>
            <a:off x="9387840" y="5379730"/>
            <a:ext cx="1585690" cy="276999"/>
          </a:xfrm>
          <a:prstGeom prst="rect">
            <a:avLst/>
          </a:prstGeom>
          <a:noFill/>
        </p:spPr>
        <p:txBody>
          <a:bodyPr wrap="none">
            <a:spAutoFit/>
          </a:bodyPr>
          <a:lstStyle/>
          <a:p>
            <a:pPr algn="l">
              <a:defRPr sz="900" b="0">
                <a:solidFill>
                  <a:srgbClr val="C44536"/>
                </a:solidFill>
                <a:latin typeface="Microsoft YaHei"/>
              </a:defRPr>
            </a:pPr>
            <a:r>
              <a:rPr sz="1200">
                <a:latin typeface="微软雅黑" panose="020B0503020204020204" pitchFamily="34" charset="-122"/>
                <a:ea typeface="微软雅黑" panose="020B0503020204020204" pitchFamily="34" charset="-122"/>
              </a:rPr>
              <a:t>✗ 新入市主体份额少</a:t>
            </a:r>
          </a:p>
        </p:txBody>
      </p:sp>
      <p:sp>
        <p:nvSpPr>
          <p:cNvPr id="150" name="TextBox 149">
            <a:extLst>
              <a:ext uri="{FF2B5EF4-FFF2-40B4-BE49-F238E27FC236}">
                <a16:creationId xmlns:a16="http://schemas.microsoft.com/office/drawing/2014/main" id="{5A38065D-65F6-4219-F3D4-FCF61EA96D52}"/>
              </a:ext>
            </a:extLst>
          </p:cNvPr>
          <p:cNvSpPr txBox="1"/>
          <p:nvPr/>
        </p:nvSpPr>
        <p:spPr>
          <a:xfrm>
            <a:off x="9387840" y="5699769"/>
            <a:ext cx="1431802" cy="276999"/>
          </a:xfrm>
          <a:prstGeom prst="rect">
            <a:avLst/>
          </a:prstGeom>
          <a:noFill/>
        </p:spPr>
        <p:txBody>
          <a:bodyPr wrap="none">
            <a:spAutoFit/>
          </a:bodyPr>
          <a:lstStyle/>
          <a:p>
            <a:pPr algn="l">
              <a:defRPr sz="900" b="0">
                <a:solidFill>
                  <a:srgbClr val="C44536"/>
                </a:solidFill>
                <a:latin typeface="Microsoft YaHei"/>
              </a:defRPr>
            </a:pPr>
            <a:r>
              <a:rPr sz="1200">
                <a:latin typeface="微软雅黑" panose="020B0503020204020204" pitchFamily="34" charset="-122"/>
                <a:ea typeface="微软雅黑" panose="020B0503020204020204" pitchFamily="34" charset="-122"/>
              </a:rPr>
              <a:t>✗ 过渡期波动加剧</a:t>
            </a:r>
          </a:p>
        </p:txBody>
      </p:sp>
    </p:spTree>
    <p:extLst>
      <p:ext uri="{BB962C8B-B14F-4D97-AF65-F5344CB8AC3E}">
        <p14:creationId xmlns:p14="http://schemas.microsoft.com/office/powerpoint/2010/main" val="26970165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9CAE9-83F5-47D5-4708-88B027167AD8}"/>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2AD193A9-50A5-49EC-E587-64B69C861356}"/>
              </a:ext>
            </a:extLst>
          </p:cNvPr>
          <p:cNvSpPr/>
          <p:nvPr/>
        </p:nvSpPr>
        <p:spPr>
          <a:xfrm>
            <a:off x="0" y="0"/>
            <a:ext cx="12192000" cy="574177"/>
          </a:xfrm>
          <a:prstGeom prst="rect">
            <a:avLst/>
          </a:prstGeom>
          <a:solidFill>
            <a:srgbClr val="3B3B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DengXian"/>
              <a:ea typeface="DengXian" panose="02010600030101010101" pitchFamily="2" charset="-122"/>
              <a:cs typeface="+mn-cs"/>
            </a:endParaRPr>
          </a:p>
        </p:txBody>
      </p:sp>
      <p:sp>
        <p:nvSpPr>
          <p:cNvPr id="4" name="文本框 3">
            <a:extLst>
              <a:ext uri="{FF2B5EF4-FFF2-40B4-BE49-F238E27FC236}">
                <a16:creationId xmlns:a16="http://schemas.microsoft.com/office/drawing/2014/main" id="{88B44367-8360-B1E2-DC8D-71AD98452803}"/>
              </a:ext>
            </a:extLst>
          </p:cNvPr>
          <p:cNvSpPr txBox="1"/>
          <p:nvPr/>
        </p:nvSpPr>
        <p:spPr>
          <a:xfrm>
            <a:off x="126998" y="102938"/>
            <a:ext cx="11903077" cy="369332"/>
          </a:xfrm>
          <a:prstGeom prst="rect">
            <a:avLst/>
          </a:prstGeom>
          <a:noFill/>
        </p:spPr>
        <p:txBody>
          <a:bodyPr wrap="square" rtlCol="0">
            <a:spAutoFit/>
          </a:bodyPr>
          <a:lstStyle/>
          <a:p>
            <a:pPr lvl="0">
              <a:defRPr/>
            </a:pPr>
            <a:r>
              <a:rPr kumimoji="0" lang="en-US" altLang="zh-CN"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2. </a:t>
            </a:r>
            <a:r>
              <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蒙西储能运营收益</a:t>
            </a:r>
            <a:r>
              <a:rPr lang="zh-CN" altLang="en-US">
                <a:solidFill>
                  <a:prstClr val="white"/>
                </a:solidFill>
                <a:latin typeface="微软雅黑" panose="020B0503020204020204" pitchFamily="34" charset="-122"/>
                <a:ea typeface="微软雅黑" panose="020B0503020204020204" pitchFamily="34" charset="-122"/>
              </a:rPr>
              <a:t>对比</a:t>
            </a:r>
            <a:r>
              <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分析 </a:t>
            </a:r>
            <a:r>
              <a:rPr lang="en-US" altLang="zh-CN" sz="1600">
                <a:solidFill>
                  <a:schemeClr val="accent4">
                    <a:lumMod val="20000"/>
                    <a:lumOff val="80000"/>
                  </a:schemeClr>
                </a:solidFill>
                <a:latin typeface="微软雅黑" panose="020B0503020204020204" pitchFamily="34" charset="-122"/>
                <a:ea typeface="微软雅黑" panose="020B0503020204020204" pitchFamily="34" charset="-122"/>
              </a:rPr>
              <a:t>–</a:t>
            </a:r>
            <a:r>
              <a:rPr lang="zh-CN" altLang="en-US" sz="1600">
                <a:solidFill>
                  <a:schemeClr val="accent4">
                    <a:lumMod val="20000"/>
                    <a:lumOff val="80000"/>
                  </a:schemeClr>
                </a:solidFill>
                <a:latin typeface="微软雅黑" panose="020B0503020204020204" pitchFamily="34" charset="-122"/>
                <a:ea typeface="微软雅黑" panose="020B0503020204020204" pitchFamily="34" charset="-122"/>
              </a:rPr>
              <a:t>对比</a:t>
            </a:r>
            <a:r>
              <a:rPr lang="en-US" altLang="zh-CN" sz="1600">
                <a:solidFill>
                  <a:schemeClr val="accent4">
                    <a:lumMod val="20000"/>
                    <a:lumOff val="80000"/>
                  </a:schemeClr>
                </a:solidFill>
                <a:latin typeface="微软雅黑" panose="020B0503020204020204" pitchFamily="34" charset="-122"/>
                <a:ea typeface="微软雅黑" panose="020B0503020204020204" pitchFamily="34" charset="-122"/>
              </a:rPr>
              <a:t>2026</a:t>
            </a:r>
            <a:r>
              <a:rPr lang="zh-CN" altLang="en-US" sz="1600">
                <a:solidFill>
                  <a:schemeClr val="accent4">
                    <a:lumMod val="20000"/>
                    <a:lumOff val="80000"/>
                  </a:schemeClr>
                </a:solidFill>
                <a:latin typeface="微软雅黑" panose="020B0503020204020204" pitchFamily="34" charset="-122"/>
                <a:ea typeface="微软雅黑" panose="020B0503020204020204" pitchFamily="34" charset="-122"/>
              </a:rPr>
              <a:t>年，受市场环境约束收紧影响，蒙西储能整体“量价双降”收益下跌趋势明显</a:t>
            </a:r>
            <a:endParaRPr kumimoji="0" lang="zh-CN" altLang="en-US" sz="1800" b="0" i="0" u="none" strike="noStrike" kern="1200" cap="none" spc="0" normalizeH="0" baseline="0" noProof="0">
              <a:ln>
                <a:noFill/>
              </a:ln>
              <a:solidFill>
                <a:schemeClr val="accent4">
                  <a:lumMod val="20000"/>
                  <a:lumOff val="80000"/>
                </a:schemeClr>
              </a:solidFill>
              <a:effectLst/>
              <a:uLnTx/>
              <a:uFillTx/>
              <a:latin typeface="微软雅黑" panose="020B0503020204020204" pitchFamily="34" charset="-122"/>
              <a:ea typeface="微软雅黑" panose="020B0503020204020204" pitchFamily="34" charset="-122"/>
              <a:cs typeface="+mn-cs"/>
            </a:endParaRPr>
          </a:p>
        </p:txBody>
      </p:sp>
      <p:sp>
        <p:nvSpPr>
          <p:cNvPr id="11" name="文本框 10">
            <a:extLst>
              <a:ext uri="{FF2B5EF4-FFF2-40B4-BE49-F238E27FC236}">
                <a16:creationId xmlns:a16="http://schemas.microsoft.com/office/drawing/2014/main" id="{00FDEA13-5269-36BB-C8B5-A43474C83EF1}"/>
              </a:ext>
            </a:extLst>
          </p:cNvPr>
          <p:cNvSpPr txBox="1"/>
          <p:nvPr/>
        </p:nvSpPr>
        <p:spPr>
          <a:xfrm>
            <a:off x="5420344" y="3787589"/>
            <a:ext cx="3500883" cy="476250"/>
          </a:xfrm>
          <a:prstGeom prst="rect">
            <a:avLst/>
          </a:prstGeom>
          <a:noFill/>
        </p:spPr>
        <p:txBody>
          <a:bodyPr wrap="square" rtlCol="0" anchor="ctr" anchorCtr="0">
            <a:noAutofit/>
          </a:bodyPr>
          <a:lstStyle/>
          <a:p>
            <a:pPr marL="0" marR="0" lvl="0" indent="0" defTabSz="914400" rtl="0" eaLnBrk="1" fontAlgn="auto" latinLnBrk="0" hangingPunct="1">
              <a:lnSpc>
                <a:spcPct val="130000"/>
              </a:lnSpc>
              <a:spcBef>
                <a:spcPts val="0"/>
              </a:spcBef>
              <a:spcAft>
                <a:spcPts val="0"/>
              </a:spcAft>
              <a:buClrTx/>
              <a:buSzTx/>
              <a:buFont typeface="Arial" panose="020B0604020202020204" pitchFamily="34" charset="0"/>
              <a:buNone/>
              <a:tabLst/>
              <a:defRPr/>
            </a:pPr>
            <a:r>
              <a:rPr kumimoji="0" lang="zh-CN" altLang="en-US"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二、储能规模增加影响价格</a:t>
            </a:r>
            <a:endParaRPr kumimoji="0" lang="en-US" altLang="zh-CN"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mn-ea"/>
            </a:endParaRPr>
          </a:p>
        </p:txBody>
      </p:sp>
      <p:sp>
        <p:nvSpPr>
          <p:cNvPr id="14" name="文本框 13">
            <a:extLst>
              <a:ext uri="{FF2B5EF4-FFF2-40B4-BE49-F238E27FC236}">
                <a16:creationId xmlns:a16="http://schemas.microsoft.com/office/drawing/2014/main" id="{70513FE5-9084-CF4E-9DBD-0A3E70EC573F}"/>
              </a:ext>
            </a:extLst>
          </p:cNvPr>
          <p:cNvSpPr txBox="1"/>
          <p:nvPr/>
        </p:nvSpPr>
        <p:spPr>
          <a:xfrm>
            <a:off x="5420344" y="4100441"/>
            <a:ext cx="6436659" cy="1203325"/>
          </a:xfrm>
          <a:prstGeom prst="rect">
            <a:avLst/>
          </a:prstGeom>
          <a:noFill/>
        </p:spPr>
        <p:txBody>
          <a:bodyPr wrap="square" rtlCol="0" anchor="ctr" anchorCtr="0">
            <a:noAutofit/>
          </a:bodyPr>
          <a:lstStyle/>
          <a:p>
            <a:pPr>
              <a:lnSpc>
                <a:spcPct val="130000"/>
              </a:lnSpc>
              <a:defRPr/>
            </a:pPr>
            <a:r>
              <a:rPr lang="zh-CN" altLang="en-US">
                <a:solidFill>
                  <a:prstClr val="black"/>
                </a:solidFill>
                <a:latin typeface="微软雅黑" panose="020B0503020204020204" pitchFamily="34" charset="-122"/>
                <a:ea typeface="微软雅黑" panose="020B0503020204020204" pitchFamily="34" charset="-122"/>
                <a:sym typeface="+mn-ea"/>
              </a:rPr>
              <a:t>大量储能并网（</a:t>
            </a:r>
            <a:r>
              <a:rPr lang="en-US" altLang="zh-CN">
                <a:solidFill>
                  <a:prstClr val="black"/>
                </a:solidFill>
                <a:latin typeface="微软雅黑" panose="020B0503020204020204" pitchFamily="34" charset="-122"/>
                <a:ea typeface="微软雅黑" panose="020B0503020204020204" pitchFamily="34" charset="-122"/>
                <a:sym typeface="+mn-ea"/>
              </a:rPr>
              <a:t>10GW</a:t>
            </a:r>
            <a:r>
              <a:rPr lang="zh-CN" altLang="en-US">
                <a:solidFill>
                  <a:prstClr val="black"/>
                </a:solidFill>
                <a:latin typeface="微软雅黑" panose="020B0503020204020204" pitchFamily="34" charset="-122"/>
                <a:ea typeface="微软雅黑" panose="020B0503020204020204" pitchFamily="34" charset="-122"/>
                <a:sym typeface="+mn-ea"/>
              </a:rPr>
              <a:t>），改变了每日现货市场峰谷供需格局，拉小了现货价差</a:t>
            </a:r>
            <a:endParaRPr lang="en-US" altLang="zh-CN">
              <a:solidFill>
                <a:prstClr val="black"/>
              </a:solidFill>
              <a:latin typeface="微软雅黑" panose="020B0503020204020204" pitchFamily="34" charset="-122"/>
              <a:ea typeface="微软雅黑" panose="020B0503020204020204" pitchFamily="34" charset="-122"/>
              <a:sym typeface="+mn-ea"/>
            </a:endParaRPr>
          </a:p>
        </p:txBody>
      </p:sp>
      <p:grpSp>
        <p:nvGrpSpPr>
          <p:cNvPr id="6" name="组合 5">
            <a:extLst>
              <a:ext uri="{FF2B5EF4-FFF2-40B4-BE49-F238E27FC236}">
                <a16:creationId xmlns:a16="http://schemas.microsoft.com/office/drawing/2014/main" id="{645A0091-BE26-6DA1-6225-3E14435DFC99}"/>
              </a:ext>
            </a:extLst>
          </p:cNvPr>
          <p:cNvGrpSpPr/>
          <p:nvPr/>
        </p:nvGrpSpPr>
        <p:grpSpPr>
          <a:xfrm>
            <a:off x="412377" y="717723"/>
            <a:ext cx="4159623" cy="5405986"/>
            <a:chOff x="478432" y="532968"/>
            <a:chExt cx="4385736" cy="5748730"/>
          </a:xfrm>
        </p:grpSpPr>
        <p:pic>
          <p:nvPicPr>
            <p:cNvPr id="3" name="Picture 32" descr="wuhai_revenue_compare.png">
              <a:extLst>
                <a:ext uri="{FF2B5EF4-FFF2-40B4-BE49-F238E27FC236}">
                  <a16:creationId xmlns:a16="http://schemas.microsoft.com/office/drawing/2014/main" id="{AF8B1077-3AA5-C866-03DB-71E24C996AF7}"/>
                </a:ext>
              </a:extLst>
            </p:cNvPr>
            <p:cNvPicPr>
              <a:picLocks noChangeAspect="1"/>
            </p:cNvPicPr>
            <p:nvPr/>
          </p:nvPicPr>
          <p:blipFill>
            <a:blip r:embed="rId3"/>
            <a:stretch>
              <a:fillRect/>
            </a:stretch>
          </p:blipFill>
          <p:spPr>
            <a:xfrm>
              <a:off x="478432" y="724350"/>
              <a:ext cx="4385736" cy="1702304"/>
            </a:xfrm>
            <a:prstGeom prst="rect">
              <a:avLst/>
            </a:prstGeom>
          </p:spPr>
        </p:pic>
        <p:pic>
          <p:nvPicPr>
            <p:cNvPr id="8" name="Picture 34" descr="wuhai_spread_compare.png">
              <a:extLst>
                <a:ext uri="{FF2B5EF4-FFF2-40B4-BE49-F238E27FC236}">
                  <a16:creationId xmlns:a16="http://schemas.microsoft.com/office/drawing/2014/main" id="{D9C6608F-2EB6-3886-515E-9A925B6203DB}"/>
                </a:ext>
              </a:extLst>
            </p:cNvPr>
            <p:cNvPicPr>
              <a:picLocks noChangeAspect="1"/>
            </p:cNvPicPr>
            <p:nvPr/>
          </p:nvPicPr>
          <p:blipFill>
            <a:blip r:embed="rId4"/>
            <a:stretch>
              <a:fillRect/>
            </a:stretch>
          </p:blipFill>
          <p:spPr>
            <a:xfrm>
              <a:off x="478432" y="2647941"/>
              <a:ext cx="4385735" cy="1751698"/>
            </a:xfrm>
            <a:prstGeom prst="rect">
              <a:avLst/>
            </a:prstGeom>
          </p:spPr>
        </p:pic>
        <p:pic>
          <p:nvPicPr>
            <p:cNvPr id="13" name="Picture 36" descr="wuhai_cycles_compare.png">
              <a:extLst>
                <a:ext uri="{FF2B5EF4-FFF2-40B4-BE49-F238E27FC236}">
                  <a16:creationId xmlns:a16="http://schemas.microsoft.com/office/drawing/2014/main" id="{1AA693A7-9E27-8C0E-B6C3-3D243B43721E}"/>
                </a:ext>
              </a:extLst>
            </p:cNvPr>
            <p:cNvPicPr>
              <a:picLocks noChangeAspect="1"/>
            </p:cNvPicPr>
            <p:nvPr/>
          </p:nvPicPr>
          <p:blipFill>
            <a:blip r:embed="rId5"/>
            <a:stretch>
              <a:fillRect/>
            </a:stretch>
          </p:blipFill>
          <p:spPr>
            <a:xfrm>
              <a:off x="481790" y="4530000"/>
              <a:ext cx="4382377" cy="1751698"/>
            </a:xfrm>
            <a:prstGeom prst="rect">
              <a:avLst/>
            </a:prstGeom>
          </p:spPr>
        </p:pic>
        <p:sp>
          <p:nvSpPr>
            <p:cNvPr id="15" name="文本框 14">
              <a:extLst>
                <a:ext uri="{FF2B5EF4-FFF2-40B4-BE49-F238E27FC236}">
                  <a16:creationId xmlns:a16="http://schemas.microsoft.com/office/drawing/2014/main" id="{0025E9F7-15F4-3BCA-4F07-6FBA3367C390}"/>
                </a:ext>
              </a:extLst>
            </p:cNvPr>
            <p:cNvSpPr txBox="1"/>
            <p:nvPr/>
          </p:nvSpPr>
          <p:spPr>
            <a:xfrm>
              <a:off x="478432" y="532968"/>
              <a:ext cx="3928533" cy="276999"/>
            </a:xfrm>
            <a:prstGeom prst="rect">
              <a:avLst/>
            </a:prstGeom>
            <a:noFill/>
          </p:spPr>
          <p:txBody>
            <a:bodyPr wrap="square" rtlCol="0">
              <a:spAutoFit/>
            </a:bodyPr>
            <a:lstStyle/>
            <a:p>
              <a:r>
                <a:rPr lang="en-US" altLang="zh-CN" sz="1200" b="1">
                  <a:solidFill>
                    <a:schemeClr val="accent1">
                      <a:lumMod val="50000"/>
                    </a:schemeClr>
                  </a:solidFill>
                  <a:latin typeface="微软雅黑" panose="020B0503020204020204" pitchFamily="34" charset="-122"/>
                  <a:ea typeface="微软雅黑" panose="020B0503020204020204" pitchFamily="34" charset="-122"/>
                </a:rPr>
                <a:t>1. </a:t>
              </a:r>
              <a:r>
                <a:rPr lang="zh-CN" altLang="en-US" sz="1200" b="1">
                  <a:solidFill>
                    <a:schemeClr val="accent1">
                      <a:lumMod val="50000"/>
                    </a:schemeClr>
                  </a:solidFill>
                  <a:latin typeface="微软雅黑" panose="020B0503020204020204" pitchFamily="34" charset="-122"/>
                  <a:ea typeface="微软雅黑" panose="020B0503020204020204" pitchFamily="34" charset="-122"/>
                </a:rPr>
                <a:t>乌海</a:t>
              </a:r>
              <a:r>
                <a:rPr lang="en-US" altLang="zh-CN" sz="1200" b="1">
                  <a:solidFill>
                    <a:schemeClr val="accent1">
                      <a:lumMod val="50000"/>
                    </a:schemeClr>
                  </a:solidFill>
                  <a:latin typeface="微软雅黑" panose="020B0503020204020204" pitchFamily="34" charset="-122"/>
                  <a:ea typeface="微软雅黑" panose="020B0503020204020204" pitchFamily="34" charset="-122"/>
                </a:rPr>
                <a:t>2025</a:t>
              </a:r>
              <a:r>
                <a:rPr lang="zh-CN" altLang="en-US" sz="1200" b="1">
                  <a:solidFill>
                    <a:schemeClr val="accent1">
                      <a:lumMod val="50000"/>
                    </a:schemeClr>
                  </a:solidFill>
                  <a:latin typeface="微软雅黑" panose="020B0503020204020204" pitchFamily="34" charset="-122"/>
                  <a:ea typeface="微软雅黑" panose="020B0503020204020204" pitchFamily="34" charset="-122"/>
                </a:rPr>
                <a:t>年</a:t>
              </a:r>
              <a:r>
                <a:rPr lang="en-US" altLang="zh-CN" sz="1200" b="1">
                  <a:solidFill>
                    <a:schemeClr val="accent1">
                      <a:lumMod val="50000"/>
                    </a:schemeClr>
                  </a:solidFill>
                  <a:latin typeface="微软雅黑" panose="020B0503020204020204" pitchFamily="34" charset="-122"/>
                  <a:ea typeface="微软雅黑" panose="020B0503020204020204" pitchFamily="34" charset="-122"/>
                </a:rPr>
                <a:t>H2</a:t>
              </a:r>
              <a:r>
                <a:rPr lang="zh-CN" altLang="en-US" sz="1200" b="1">
                  <a:solidFill>
                    <a:schemeClr val="accent1">
                      <a:lumMod val="50000"/>
                    </a:schemeClr>
                  </a:solidFill>
                  <a:latin typeface="微软雅黑" panose="020B0503020204020204" pitchFamily="34" charset="-122"/>
                  <a:ea typeface="微软雅黑" panose="020B0503020204020204" pitchFamily="34" charset="-122"/>
                </a:rPr>
                <a:t>与</a:t>
              </a:r>
              <a:r>
                <a:rPr lang="en-US" altLang="zh-CN" sz="1200" b="1">
                  <a:solidFill>
                    <a:schemeClr val="accent1">
                      <a:lumMod val="50000"/>
                    </a:schemeClr>
                  </a:solidFill>
                  <a:latin typeface="微软雅黑" panose="020B0503020204020204" pitchFamily="34" charset="-122"/>
                  <a:ea typeface="微软雅黑" panose="020B0503020204020204" pitchFamily="34" charset="-122"/>
                </a:rPr>
                <a:t>2026</a:t>
              </a:r>
              <a:r>
                <a:rPr lang="zh-CN" altLang="en-US" sz="1200" b="1">
                  <a:solidFill>
                    <a:schemeClr val="accent1">
                      <a:lumMod val="50000"/>
                    </a:schemeClr>
                  </a:solidFill>
                  <a:latin typeface="微软雅黑" panose="020B0503020204020204" pitchFamily="34" charset="-122"/>
                  <a:ea typeface="微软雅黑" panose="020B0503020204020204" pitchFamily="34" charset="-122"/>
                </a:rPr>
                <a:t>年</a:t>
              </a:r>
              <a:r>
                <a:rPr lang="en-US" altLang="zh-CN" sz="1200" b="1">
                  <a:solidFill>
                    <a:schemeClr val="accent1">
                      <a:lumMod val="50000"/>
                    </a:schemeClr>
                  </a:solidFill>
                  <a:latin typeface="微软雅黑" panose="020B0503020204020204" pitchFamily="34" charset="-122"/>
                  <a:ea typeface="微软雅黑" panose="020B0503020204020204" pitchFamily="34" charset="-122"/>
                </a:rPr>
                <a:t>H1</a:t>
              </a:r>
              <a:r>
                <a:rPr lang="zh-CN" altLang="en-US" sz="1200" b="1">
                  <a:solidFill>
                    <a:schemeClr val="accent1">
                      <a:lumMod val="50000"/>
                    </a:schemeClr>
                  </a:solidFill>
                  <a:latin typeface="微软雅黑" panose="020B0503020204020204" pitchFamily="34" charset="-122"/>
                  <a:ea typeface="微软雅黑" panose="020B0503020204020204" pitchFamily="34" charset="-122"/>
                </a:rPr>
                <a:t>对比：充放电收益</a:t>
              </a:r>
            </a:p>
          </p:txBody>
        </p:sp>
        <p:sp>
          <p:nvSpPr>
            <p:cNvPr id="16" name="文本框 15">
              <a:extLst>
                <a:ext uri="{FF2B5EF4-FFF2-40B4-BE49-F238E27FC236}">
                  <a16:creationId xmlns:a16="http://schemas.microsoft.com/office/drawing/2014/main" id="{499B0408-5C0A-522A-D603-2E99FB4D7C1E}"/>
                </a:ext>
              </a:extLst>
            </p:cNvPr>
            <p:cNvSpPr txBox="1"/>
            <p:nvPr/>
          </p:nvSpPr>
          <p:spPr>
            <a:xfrm>
              <a:off x="485760" y="2417843"/>
              <a:ext cx="3928533" cy="276999"/>
            </a:xfrm>
            <a:prstGeom prst="rect">
              <a:avLst/>
            </a:prstGeom>
            <a:noFill/>
          </p:spPr>
          <p:txBody>
            <a:bodyPr wrap="square" rtlCol="0">
              <a:spAutoFit/>
            </a:bodyPr>
            <a:lstStyle/>
            <a:p>
              <a:r>
                <a:rPr lang="en-US" altLang="zh-CN" sz="1200" b="1">
                  <a:solidFill>
                    <a:schemeClr val="accent1">
                      <a:lumMod val="50000"/>
                    </a:schemeClr>
                  </a:solidFill>
                  <a:latin typeface="微软雅黑" panose="020B0503020204020204" pitchFamily="34" charset="-122"/>
                  <a:ea typeface="微软雅黑" panose="020B0503020204020204" pitchFamily="34" charset="-122"/>
                </a:rPr>
                <a:t>2. </a:t>
              </a:r>
              <a:r>
                <a:rPr lang="zh-CN" altLang="en-US" sz="1200" b="1">
                  <a:solidFill>
                    <a:schemeClr val="accent1">
                      <a:lumMod val="50000"/>
                    </a:schemeClr>
                  </a:solidFill>
                  <a:latin typeface="微软雅黑" panose="020B0503020204020204" pitchFamily="34" charset="-122"/>
                  <a:ea typeface="微软雅黑" panose="020B0503020204020204" pitchFamily="34" charset="-122"/>
                </a:rPr>
                <a:t>乌海</a:t>
              </a:r>
              <a:r>
                <a:rPr lang="en-US" altLang="zh-CN" sz="1200" b="1">
                  <a:solidFill>
                    <a:schemeClr val="accent1">
                      <a:lumMod val="50000"/>
                    </a:schemeClr>
                  </a:solidFill>
                  <a:latin typeface="微软雅黑" panose="020B0503020204020204" pitchFamily="34" charset="-122"/>
                  <a:ea typeface="微软雅黑" panose="020B0503020204020204" pitchFamily="34" charset="-122"/>
                </a:rPr>
                <a:t>2025</a:t>
              </a:r>
              <a:r>
                <a:rPr lang="zh-CN" altLang="en-US" sz="1200" b="1">
                  <a:solidFill>
                    <a:schemeClr val="accent1">
                      <a:lumMod val="50000"/>
                    </a:schemeClr>
                  </a:solidFill>
                  <a:latin typeface="微软雅黑" panose="020B0503020204020204" pitchFamily="34" charset="-122"/>
                  <a:ea typeface="微软雅黑" panose="020B0503020204020204" pitchFamily="34" charset="-122"/>
                </a:rPr>
                <a:t>年</a:t>
              </a:r>
              <a:r>
                <a:rPr lang="en-US" altLang="zh-CN" sz="1200" b="1">
                  <a:solidFill>
                    <a:schemeClr val="accent1">
                      <a:lumMod val="50000"/>
                    </a:schemeClr>
                  </a:solidFill>
                  <a:latin typeface="微软雅黑" panose="020B0503020204020204" pitchFamily="34" charset="-122"/>
                  <a:ea typeface="微软雅黑" panose="020B0503020204020204" pitchFamily="34" charset="-122"/>
                </a:rPr>
                <a:t>H2</a:t>
              </a:r>
              <a:r>
                <a:rPr lang="zh-CN" altLang="en-US" sz="1200" b="1">
                  <a:solidFill>
                    <a:schemeClr val="accent1">
                      <a:lumMod val="50000"/>
                    </a:schemeClr>
                  </a:solidFill>
                  <a:latin typeface="微软雅黑" panose="020B0503020204020204" pitchFamily="34" charset="-122"/>
                  <a:ea typeface="微软雅黑" panose="020B0503020204020204" pitchFamily="34" charset="-122"/>
                </a:rPr>
                <a:t>与</a:t>
              </a:r>
              <a:r>
                <a:rPr lang="en-US" altLang="zh-CN" sz="1200" b="1">
                  <a:solidFill>
                    <a:schemeClr val="accent1">
                      <a:lumMod val="50000"/>
                    </a:schemeClr>
                  </a:solidFill>
                  <a:latin typeface="微软雅黑" panose="020B0503020204020204" pitchFamily="34" charset="-122"/>
                  <a:ea typeface="微软雅黑" panose="020B0503020204020204" pitchFamily="34" charset="-122"/>
                </a:rPr>
                <a:t>2026</a:t>
              </a:r>
              <a:r>
                <a:rPr lang="zh-CN" altLang="en-US" sz="1200" b="1">
                  <a:solidFill>
                    <a:schemeClr val="accent1">
                      <a:lumMod val="50000"/>
                    </a:schemeClr>
                  </a:solidFill>
                  <a:latin typeface="微软雅黑" panose="020B0503020204020204" pitchFamily="34" charset="-122"/>
                  <a:ea typeface="微软雅黑" panose="020B0503020204020204" pitchFamily="34" charset="-122"/>
                </a:rPr>
                <a:t>年</a:t>
              </a:r>
              <a:r>
                <a:rPr lang="en-US" altLang="zh-CN" sz="1200" b="1">
                  <a:solidFill>
                    <a:schemeClr val="accent1">
                      <a:lumMod val="50000"/>
                    </a:schemeClr>
                  </a:solidFill>
                  <a:latin typeface="微软雅黑" panose="020B0503020204020204" pitchFamily="34" charset="-122"/>
                  <a:ea typeface="微软雅黑" panose="020B0503020204020204" pitchFamily="34" charset="-122"/>
                </a:rPr>
                <a:t>H1</a:t>
              </a:r>
              <a:r>
                <a:rPr lang="zh-CN" altLang="en-US" sz="1200" b="1">
                  <a:solidFill>
                    <a:schemeClr val="accent1">
                      <a:lumMod val="50000"/>
                    </a:schemeClr>
                  </a:solidFill>
                  <a:latin typeface="微软雅黑" panose="020B0503020204020204" pitchFamily="34" charset="-122"/>
                  <a:ea typeface="微软雅黑" panose="020B0503020204020204" pitchFamily="34" charset="-122"/>
                </a:rPr>
                <a:t>对比：价差</a:t>
              </a:r>
            </a:p>
          </p:txBody>
        </p:sp>
        <p:sp>
          <p:nvSpPr>
            <p:cNvPr id="17" name="文本框 16">
              <a:extLst>
                <a:ext uri="{FF2B5EF4-FFF2-40B4-BE49-F238E27FC236}">
                  <a16:creationId xmlns:a16="http://schemas.microsoft.com/office/drawing/2014/main" id="{5D8256AD-6932-A49A-0BB0-151B04EAFF8D}"/>
                </a:ext>
              </a:extLst>
            </p:cNvPr>
            <p:cNvSpPr txBox="1"/>
            <p:nvPr/>
          </p:nvSpPr>
          <p:spPr>
            <a:xfrm>
              <a:off x="485760" y="4324868"/>
              <a:ext cx="3928533" cy="276999"/>
            </a:xfrm>
            <a:prstGeom prst="rect">
              <a:avLst/>
            </a:prstGeom>
            <a:noFill/>
          </p:spPr>
          <p:txBody>
            <a:bodyPr wrap="square" rtlCol="0">
              <a:spAutoFit/>
            </a:bodyPr>
            <a:lstStyle/>
            <a:p>
              <a:r>
                <a:rPr lang="en-US" altLang="zh-CN" sz="1200" b="1">
                  <a:solidFill>
                    <a:schemeClr val="accent1">
                      <a:lumMod val="50000"/>
                    </a:schemeClr>
                  </a:solidFill>
                  <a:latin typeface="微软雅黑" panose="020B0503020204020204" pitchFamily="34" charset="-122"/>
                  <a:ea typeface="微软雅黑" panose="020B0503020204020204" pitchFamily="34" charset="-122"/>
                </a:rPr>
                <a:t>3. </a:t>
              </a:r>
              <a:r>
                <a:rPr lang="zh-CN" altLang="en-US" sz="1200" b="1">
                  <a:solidFill>
                    <a:schemeClr val="accent1">
                      <a:lumMod val="50000"/>
                    </a:schemeClr>
                  </a:solidFill>
                  <a:latin typeface="微软雅黑" panose="020B0503020204020204" pitchFamily="34" charset="-122"/>
                  <a:ea typeface="微软雅黑" panose="020B0503020204020204" pitchFamily="34" charset="-122"/>
                </a:rPr>
                <a:t>乌海</a:t>
              </a:r>
              <a:r>
                <a:rPr lang="en-US" altLang="zh-CN" sz="1200" b="1">
                  <a:solidFill>
                    <a:schemeClr val="accent1">
                      <a:lumMod val="50000"/>
                    </a:schemeClr>
                  </a:solidFill>
                  <a:latin typeface="微软雅黑" panose="020B0503020204020204" pitchFamily="34" charset="-122"/>
                  <a:ea typeface="微软雅黑" panose="020B0503020204020204" pitchFamily="34" charset="-122"/>
                </a:rPr>
                <a:t>2025</a:t>
              </a:r>
              <a:r>
                <a:rPr lang="zh-CN" altLang="en-US" sz="1200" b="1">
                  <a:solidFill>
                    <a:schemeClr val="accent1">
                      <a:lumMod val="50000"/>
                    </a:schemeClr>
                  </a:solidFill>
                  <a:latin typeface="微软雅黑" panose="020B0503020204020204" pitchFamily="34" charset="-122"/>
                  <a:ea typeface="微软雅黑" panose="020B0503020204020204" pitchFamily="34" charset="-122"/>
                </a:rPr>
                <a:t>年</a:t>
              </a:r>
              <a:r>
                <a:rPr lang="en-US" altLang="zh-CN" sz="1200" b="1">
                  <a:solidFill>
                    <a:schemeClr val="accent1">
                      <a:lumMod val="50000"/>
                    </a:schemeClr>
                  </a:solidFill>
                  <a:latin typeface="微软雅黑" panose="020B0503020204020204" pitchFamily="34" charset="-122"/>
                  <a:ea typeface="微软雅黑" panose="020B0503020204020204" pitchFamily="34" charset="-122"/>
                </a:rPr>
                <a:t>H2</a:t>
              </a:r>
              <a:r>
                <a:rPr lang="zh-CN" altLang="en-US" sz="1200" b="1">
                  <a:solidFill>
                    <a:schemeClr val="accent1">
                      <a:lumMod val="50000"/>
                    </a:schemeClr>
                  </a:solidFill>
                  <a:latin typeface="微软雅黑" panose="020B0503020204020204" pitchFamily="34" charset="-122"/>
                  <a:ea typeface="微软雅黑" panose="020B0503020204020204" pitchFamily="34" charset="-122"/>
                </a:rPr>
                <a:t>与</a:t>
              </a:r>
              <a:r>
                <a:rPr lang="en-US" altLang="zh-CN" sz="1200" b="1">
                  <a:solidFill>
                    <a:schemeClr val="accent1">
                      <a:lumMod val="50000"/>
                    </a:schemeClr>
                  </a:solidFill>
                  <a:latin typeface="微软雅黑" panose="020B0503020204020204" pitchFamily="34" charset="-122"/>
                  <a:ea typeface="微软雅黑" panose="020B0503020204020204" pitchFamily="34" charset="-122"/>
                </a:rPr>
                <a:t>2026</a:t>
              </a:r>
              <a:r>
                <a:rPr lang="zh-CN" altLang="en-US" sz="1200" b="1">
                  <a:solidFill>
                    <a:schemeClr val="accent1">
                      <a:lumMod val="50000"/>
                    </a:schemeClr>
                  </a:solidFill>
                  <a:latin typeface="微软雅黑" panose="020B0503020204020204" pitchFamily="34" charset="-122"/>
                  <a:ea typeface="微软雅黑" panose="020B0503020204020204" pitchFamily="34" charset="-122"/>
                </a:rPr>
                <a:t>年</a:t>
              </a:r>
              <a:r>
                <a:rPr lang="en-US" altLang="zh-CN" sz="1200" b="1">
                  <a:solidFill>
                    <a:schemeClr val="accent1">
                      <a:lumMod val="50000"/>
                    </a:schemeClr>
                  </a:solidFill>
                  <a:latin typeface="微软雅黑" panose="020B0503020204020204" pitchFamily="34" charset="-122"/>
                  <a:ea typeface="微软雅黑" panose="020B0503020204020204" pitchFamily="34" charset="-122"/>
                </a:rPr>
                <a:t>H1</a:t>
              </a:r>
              <a:r>
                <a:rPr lang="zh-CN" altLang="en-US" sz="1200" b="1">
                  <a:solidFill>
                    <a:schemeClr val="accent1">
                      <a:lumMod val="50000"/>
                    </a:schemeClr>
                  </a:solidFill>
                  <a:latin typeface="微软雅黑" panose="020B0503020204020204" pitchFamily="34" charset="-122"/>
                  <a:ea typeface="微软雅黑" panose="020B0503020204020204" pitchFamily="34" charset="-122"/>
                </a:rPr>
                <a:t>对比：循环次数</a:t>
              </a:r>
            </a:p>
          </p:txBody>
        </p:sp>
      </p:grpSp>
      <p:sp>
        <p:nvSpPr>
          <p:cNvPr id="7" name="文本框 6">
            <a:extLst>
              <a:ext uri="{FF2B5EF4-FFF2-40B4-BE49-F238E27FC236}">
                <a16:creationId xmlns:a16="http://schemas.microsoft.com/office/drawing/2014/main" id="{0728E1B6-35E9-84A8-0B1E-222EAFA0F02A}"/>
              </a:ext>
            </a:extLst>
          </p:cNvPr>
          <p:cNvSpPr txBox="1"/>
          <p:nvPr/>
        </p:nvSpPr>
        <p:spPr>
          <a:xfrm>
            <a:off x="5420344" y="1342858"/>
            <a:ext cx="6096000" cy="417358"/>
          </a:xfrm>
          <a:prstGeom prst="rect">
            <a:avLst/>
          </a:prstGeom>
          <a:noFill/>
        </p:spPr>
        <p:txBody>
          <a:bodyPr wrap="square">
            <a:spAutoFit/>
          </a:bodyPr>
          <a:lstStyle/>
          <a:p>
            <a:pPr marL="0" marR="0" lvl="0" indent="0" defTabSz="914400" rtl="0" eaLnBrk="1" fontAlgn="auto" latinLnBrk="0" hangingPunct="1">
              <a:lnSpc>
                <a:spcPct val="130000"/>
              </a:lnSpc>
              <a:spcBef>
                <a:spcPts val="0"/>
              </a:spcBef>
              <a:spcAft>
                <a:spcPts val="0"/>
              </a:spcAft>
              <a:buClrTx/>
              <a:buSzTx/>
              <a:buFont typeface="Arial" panose="020B0604020202020204" pitchFamily="34" charset="0"/>
              <a:buNone/>
              <a:tabLst/>
              <a:defRPr/>
            </a:pPr>
            <a:r>
              <a:rPr kumimoji="0" lang="en-US" altLang="zh-CN"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年较</a:t>
            </a:r>
            <a:r>
              <a:rPr kumimoji="0" lang="en-US" altLang="zh-CN"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2025</a:t>
            </a:r>
            <a:r>
              <a:rPr kumimoji="0" lang="zh-CN" altLang="en-US"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年收益下降的原因：</a:t>
            </a:r>
            <a:endParaRPr lang="en-US" altLang="zh-CN" b="1">
              <a:solidFill>
                <a:prstClr val="black"/>
              </a:solidFill>
              <a:latin typeface="微软雅黑" panose="020B0503020204020204" pitchFamily="34" charset="-122"/>
              <a:ea typeface="微软雅黑" panose="020B0503020204020204" pitchFamily="34" charset="-122"/>
              <a:sym typeface="+mn-ea"/>
            </a:endParaRPr>
          </a:p>
        </p:txBody>
      </p:sp>
      <p:sp>
        <p:nvSpPr>
          <p:cNvPr id="18" name="文本框 17">
            <a:extLst>
              <a:ext uri="{FF2B5EF4-FFF2-40B4-BE49-F238E27FC236}">
                <a16:creationId xmlns:a16="http://schemas.microsoft.com/office/drawing/2014/main" id="{D38E969B-803D-19EC-A101-293F2CE8FE1F}"/>
              </a:ext>
            </a:extLst>
          </p:cNvPr>
          <p:cNvSpPr txBox="1"/>
          <p:nvPr/>
        </p:nvSpPr>
        <p:spPr>
          <a:xfrm>
            <a:off x="5420344" y="1930531"/>
            <a:ext cx="6096000" cy="417358"/>
          </a:xfrm>
          <a:prstGeom prst="rect">
            <a:avLst/>
          </a:prstGeom>
          <a:noFill/>
        </p:spPr>
        <p:txBody>
          <a:bodyPr wrap="square">
            <a:spAutoFit/>
          </a:bodyPr>
          <a:lstStyle/>
          <a:p>
            <a:pPr marL="0" marR="0" lvl="0" indent="0" defTabSz="914400" rtl="0" eaLnBrk="1" fontAlgn="auto" latinLnBrk="0" hangingPunct="1">
              <a:lnSpc>
                <a:spcPct val="130000"/>
              </a:lnSpc>
              <a:spcBef>
                <a:spcPts val="0"/>
              </a:spcBef>
              <a:spcAft>
                <a:spcPts val="0"/>
              </a:spcAft>
              <a:buClrTx/>
              <a:buSzTx/>
              <a:buFont typeface="Arial" panose="020B0604020202020204" pitchFamily="34" charset="0"/>
              <a:buNone/>
              <a:tabLst/>
              <a:defRPr/>
            </a:pPr>
            <a:r>
              <a:rPr lang="zh-CN" altLang="en-US" b="1">
                <a:solidFill>
                  <a:prstClr val="black"/>
                </a:solidFill>
                <a:latin typeface="微软雅黑" panose="020B0503020204020204" pitchFamily="34" charset="-122"/>
                <a:ea typeface="微软雅黑" panose="020B0503020204020204" pitchFamily="34" charset="-122"/>
                <a:sym typeface="+mn-ea"/>
              </a:rPr>
              <a:t>一、</a:t>
            </a:r>
            <a:r>
              <a:rPr kumimoji="0" lang="zh-CN" altLang="en-US"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市场约束收紧</a:t>
            </a:r>
            <a:endParaRPr kumimoji="0" lang="en-US" altLang="zh-CN"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mn-ea"/>
            </a:endParaRPr>
          </a:p>
        </p:txBody>
      </p:sp>
      <p:sp>
        <p:nvSpPr>
          <p:cNvPr id="20" name="文本框 19">
            <a:extLst>
              <a:ext uri="{FF2B5EF4-FFF2-40B4-BE49-F238E27FC236}">
                <a16:creationId xmlns:a16="http://schemas.microsoft.com/office/drawing/2014/main" id="{D07D7DCD-BE02-8489-0EBE-88FEBA0F2768}"/>
              </a:ext>
            </a:extLst>
          </p:cNvPr>
          <p:cNvSpPr txBox="1"/>
          <p:nvPr/>
        </p:nvSpPr>
        <p:spPr>
          <a:xfrm>
            <a:off x="5420344" y="2452396"/>
            <a:ext cx="6096000" cy="777457"/>
          </a:xfrm>
          <a:prstGeom prst="rect">
            <a:avLst/>
          </a:prstGeom>
          <a:noFill/>
        </p:spPr>
        <p:txBody>
          <a:bodyPr wrap="square">
            <a:spAutoFit/>
          </a:bodyPr>
          <a:lstStyle/>
          <a:p>
            <a:pPr lvl="0">
              <a:lnSpc>
                <a:spcPct val="130000"/>
              </a:lnSpc>
              <a:defRPr/>
            </a:pPr>
            <a:r>
              <a:rPr kumimoji="0" lang="en-US" altLang="zh-CN" sz="18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1.</a:t>
            </a:r>
            <a:r>
              <a:rPr kumimoji="0" lang="zh-CN" altLang="en-US" sz="18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 充电约束 </a:t>
            </a:r>
            <a:r>
              <a:rPr lang="en-US" altLang="zh-CN" sz="1800" dirty="0">
                <a:solidFill>
                  <a:prstClr val="black"/>
                </a:solidFill>
                <a:latin typeface="微软雅黑" panose="020B0503020204020204" pitchFamily="34" charset="-122"/>
                <a:ea typeface="微软雅黑" panose="020B0503020204020204" pitchFamily="34" charset="-122"/>
                <a:sym typeface="+mn-ea"/>
              </a:rPr>
              <a:t>— </a:t>
            </a:r>
            <a:r>
              <a:rPr lang="zh-CN" altLang="en-US" sz="1800" dirty="0">
                <a:solidFill>
                  <a:prstClr val="black"/>
                </a:solidFill>
                <a:latin typeface="微软雅黑" panose="020B0503020204020204" pitchFamily="34" charset="-122"/>
                <a:ea typeface="微软雅黑" panose="020B0503020204020204" pitchFamily="34" charset="-122"/>
                <a:sym typeface="+mn-ea"/>
              </a:rPr>
              <a:t>严格校核申报充电量</a:t>
            </a:r>
            <a:endParaRPr lang="en-US" altLang="zh-CN" sz="1800" dirty="0">
              <a:solidFill>
                <a:prstClr val="black"/>
              </a:solidFill>
              <a:latin typeface="微软雅黑" panose="020B0503020204020204" pitchFamily="34" charset="-122"/>
              <a:ea typeface="微软雅黑" panose="020B0503020204020204" pitchFamily="34" charset="-122"/>
              <a:sym typeface="+mn-ea"/>
            </a:endParaRPr>
          </a:p>
          <a:p>
            <a:pPr lvl="0">
              <a:lnSpc>
                <a:spcPct val="130000"/>
              </a:lnSpc>
              <a:defRPr/>
            </a:pPr>
            <a:r>
              <a:rPr lang="en-US" altLang="zh-CN" sz="1800" dirty="0">
                <a:solidFill>
                  <a:prstClr val="black"/>
                </a:solidFill>
                <a:latin typeface="微软雅黑" panose="020B0503020204020204" pitchFamily="34" charset="-122"/>
                <a:ea typeface="微软雅黑" panose="020B0503020204020204" pitchFamily="34" charset="-122"/>
                <a:sym typeface="+mn-ea"/>
              </a:rPr>
              <a:t>2. </a:t>
            </a:r>
            <a:r>
              <a:rPr lang="zh-CN" altLang="en-US" sz="1800" dirty="0">
                <a:solidFill>
                  <a:prstClr val="black"/>
                </a:solidFill>
                <a:latin typeface="微软雅黑" panose="020B0503020204020204" pitchFamily="34" charset="-122"/>
                <a:ea typeface="微软雅黑" panose="020B0503020204020204" pitchFamily="34" charset="-122"/>
                <a:sym typeface="+mn-ea"/>
              </a:rPr>
              <a:t>平衡约束 </a:t>
            </a:r>
            <a:r>
              <a:rPr lang="en-US" altLang="zh-CN" sz="1800" dirty="0">
                <a:solidFill>
                  <a:prstClr val="black"/>
                </a:solidFill>
                <a:latin typeface="微软雅黑" panose="020B0503020204020204" pitchFamily="34" charset="-122"/>
                <a:ea typeface="微软雅黑" panose="020B0503020204020204" pitchFamily="34" charset="-122"/>
                <a:sym typeface="+mn-ea"/>
              </a:rPr>
              <a:t>— </a:t>
            </a:r>
            <a:r>
              <a:rPr lang="zh-CN" altLang="en-US" sz="1800" dirty="0">
                <a:solidFill>
                  <a:prstClr val="black"/>
                </a:solidFill>
                <a:latin typeface="微软雅黑" panose="020B0503020204020204" pitchFamily="34" charset="-122"/>
                <a:ea typeface="微软雅黑" panose="020B0503020204020204" pitchFamily="34" charset="-122"/>
                <a:sym typeface="+mn-ea"/>
              </a:rPr>
              <a:t>消纳困难不能放，用电困难不能充</a:t>
            </a:r>
            <a:endParaRPr lang="en-US" altLang="zh-CN" sz="1800" dirty="0">
              <a:solidFill>
                <a:prstClr val="black"/>
              </a:solidFill>
              <a:latin typeface="微软雅黑" panose="020B0503020204020204" pitchFamily="34" charset="-122"/>
              <a:ea typeface="微软雅黑" panose="020B0503020204020204" pitchFamily="34" charset="-122"/>
              <a:sym typeface="+mn-ea"/>
            </a:endParaRPr>
          </a:p>
        </p:txBody>
      </p:sp>
    </p:spTree>
    <p:extLst>
      <p:ext uri="{BB962C8B-B14F-4D97-AF65-F5344CB8AC3E}">
        <p14:creationId xmlns:p14="http://schemas.microsoft.com/office/powerpoint/2010/main" val="23697057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0B8CB-25D4-AE55-D50A-C759BE5B1B15}"/>
            </a:ext>
          </a:extLst>
        </p:cNvPr>
        <p:cNvGrpSpPr/>
        <p:nvPr/>
      </p:nvGrpSpPr>
      <p:grpSpPr>
        <a:xfrm>
          <a:off x="0" y="0"/>
          <a:ext cx="0" cy="0"/>
          <a:chOff x="0" y="0"/>
          <a:chExt cx="0" cy="0"/>
        </a:xfrm>
      </p:grpSpPr>
      <p:pic>
        <p:nvPicPr>
          <p:cNvPr id="5" name="图片 4" descr="图表&#10;&#10;AI 生成的内容可能不正确。">
            <a:extLst>
              <a:ext uri="{FF2B5EF4-FFF2-40B4-BE49-F238E27FC236}">
                <a16:creationId xmlns:a16="http://schemas.microsoft.com/office/drawing/2014/main" id="{9F2C22EF-D018-888B-F7DA-CE6BF2CEEC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1952" y="1069565"/>
            <a:ext cx="5852265" cy="2734801"/>
          </a:xfrm>
          <a:prstGeom prst="rect">
            <a:avLst/>
          </a:prstGeom>
        </p:spPr>
      </p:pic>
      <p:sp>
        <p:nvSpPr>
          <p:cNvPr id="2" name="矩形 1">
            <a:extLst>
              <a:ext uri="{FF2B5EF4-FFF2-40B4-BE49-F238E27FC236}">
                <a16:creationId xmlns:a16="http://schemas.microsoft.com/office/drawing/2014/main" id="{8FC047DB-D128-8861-CAF5-9FF3168D126A}"/>
              </a:ext>
            </a:extLst>
          </p:cNvPr>
          <p:cNvSpPr/>
          <p:nvPr/>
        </p:nvSpPr>
        <p:spPr>
          <a:xfrm>
            <a:off x="0" y="0"/>
            <a:ext cx="12192000" cy="574177"/>
          </a:xfrm>
          <a:prstGeom prst="rect">
            <a:avLst/>
          </a:prstGeom>
          <a:solidFill>
            <a:srgbClr val="3B3B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DengXian"/>
              <a:ea typeface="DengXian" panose="02010600030101010101" pitchFamily="2" charset="-122"/>
              <a:cs typeface="+mn-cs"/>
            </a:endParaRPr>
          </a:p>
        </p:txBody>
      </p:sp>
      <p:sp>
        <p:nvSpPr>
          <p:cNvPr id="10" name="文本框 9">
            <a:extLst>
              <a:ext uri="{FF2B5EF4-FFF2-40B4-BE49-F238E27FC236}">
                <a16:creationId xmlns:a16="http://schemas.microsoft.com/office/drawing/2014/main" id="{8D8C2903-9AD8-4E9B-E4CA-6E9BD5E0F308}"/>
              </a:ext>
            </a:extLst>
          </p:cNvPr>
          <p:cNvSpPr txBox="1"/>
          <p:nvPr/>
        </p:nvSpPr>
        <p:spPr>
          <a:xfrm>
            <a:off x="283884" y="619832"/>
            <a:ext cx="710997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a:solidFill>
                  <a:prstClr val="black"/>
                </a:solidFill>
                <a:latin typeface="微软雅黑" panose="020B0503020204020204" pitchFamily="34" charset="-122"/>
                <a:ea typeface="微软雅黑" panose="020B0503020204020204" pitchFamily="34" charset="-122"/>
              </a:rPr>
              <a:t>蒙西储能参与市场的约束较上一年</a:t>
            </a:r>
            <a:r>
              <a:rPr lang="zh-CN" altLang="en-US" b="1">
                <a:solidFill>
                  <a:srgbClr val="FF0000"/>
                </a:solidFill>
                <a:latin typeface="微软雅黑" panose="020B0503020204020204" pitchFamily="34" charset="-122"/>
                <a:ea typeface="微软雅黑" panose="020B0503020204020204" pitchFamily="34" charset="-122"/>
              </a:rPr>
              <a:t>大幅收紧</a:t>
            </a:r>
            <a:r>
              <a:rPr lang="zh-CN" altLang="en-US" b="1">
                <a:solidFill>
                  <a:prstClr val="black"/>
                </a:solidFill>
                <a:latin typeface="微软雅黑" panose="020B0503020204020204" pitchFamily="34" charset="-122"/>
                <a:ea typeface="微软雅黑" panose="020B0503020204020204" pitchFamily="34" charset="-122"/>
              </a:rPr>
              <a:t>，可充放电量减少</a:t>
            </a:r>
            <a:endParaRPr kumimoji="0" lang="zh-CN" altLang="en-US"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18" name="图表 17">
            <a:extLst>
              <a:ext uri="{FF2B5EF4-FFF2-40B4-BE49-F238E27FC236}">
                <a16:creationId xmlns:a16="http://schemas.microsoft.com/office/drawing/2014/main" id="{E455B76F-4B7F-0B16-8FB2-5417710BFE84}"/>
              </a:ext>
            </a:extLst>
          </p:cNvPr>
          <p:cNvGraphicFramePr>
            <a:graphicFrameLocks/>
          </p:cNvGraphicFramePr>
          <p:nvPr>
            <p:extLst>
              <p:ext uri="{D42A27DB-BD31-4B8C-83A1-F6EECF244321}">
                <p14:modId xmlns:p14="http://schemas.microsoft.com/office/powerpoint/2010/main" val="1150735711"/>
              </p:ext>
            </p:extLst>
          </p:nvPr>
        </p:nvGraphicFramePr>
        <p:xfrm>
          <a:off x="6201951" y="3617048"/>
          <a:ext cx="5852265" cy="2525869"/>
        </p:xfrm>
        <a:graphic>
          <a:graphicData uri="http://schemas.openxmlformats.org/drawingml/2006/chart">
            <c:chart xmlns:c="http://schemas.openxmlformats.org/drawingml/2006/chart" xmlns:r="http://schemas.openxmlformats.org/officeDocument/2006/relationships" r:id="rId4"/>
          </a:graphicData>
        </a:graphic>
      </p:graphicFrame>
      <p:grpSp>
        <p:nvGrpSpPr>
          <p:cNvPr id="4" name="组合 3">
            <a:extLst>
              <a:ext uri="{FF2B5EF4-FFF2-40B4-BE49-F238E27FC236}">
                <a16:creationId xmlns:a16="http://schemas.microsoft.com/office/drawing/2014/main" id="{01C5BB71-CB9E-2159-F2A0-A9D5CD0B118F}"/>
              </a:ext>
            </a:extLst>
          </p:cNvPr>
          <p:cNvGrpSpPr/>
          <p:nvPr/>
        </p:nvGrpSpPr>
        <p:grpSpPr>
          <a:xfrm>
            <a:off x="345082" y="1064706"/>
            <a:ext cx="4660642" cy="5078211"/>
            <a:chOff x="345082" y="1064703"/>
            <a:chExt cx="4554218" cy="5372513"/>
          </a:xfrm>
        </p:grpSpPr>
        <p:sp>
          <p:nvSpPr>
            <p:cNvPr id="24" name="文本框 23">
              <a:extLst>
                <a:ext uri="{FF2B5EF4-FFF2-40B4-BE49-F238E27FC236}">
                  <a16:creationId xmlns:a16="http://schemas.microsoft.com/office/drawing/2014/main" id="{60BFF85F-032B-737E-8B6C-2C13E7B1E55E}"/>
                </a:ext>
              </a:extLst>
            </p:cNvPr>
            <p:cNvSpPr txBox="1"/>
            <p:nvPr/>
          </p:nvSpPr>
          <p:spPr>
            <a:xfrm>
              <a:off x="345083" y="1434035"/>
              <a:ext cx="4533922" cy="2230379"/>
            </a:xfrm>
            <a:prstGeom prst="rect">
              <a:avLst/>
            </a:prstGeom>
            <a:solidFill>
              <a:schemeClr val="bg1">
                <a:lumMod val="85000"/>
              </a:schemeClr>
            </a:solidFill>
          </p:spPr>
          <p:txBody>
            <a:bodyPr wrap="square" rtlCol="0" anchor="t" anchorCtr="0">
              <a:noAutofit/>
            </a:bodyPr>
            <a:lstStyle/>
            <a:p>
              <a:pPr lvl="0">
                <a:lnSpc>
                  <a:spcPct val="130000"/>
                </a:lnSpc>
                <a:defRPr/>
              </a:pPr>
              <a:r>
                <a:rPr kumimoji="0" lang="en-US" altLang="zh-CN"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1.</a:t>
              </a:r>
              <a:r>
                <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 </a:t>
              </a:r>
              <a:r>
                <a:rPr lang="zh-CN" altLang="en-US" sz="1600" b="1">
                  <a:solidFill>
                    <a:prstClr val="black"/>
                  </a:solidFill>
                  <a:latin typeface="微软雅黑" panose="020B0503020204020204" pitchFamily="34" charset="-122"/>
                  <a:ea typeface="微软雅黑" panose="020B0503020204020204" pitchFamily="34" charset="-122"/>
                  <a:sym typeface="+mn-ea"/>
                </a:rPr>
                <a:t>申报</a:t>
              </a:r>
              <a:r>
                <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约束</a:t>
              </a:r>
              <a:r>
                <a:rPr kumimoji="0" lang="en-US" altLang="zh-CN"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a:t>
              </a:r>
              <a:r>
                <a:rPr lang="zh-CN" altLang="en-US" sz="1600" b="1">
                  <a:solidFill>
                    <a:prstClr val="black"/>
                  </a:solidFill>
                  <a:latin typeface="微软雅黑" panose="020B0503020204020204" pitchFamily="34" charset="-122"/>
                  <a:ea typeface="微软雅黑" panose="020B0503020204020204" pitchFamily="34" charset="-122"/>
                  <a:sym typeface="+mn-ea"/>
                </a:rPr>
                <a:t>严格控制充电量</a:t>
              </a:r>
              <a:endParaRPr kumimoji="0" lang="en-US" altLang="zh-CN"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mn-ea"/>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lang="zh-CN" altLang="en-US" sz="1200" b="1">
                  <a:latin typeface="微软雅黑" panose="020B0503020204020204" pitchFamily="34" charset="-122"/>
                  <a:ea typeface="微软雅黑" panose="020B0503020204020204" pitchFamily="34" charset="-122"/>
                  <a:sym typeface="+mn-ea"/>
                </a:rPr>
                <a:t>申报</a:t>
              </a:r>
              <a:r>
                <a:rPr lang="zh-CN" altLang="en-US" sz="1200" b="1">
                  <a:solidFill>
                    <a:prstClr val="black"/>
                  </a:solidFill>
                  <a:latin typeface="微软雅黑" panose="020B0503020204020204" pitchFamily="34" charset="-122"/>
                  <a:ea typeface="微软雅黑" panose="020B0503020204020204" pitchFamily="34" charset="-122"/>
                  <a:sym typeface="+mn-ea"/>
                </a:rPr>
                <a:t>总充电量量＜额定容量</a:t>
              </a:r>
              <a:r>
                <a:rPr lang="en-US" altLang="zh-CN" sz="1200" b="1">
                  <a:solidFill>
                    <a:prstClr val="black"/>
                  </a:solidFill>
                  <a:latin typeface="微软雅黑" panose="020B0503020204020204" pitchFamily="34" charset="-122"/>
                  <a:ea typeface="微软雅黑" panose="020B0503020204020204" pitchFamily="34" charset="-122"/>
                  <a:sym typeface="+mn-ea"/>
                </a:rPr>
                <a:t>*</a:t>
              </a:r>
              <a:r>
                <a:rPr kumimoji="0" lang="en-US" altLang="zh-CN" sz="12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1.5</a:t>
              </a:r>
              <a:endParaRPr lang="en-US" altLang="zh-CN" sz="1200" b="1">
                <a:solidFill>
                  <a:prstClr val="black"/>
                </a:solidFill>
                <a:latin typeface="微软雅黑" panose="020B0503020204020204" pitchFamily="34" charset="-122"/>
                <a:ea typeface="微软雅黑" panose="020B0503020204020204" pitchFamily="34" charset="-122"/>
                <a:sym typeface="+mn-ea"/>
              </a:endParaRPr>
            </a:p>
            <a:p>
              <a:pPr marL="285750" indent="-285750">
                <a:lnSpc>
                  <a:spcPct val="150000"/>
                </a:lnSpc>
                <a:buFont typeface="Wingdings" panose="05000000000000000000" pitchFamily="2" charset="2"/>
                <a:buChar char="p"/>
                <a:defRPr/>
              </a:pPr>
              <a:r>
                <a:rPr lang="zh-CN" altLang="en-US" sz="1200" b="1">
                  <a:solidFill>
                    <a:prstClr val="black"/>
                  </a:solidFill>
                  <a:latin typeface="微软雅黑" panose="020B0503020204020204" pitchFamily="34" charset="-122"/>
                  <a:ea typeface="微软雅黑" panose="020B0503020204020204" pitchFamily="34" charset="-122"/>
                  <a:sym typeface="+mn-ea"/>
                </a:rPr>
                <a:t>平衡颜色区限制，“</a:t>
              </a:r>
              <a:r>
                <a:rPr lang="zh-CN" altLang="en-US" sz="1200" b="1">
                  <a:solidFill>
                    <a:srgbClr val="FF0000"/>
                  </a:solidFill>
                  <a:latin typeface="微软雅黑" panose="020B0503020204020204" pitchFamily="34" charset="-122"/>
                  <a:ea typeface="微软雅黑" panose="020B0503020204020204" pitchFamily="34" charset="-122"/>
                  <a:sym typeface="+mn-ea"/>
                </a:rPr>
                <a:t>红绿灯</a:t>
              </a:r>
              <a:r>
                <a:rPr lang="zh-CN" altLang="en-US" sz="1200" b="1">
                  <a:solidFill>
                    <a:prstClr val="black"/>
                  </a:solidFill>
                  <a:latin typeface="微软雅黑" panose="020B0503020204020204" pitchFamily="34" charset="-122"/>
                  <a:ea typeface="微软雅黑" panose="020B0503020204020204" pitchFamily="34" charset="-122"/>
                  <a:sym typeface="+mn-ea"/>
                </a:rPr>
                <a:t>”区间申报</a:t>
              </a:r>
              <a:endParaRPr lang="en-US" altLang="zh-CN" sz="1200" b="1">
                <a:solidFill>
                  <a:prstClr val="black"/>
                </a:solidFill>
                <a:latin typeface="微软雅黑" panose="020B0503020204020204" pitchFamily="34" charset="-122"/>
                <a:ea typeface="微软雅黑" panose="020B0503020204020204" pitchFamily="34" charset="-122"/>
                <a:sym typeface="+mn-ea"/>
              </a:endParaRPr>
            </a:p>
            <a:p>
              <a:pPr lvl="0">
                <a:lnSpc>
                  <a:spcPct val="130000"/>
                </a:lnSpc>
                <a:defRPr/>
              </a:pPr>
              <a:r>
                <a:rPr lang="en-US" altLang="zh-CN" sz="1600" b="1">
                  <a:solidFill>
                    <a:prstClr val="black"/>
                  </a:solidFill>
                  <a:latin typeface="微软雅黑" panose="020B0503020204020204" pitchFamily="34" charset="-122"/>
                  <a:ea typeface="微软雅黑" panose="020B0503020204020204" pitchFamily="34" charset="-122"/>
                  <a:sym typeface="+mn-ea"/>
                </a:rPr>
                <a:t>2.</a:t>
              </a:r>
              <a:r>
                <a:rPr lang="zh-CN" altLang="en-US" sz="1600" b="1">
                  <a:solidFill>
                    <a:prstClr val="black"/>
                  </a:solidFill>
                  <a:latin typeface="微软雅黑" panose="020B0503020204020204" pitchFamily="34" charset="-122"/>
                  <a:ea typeface="微软雅黑" panose="020B0503020204020204" pitchFamily="34" charset="-122"/>
                  <a:sym typeface="+mn-ea"/>
                </a:rPr>
                <a:t>出清校核</a:t>
              </a:r>
              <a:r>
                <a:rPr lang="en-US" altLang="zh-CN" sz="1600" b="1">
                  <a:solidFill>
                    <a:prstClr val="black"/>
                  </a:solidFill>
                  <a:latin typeface="微软雅黑" panose="020B0503020204020204" pitchFamily="34" charset="-122"/>
                  <a:ea typeface="微软雅黑" panose="020B0503020204020204" pitchFamily="34" charset="-122"/>
                  <a:sym typeface="+mn-ea"/>
                </a:rPr>
                <a:t>—</a:t>
              </a:r>
              <a:r>
                <a:rPr lang="zh-CN" altLang="en-US" sz="1600" b="1">
                  <a:solidFill>
                    <a:prstClr val="black"/>
                  </a:solidFill>
                  <a:latin typeface="微软雅黑" panose="020B0503020204020204" pitchFamily="34" charset="-122"/>
                  <a:ea typeface="微软雅黑" panose="020B0503020204020204" pitchFamily="34" charset="-122"/>
                  <a:sym typeface="+mn-ea"/>
                </a:rPr>
                <a:t>消纳困难不能放，用电困难不能充</a:t>
              </a:r>
              <a:endParaRPr lang="en-US" altLang="zh-CN" sz="1600" b="1">
                <a:solidFill>
                  <a:prstClr val="black"/>
                </a:solidFill>
                <a:latin typeface="微软雅黑" panose="020B0503020204020204" pitchFamily="34" charset="-122"/>
                <a:ea typeface="微软雅黑" panose="020B0503020204020204" pitchFamily="34" charset="-122"/>
                <a:sym typeface="+mn-ea"/>
              </a:endParaRPr>
            </a:p>
            <a:p>
              <a:pPr marL="285750" indent="-285750">
                <a:lnSpc>
                  <a:spcPct val="150000"/>
                </a:lnSpc>
                <a:buFont typeface="Wingdings" panose="05000000000000000000" pitchFamily="2" charset="2"/>
                <a:buChar char="p"/>
                <a:defRPr/>
              </a:pPr>
              <a:r>
                <a:rPr lang="zh-CN" altLang="en-US" sz="1200" b="1">
                  <a:latin typeface="微软雅黑" panose="020B0503020204020204" pitchFamily="34" charset="-122"/>
                  <a:ea typeface="微软雅黑" panose="020B0503020204020204" pitchFamily="34" charset="-122"/>
                  <a:sym typeface="+mn-ea"/>
                </a:rPr>
                <a:t>校核约束：按照申报的初始</a:t>
              </a:r>
              <a:r>
                <a:rPr lang="en-US" altLang="zh-CN" sz="1200" b="1">
                  <a:latin typeface="微软雅黑" panose="020B0503020204020204" pitchFamily="34" charset="-122"/>
                  <a:ea typeface="微软雅黑" panose="020B0503020204020204" pitchFamily="34" charset="-122"/>
                  <a:sym typeface="+mn-ea"/>
                </a:rPr>
                <a:t>soc</a:t>
              </a:r>
              <a:r>
                <a:rPr lang="zh-CN" altLang="en-US" sz="1200" b="1">
                  <a:latin typeface="微软雅黑" panose="020B0503020204020204" pitchFamily="34" charset="-122"/>
                  <a:ea typeface="微软雅黑" panose="020B0503020204020204" pitchFamily="34" charset="-122"/>
                  <a:sym typeface="+mn-ea"/>
                </a:rPr>
                <a:t>、</a:t>
              </a:r>
              <a:r>
                <a:rPr lang="en-US" altLang="zh-CN" sz="1200" b="1">
                  <a:latin typeface="微软雅黑" panose="020B0503020204020204" pitchFamily="34" charset="-122"/>
                  <a:ea typeface="微软雅黑" panose="020B0503020204020204" pitchFamily="34" charset="-122"/>
                  <a:sym typeface="+mn-ea"/>
                </a:rPr>
                <a:t>soc</a:t>
              </a:r>
              <a:r>
                <a:rPr lang="zh-CN" altLang="en-US" sz="1200" b="1">
                  <a:latin typeface="微软雅黑" panose="020B0503020204020204" pitchFamily="34" charset="-122"/>
                  <a:ea typeface="微软雅黑" panose="020B0503020204020204" pitchFamily="34" charset="-122"/>
                  <a:sym typeface="+mn-ea"/>
                </a:rPr>
                <a:t>上下限，以及充、放电效率</a:t>
              </a:r>
              <a:r>
                <a:rPr lang="en-US" altLang="zh-CN" sz="1200" b="1">
                  <a:latin typeface="微软雅黑" panose="020B0503020204020204" pitchFamily="34" charset="-122"/>
                  <a:ea typeface="微软雅黑" panose="020B0503020204020204" pitchFamily="34" charset="-122"/>
                  <a:sym typeface="+mn-ea"/>
                </a:rPr>
                <a:t>95%</a:t>
              </a:r>
              <a:r>
                <a:rPr lang="zh-CN" altLang="en-US" sz="1200" b="1">
                  <a:latin typeface="微软雅黑" panose="020B0503020204020204" pitchFamily="34" charset="-122"/>
                  <a:ea typeface="微软雅黑" panose="020B0503020204020204" pitchFamily="34" charset="-122"/>
                  <a:sym typeface="+mn-ea"/>
                </a:rPr>
                <a:t>（隐藏参数）进行严格校核</a:t>
              </a:r>
              <a:endParaRPr lang="en-US" altLang="zh-CN" sz="1200" b="1">
                <a:latin typeface="微软雅黑" panose="020B0503020204020204" pitchFamily="34" charset="-122"/>
                <a:ea typeface="微软雅黑" panose="020B0503020204020204" pitchFamily="34" charset="-122"/>
                <a:sym typeface="+mn-ea"/>
              </a:endParaRPr>
            </a:p>
            <a:p>
              <a:pPr marL="285750" indent="-285750">
                <a:lnSpc>
                  <a:spcPct val="150000"/>
                </a:lnSpc>
                <a:buFont typeface="Wingdings" panose="05000000000000000000" pitchFamily="2" charset="2"/>
                <a:buChar char="p"/>
                <a:defRPr/>
              </a:pPr>
              <a:r>
                <a:rPr lang="zh-CN" altLang="en-US" sz="1200" b="1">
                  <a:solidFill>
                    <a:prstClr val="black"/>
                  </a:solidFill>
                  <a:latin typeface="微软雅黑" panose="020B0503020204020204" pitchFamily="34" charset="-122"/>
                  <a:ea typeface="微软雅黑" panose="020B0503020204020204" pitchFamily="34" charset="-122"/>
                  <a:sym typeface="+mn-ea"/>
                </a:rPr>
                <a:t>日前、实时</a:t>
              </a:r>
              <a:r>
                <a:rPr lang="zh-CN" altLang="en-US" sz="1200" b="1">
                  <a:solidFill>
                    <a:srgbClr val="FF0000"/>
                  </a:solidFill>
                  <a:latin typeface="微软雅黑" panose="020B0503020204020204" pitchFamily="34" charset="-122"/>
                  <a:ea typeface="微软雅黑" panose="020B0503020204020204" pitchFamily="34" charset="-122"/>
                  <a:sym typeface="+mn-ea"/>
                </a:rPr>
                <a:t>出清校核</a:t>
              </a:r>
              <a:r>
                <a:rPr lang="zh-CN" altLang="en-US" sz="1200" b="1">
                  <a:solidFill>
                    <a:prstClr val="black"/>
                  </a:solidFill>
                  <a:latin typeface="微软雅黑" panose="020B0503020204020204" pitchFamily="34" charset="-122"/>
                  <a:ea typeface="微软雅黑" panose="020B0503020204020204" pitchFamily="34" charset="-122"/>
                  <a:sym typeface="+mn-ea"/>
                </a:rPr>
                <a:t>量大幅增加</a:t>
              </a:r>
              <a:endParaRPr lang="en-US" altLang="zh-CN" sz="1200" b="1">
                <a:solidFill>
                  <a:prstClr val="black"/>
                </a:solidFill>
                <a:latin typeface="微软雅黑" panose="020B0503020204020204" pitchFamily="34" charset="-122"/>
                <a:ea typeface="微软雅黑" panose="020B0503020204020204" pitchFamily="34" charset="-122"/>
                <a:sym typeface="+mn-ea"/>
              </a:endParaRPr>
            </a:p>
            <a:p>
              <a:pPr lvl="0">
                <a:lnSpc>
                  <a:spcPct val="130000"/>
                </a:lnSpc>
                <a:defRPr/>
              </a:pPr>
              <a:endParaRPr kumimoji="0" lang="en-US" altLang="zh-CN"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mn-ea"/>
              </a:endParaRPr>
            </a:p>
          </p:txBody>
        </p:sp>
        <p:sp>
          <p:nvSpPr>
            <p:cNvPr id="7" name="文本框 6">
              <a:extLst>
                <a:ext uri="{FF2B5EF4-FFF2-40B4-BE49-F238E27FC236}">
                  <a16:creationId xmlns:a16="http://schemas.microsoft.com/office/drawing/2014/main" id="{95B041F6-7E74-82BF-B2CF-8EFE6C2EBF8A}"/>
                </a:ext>
              </a:extLst>
            </p:cNvPr>
            <p:cNvSpPr txBox="1"/>
            <p:nvPr/>
          </p:nvSpPr>
          <p:spPr>
            <a:xfrm>
              <a:off x="345083" y="1064703"/>
              <a:ext cx="2383116" cy="369332"/>
            </a:xfrm>
            <a:prstGeom prst="rect">
              <a:avLst/>
            </a:prstGeom>
            <a:ln>
              <a:noFill/>
            </a:ln>
          </p:spPr>
          <p:style>
            <a:lnRef idx="1">
              <a:schemeClr val="dk1"/>
            </a:lnRef>
            <a:fillRef idx="2">
              <a:schemeClr val="dk1"/>
            </a:fillRef>
            <a:effectRef idx="1">
              <a:schemeClr val="dk1"/>
            </a:effectRef>
            <a:fontRef idx="minor">
              <a:schemeClr val="dk1"/>
            </a:fontRef>
          </p:style>
          <p:txBody>
            <a:bodyPr wrap="square" rtlCol="0" anchor="ctr" anchorCtr="0">
              <a:noAutofit/>
            </a:bodyPr>
            <a:lstStyle/>
            <a:p>
              <a:pPr marL="0" marR="0" lvl="0" indent="0" algn="ctr" defTabSz="914400" rtl="0" eaLnBrk="1" fontAlgn="auto" latinLnBrk="0" hangingPunct="1">
                <a:lnSpc>
                  <a:spcPct val="130000"/>
                </a:lnSpc>
                <a:spcBef>
                  <a:spcPts val="0"/>
                </a:spcBef>
                <a:spcAft>
                  <a:spcPts val="0"/>
                </a:spcAft>
                <a:buClrTx/>
                <a:buSzTx/>
                <a:buFont typeface="Arial" panose="020B0604020202020204" pitchFamily="34" charset="0"/>
                <a:buNone/>
                <a:tabLst/>
                <a:defRPr/>
              </a:pPr>
              <a:r>
                <a:rPr kumimoji="0" lang="zh-CN" altLang="en-US" sz="1600"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sym typeface="+mn-ea"/>
                </a:rPr>
                <a:t>严控储能充放电量</a:t>
              </a:r>
              <a:endParaRPr kumimoji="0" lang="en-US" altLang="zh-CN" sz="1600"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sym typeface="+mn-ea"/>
              </a:endParaRPr>
            </a:p>
          </p:txBody>
        </p:sp>
        <p:sp>
          <p:nvSpPr>
            <p:cNvPr id="19" name="文本框 18">
              <a:extLst>
                <a:ext uri="{FF2B5EF4-FFF2-40B4-BE49-F238E27FC236}">
                  <a16:creationId xmlns:a16="http://schemas.microsoft.com/office/drawing/2014/main" id="{37E4F07B-F927-0358-7C7A-2498516AC988}"/>
                </a:ext>
              </a:extLst>
            </p:cNvPr>
            <p:cNvSpPr txBox="1"/>
            <p:nvPr/>
          </p:nvSpPr>
          <p:spPr>
            <a:xfrm>
              <a:off x="345083" y="4041863"/>
              <a:ext cx="4533922" cy="2395353"/>
            </a:xfrm>
            <a:prstGeom prst="rect">
              <a:avLst/>
            </a:prstGeom>
            <a:ln>
              <a:noFill/>
            </a:ln>
          </p:spPr>
          <p:style>
            <a:lnRef idx="1">
              <a:schemeClr val="dk1"/>
            </a:lnRef>
            <a:fillRef idx="2">
              <a:schemeClr val="dk1"/>
            </a:fillRef>
            <a:effectRef idx="1">
              <a:schemeClr val="dk1"/>
            </a:effectRef>
            <a:fontRef idx="minor">
              <a:schemeClr val="dk1"/>
            </a:fontRef>
          </p:style>
          <p:txBody>
            <a:bodyPr wrap="square" rtlCol="0">
              <a:no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lang="zh-CN" altLang="en-US" sz="1400" b="1">
                  <a:solidFill>
                    <a:schemeClr val="bg1">
                      <a:lumMod val="95000"/>
                    </a:schemeClr>
                  </a:solidFill>
                  <a:latin typeface="微软雅黑" panose="020B0503020204020204" pitchFamily="34" charset="-122"/>
                  <a:ea typeface="微软雅黑" panose="020B0503020204020204" pitchFamily="34" charset="-122"/>
                </a:rPr>
                <a:t>实际有效充电量必然</a:t>
              </a:r>
              <a:r>
                <a:rPr lang="zh-CN" altLang="en-US" sz="1400" b="1">
                  <a:solidFill>
                    <a:srgbClr val="C00000"/>
                  </a:solidFill>
                  <a:latin typeface="微软雅黑" panose="020B0503020204020204" pitchFamily="34" charset="-122"/>
                  <a:ea typeface="微软雅黑" panose="020B0503020204020204" pitchFamily="34" charset="-122"/>
                </a:rPr>
                <a:t>低于</a:t>
              </a:r>
              <a:r>
                <a:rPr lang="en-US" altLang="zh-CN" sz="1400" b="1">
                  <a:solidFill>
                    <a:srgbClr val="C00000"/>
                  </a:solidFill>
                  <a:latin typeface="微软雅黑" panose="020B0503020204020204" pitchFamily="34" charset="-122"/>
                  <a:ea typeface="微软雅黑" panose="020B0503020204020204" pitchFamily="34" charset="-122"/>
                </a:rPr>
                <a:t>1.5</a:t>
              </a:r>
              <a:r>
                <a:rPr lang="zh-CN" altLang="en-US" sz="1400" b="1">
                  <a:solidFill>
                    <a:srgbClr val="C00000"/>
                  </a:solidFill>
                  <a:latin typeface="微软雅黑" panose="020B0503020204020204" pitchFamily="34" charset="-122"/>
                  <a:ea typeface="微软雅黑" panose="020B0503020204020204" pitchFamily="34" charset="-122"/>
                </a:rPr>
                <a:t>次，</a:t>
              </a:r>
              <a:r>
                <a:rPr lang="zh-CN" altLang="en-US" sz="1400" b="1">
                  <a:solidFill>
                    <a:schemeClr val="bg1"/>
                  </a:solidFill>
                  <a:latin typeface="微软雅黑" panose="020B0503020204020204" pitchFamily="34" charset="-122"/>
                  <a:ea typeface="微软雅黑" panose="020B0503020204020204" pitchFamily="34" charset="-122"/>
                </a:rPr>
                <a:t>转换成放电量后将更低，</a:t>
              </a:r>
              <a:r>
                <a:rPr lang="zh-CN" altLang="en-US" sz="1400" b="1">
                  <a:solidFill>
                    <a:srgbClr val="C00000"/>
                  </a:solidFill>
                  <a:latin typeface="微软雅黑" panose="020B0503020204020204" pitchFamily="34" charset="-122"/>
                  <a:ea typeface="微软雅黑" panose="020B0503020204020204" pitchFamily="34" charset="-122"/>
                </a:rPr>
                <a:t>实际上控制了容量补贴总规模。</a:t>
              </a:r>
              <a:endParaRPr lang="en-US" altLang="zh-CN" sz="1400" b="1">
                <a:solidFill>
                  <a:srgbClr val="C00000"/>
                </a:solidFill>
                <a:latin typeface="微软雅黑" panose="020B0503020204020204" pitchFamily="34" charset="-122"/>
                <a:ea typeface="微软雅黑" panose="020B0503020204020204" pitchFamily="34" charset="-122"/>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lang="en-US" altLang="zh-CN" sz="1400" b="1">
                  <a:solidFill>
                    <a:schemeClr val="bg1">
                      <a:lumMod val="95000"/>
                    </a:schemeClr>
                  </a:solidFill>
                  <a:latin typeface="微软雅黑" panose="020B0503020204020204" pitchFamily="34" charset="-122"/>
                  <a:ea typeface="微软雅黑" panose="020B0503020204020204" pitchFamily="34" charset="-122"/>
                </a:rPr>
                <a:t>2026</a:t>
              </a:r>
              <a:r>
                <a:rPr lang="zh-CN" altLang="en-US" sz="1400" b="1">
                  <a:solidFill>
                    <a:schemeClr val="bg1">
                      <a:lumMod val="95000"/>
                    </a:schemeClr>
                  </a:solidFill>
                  <a:latin typeface="微软雅黑" panose="020B0503020204020204" pitchFamily="34" charset="-122"/>
                  <a:ea typeface="微软雅黑" panose="020B0503020204020204" pitchFamily="34" charset="-122"/>
                </a:rPr>
                <a:t>年蒙西储能场站的</a:t>
              </a:r>
              <a:r>
                <a:rPr lang="zh-CN" altLang="en-US" sz="1400" b="1">
                  <a:solidFill>
                    <a:srgbClr val="C00000"/>
                  </a:solidFill>
                  <a:latin typeface="微软雅黑" panose="020B0503020204020204" pitchFamily="34" charset="-122"/>
                  <a:ea typeface="微软雅黑" panose="020B0503020204020204" pitchFamily="34" charset="-122"/>
                </a:rPr>
                <a:t>平均日充电次数只有</a:t>
              </a:r>
              <a:r>
                <a:rPr lang="en-US" altLang="zh-CN" sz="1400" b="1">
                  <a:solidFill>
                    <a:srgbClr val="C00000"/>
                  </a:solidFill>
                  <a:latin typeface="微软雅黑" panose="020B0503020204020204" pitchFamily="34" charset="-122"/>
                  <a:ea typeface="微软雅黑" panose="020B0503020204020204" pitchFamily="34" charset="-122"/>
                </a:rPr>
                <a:t>1.0</a:t>
              </a:r>
              <a:r>
                <a:rPr lang="zh-CN" altLang="en-US" sz="1400" b="1">
                  <a:solidFill>
                    <a:schemeClr val="bg1">
                      <a:lumMod val="95000"/>
                    </a:schemeClr>
                  </a:solidFill>
                  <a:latin typeface="微软雅黑" panose="020B0503020204020204" pitchFamily="34" charset="-122"/>
                  <a:ea typeface="微软雅黑" panose="020B0503020204020204" pitchFamily="34" charset="-122"/>
                </a:rPr>
                <a:t>次，较去年有较大幅度下降</a:t>
              </a:r>
              <a:endParaRPr lang="en-US" altLang="zh-CN" sz="1400" b="1">
                <a:solidFill>
                  <a:schemeClr val="bg1">
                    <a:lumMod val="95000"/>
                  </a:schemeClr>
                </a:solidFill>
                <a:latin typeface="微软雅黑" panose="020B0503020204020204" pitchFamily="34" charset="-122"/>
                <a:ea typeface="微软雅黑" panose="020B0503020204020204" pitchFamily="34" charset="-122"/>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0" lang="zh-CN" altLang="en-US" sz="1400" b="1" i="0" u="none" strike="noStrike" kern="1200" cap="none" spc="0" normalizeH="0" baseline="0" noProof="0">
                  <a:ln>
                    <a:noFill/>
                  </a:ln>
                  <a:solidFill>
                    <a:schemeClr val="bg1">
                      <a:lumMod val="95000"/>
                    </a:schemeClr>
                  </a:solidFill>
                  <a:effectLst/>
                  <a:uLnTx/>
                  <a:uFillTx/>
                  <a:latin typeface="微软雅黑" panose="020B0503020204020204" pitchFamily="34" charset="-122"/>
                  <a:ea typeface="微软雅黑" panose="020B0503020204020204" pitchFamily="34" charset="-122"/>
                  <a:cs typeface="+mn-cs"/>
                </a:rPr>
                <a:t>在重重限制中为</a:t>
              </a:r>
              <a:r>
                <a:rPr kumimoji="0" lang="zh-CN" altLang="en-US" sz="1400" b="1" i="0" u="none" strike="noStrike" kern="120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cs typeface="+mn-cs"/>
                </a:rPr>
                <a:t>拉满充放电量获取补贴</a:t>
              </a:r>
              <a:r>
                <a:rPr kumimoji="0" lang="zh-CN" altLang="en-US" sz="1400" b="1" i="0" u="none" strike="noStrike" kern="1200" cap="none" spc="0" normalizeH="0" baseline="0" noProof="0">
                  <a:ln>
                    <a:noFill/>
                  </a:ln>
                  <a:solidFill>
                    <a:schemeClr val="bg1">
                      <a:lumMod val="95000"/>
                    </a:schemeClr>
                  </a:solidFill>
                  <a:effectLst/>
                  <a:uLnTx/>
                  <a:uFillTx/>
                  <a:latin typeface="微软雅黑" panose="020B0503020204020204" pitchFamily="34" charset="-122"/>
                  <a:ea typeface="微软雅黑" panose="020B0503020204020204" pitchFamily="34" charset="-122"/>
                  <a:cs typeface="+mn-cs"/>
                </a:rPr>
                <a:t>，大部分主体明知充放价格会倒挂仍然会选择进行充放，代价是</a:t>
              </a:r>
              <a:r>
                <a:rPr kumimoji="0" lang="zh-CN" altLang="en-US" sz="1400" b="1" i="0" u="none" strike="noStrike" kern="120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cs typeface="+mn-cs"/>
                </a:rPr>
                <a:t>拉低现货捕获价差</a:t>
              </a:r>
            </a:p>
          </p:txBody>
        </p:sp>
        <p:sp>
          <p:nvSpPr>
            <p:cNvPr id="20" name="文本框 19">
              <a:extLst>
                <a:ext uri="{FF2B5EF4-FFF2-40B4-BE49-F238E27FC236}">
                  <a16:creationId xmlns:a16="http://schemas.microsoft.com/office/drawing/2014/main" id="{CC519AB9-14B4-EE3D-2038-9188B8E93507}"/>
                </a:ext>
              </a:extLst>
            </p:cNvPr>
            <p:cNvSpPr txBox="1"/>
            <p:nvPr/>
          </p:nvSpPr>
          <p:spPr>
            <a:xfrm>
              <a:off x="345082" y="3675663"/>
              <a:ext cx="1696166" cy="369332"/>
            </a:xfrm>
            <a:prstGeom prst="rect">
              <a:avLst/>
            </a:prstGeom>
            <a:ln>
              <a:noFill/>
            </a:ln>
          </p:spPr>
          <p:style>
            <a:lnRef idx="1">
              <a:schemeClr val="dk1"/>
            </a:lnRef>
            <a:fillRef idx="2">
              <a:schemeClr val="dk1"/>
            </a:fillRef>
            <a:effectRef idx="1">
              <a:schemeClr val="dk1"/>
            </a:effectRef>
            <a:fontRef idx="minor">
              <a:schemeClr val="dk1"/>
            </a:fontRef>
          </p:style>
          <p:txBody>
            <a:bodyPr wrap="square" rtlCol="0" anchor="ctr" anchorCtr="0">
              <a:noAutofit/>
            </a:bodyPr>
            <a:lstStyle/>
            <a:p>
              <a:pPr marL="0" marR="0" lvl="0" indent="0" algn="ctr" defTabSz="914400" rtl="0" eaLnBrk="1" fontAlgn="auto" latinLnBrk="0" hangingPunct="1">
                <a:lnSpc>
                  <a:spcPct val="130000"/>
                </a:lnSpc>
                <a:spcBef>
                  <a:spcPts val="0"/>
                </a:spcBef>
                <a:spcAft>
                  <a:spcPts val="0"/>
                </a:spcAft>
                <a:buClrTx/>
                <a:buSzTx/>
                <a:buFont typeface="Arial" panose="020B0604020202020204" pitchFamily="34" charset="0"/>
                <a:buNone/>
                <a:tabLst/>
                <a:defRPr/>
              </a:pPr>
              <a:r>
                <a:rPr kumimoji="0" lang="zh-CN" altLang="en-US" sz="1600"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sym typeface="+mn-ea"/>
                </a:rPr>
                <a:t>导致结果</a:t>
              </a:r>
              <a:endParaRPr kumimoji="0" lang="en-US" altLang="zh-CN" sz="1600"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sym typeface="+mn-ea"/>
              </a:endParaRPr>
            </a:p>
          </p:txBody>
        </p:sp>
        <p:sp>
          <p:nvSpPr>
            <p:cNvPr id="21" name="箭头: 下 20">
              <a:extLst>
                <a:ext uri="{FF2B5EF4-FFF2-40B4-BE49-F238E27FC236}">
                  <a16:creationId xmlns:a16="http://schemas.microsoft.com/office/drawing/2014/main" id="{FF74FF5C-60E5-77C3-D27B-F5154A0ADFC5}"/>
                </a:ext>
              </a:extLst>
            </p:cNvPr>
            <p:cNvSpPr/>
            <p:nvPr/>
          </p:nvSpPr>
          <p:spPr>
            <a:xfrm>
              <a:off x="4331730" y="3677229"/>
              <a:ext cx="567570" cy="366200"/>
            </a:xfrm>
            <a:prstGeom prst="downArrow">
              <a:avLst/>
            </a:prstGeom>
            <a:ln>
              <a:noFill/>
            </a:ln>
          </p:spPr>
          <p:style>
            <a:lnRef idx="1">
              <a:schemeClr val="dk1"/>
            </a:lnRef>
            <a:fillRef idx="2">
              <a:schemeClr val="dk1"/>
            </a:fillRef>
            <a:effectRef idx="1">
              <a:schemeClr val="dk1"/>
            </a:effectRef>
            <a:fontRef idx="minor">
              <a:schemeClr val="dk1"/>
            </a:fontRef>
          </p:style>
          <p:txBody>
            <a:bodyPr wrap="square" rtlCol="0">
              <a:noAutofit/>
            </a:bodyPr>
            <a:lstStyle/>
            <a:p>
              <a:pPr marL="285750" indent="-285750">
                <a:lnSpc>
                  <a:spcPct val="150000"/>
                </a:lnSpc>
                <a:buFont typeface="Wingdings" panose="05000000000000000000" pitchFamily="2" charset="2"/>
                <a:buChar char="Ø"/>
              </a:pPr>
              <a:endParaRPr lang="zh-CN" altLang="en-US" sz="1400" b="1">
                <a:solidFill>
                  <a:schemeClr val="bg1">
                    <a:lumMod val="95000"/>
                  </a:schemeClr>
                </a:solidFill>
                <a:latin typeface="微软雅黑" panose="020B0503020204020204" pitchFamily="34" charset="-122"/>
                <a:ea typeface="微软雅黑" panose="020B0503020204020204" pitchFamily="34" charset="-122"/>
              </a:endParaRPr>
            </a:p>
          </p:txBody>
        </p:sp>
      </p:grpSp>
      <p:sp>
        <p:nvSpPr>
          <p:cNvPr id="22" name="矩形 21">
            <a:extLst>
              <a:ext uri="{FF2B5EF4-FFF2-40B4-BE49-F238E27FC236}">
                <a16:creationId xmlns:a16="http://schemas.microsoft.com/office/drawing/2014/main" id="{9CDAFA3F-D629-0717-3B60-9AA35DA72452}"/>
              </a:ext>
            </a:extLst>
          </p:cNvPr>
          <p:cNvSpPr/>
          <p:nvPr/>
        </p:nvSpPr>
        <p:spPr>
          <a:xfrm>
            <a:off x="7747819" y="1455174"/>
            <a:ext cx="668594" cy="1268361"/>
          </a:xfrm>
          <a:prstGeom prst="rect">
            <a:avLst/>
          </a:prstGeom>
          <a:noFill/>
          <a:ln>
            <a:solidFill>
              <a:srgbClr val="C0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1332EF87-5602-7DB4-B3A4-1A1B99AB47C0}"/>
              </a:ext>
            </a:extLst>
          </p:cNvPr>
          <p:cNvSpPr txBox="1"/>
          <p:nvPr/>
        </p:nvSpPr>
        <p:spPr>
          <a:xfrm>
            <a:off x="4984956" y="1225319"/>
            <a:ext cx="1005094" cy="244700"/>
          </a:xfrm>
          <a:prstGeom prst="rect">
            <a:avLst/>
          </a:prstGeom>
          <a:noFill/>
          <a:ln>
            <a:noFill/>
          </a:ln>
        </p:spPr>
        <p:style>
          <a:lnRef idx="1">
            <a:schemeClr val="accent5"/>
          </a:lnRef>
          <a:fillRef idx="2">
            <a:schemeClr val="accent5"/>
          </a:fillRef>
          <a:effectRef idx="1">
            <a:schemeClr val="accent5"/>
          </a:effectRef>
          <a:fontRef idx="minor">
            <a:schemeClr val="dk1"/>
          </a:fontRef>
        </p:style>
        <p:txBody>
          <a:bodyPr wrap="square" rtlCol="0" anchor="ctr" anchorCtr="0">
            <a:noAutofit/>
          </a:bodyPr>
          <a:lstStyle/>
          <a:p>
            <a:pPr marL="0" marR="0" lvl="0" indent="0" algn="ctr" defTabSz="914400" rtl="0" eaLnBrk="1" fontAlgn="auto" latinLnBrk="0" hangingPunct="1">
              <a:lnSpc>
                <a:spcPct val="130000"/>
              </a:lnSpc>
              <a:spcBef>
                <a:spcPts val="0"/>
              </a:spcBef>
              <a:spcAft>
                <a:spcPts val="0"/>
              </a:spcAft>
              <a:buClrTx/>
              <a:buSzTx/>
              <a:buFont typeface="Arial" panose="020B0604020202020204" pitchFamily="34" charset="0"/>
              <a:buNone/>
              <a:tabLst/>
              <a:defRPr/>
            </a:pPr>
            <a:r>
              <a:rPr kumimoji="0" lang="zh-CN" altLang="en-US" sz="12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价格倒挂区充放</a:t>
            </a:r>
            <a:endParaRPr kumimoji="0" lang="en-US" altLang="zh-CN" sz="12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sym typeface="+mn-ea"/>
            </a:endParaRPr>
          </a:p>
        </p:txBody>
      </p:sp>
      <p:cxnSp>
        <p:nvCxnSpPr>
          <p:cNvPr id="26" name="直接箭头连接符 25">
            <a:extLst>
              <a:ext uri="{FF2B5EF4-FFF2-40B4-BE49-F238E27FC236}">
                <a16:creationId xmlns:a16="http://schemas.microsoft.com/office/drawing/2014/main" id="{3A2C23D9-A4E6-E4EA-568F-442C9E9D1D27}"/>
              </a:ext>
            </a:extLst>
          </p:cNvPr>
          <p:cNvCxnSpPr>
            <a:stCxn id="23" idx="3"/>
          </p:cNvCxnSpPr>
          <p:nvPr/>
        </p:nvCxnSpPr>
        <p:spPr>
          <a:xfrm>
            <a:off x="5990050" y="1347669"/>
            <a:ext cx="1757769" cy="29586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27" name="矩形 26">
            <a:extLst>
              <a:ext uri="{FF2B5EF4-FFF2-40B4-BE49-F238E27FC236}">
                <a16:creationId xmlns:a16="http://schemas.microsoft.com/office/drawing/2014/main" id="{B113A3ED-571D-D3B9-46E8-EAF8662E6B8D}"/>
              </a:ext>
            </a:extLst>
          </p:cNvPr>
          <p:cNvSpPr/>
          <p:nvPr/>
        </p:nvSpPr>
        <p:spPr>
          <a:xfrm>
            <a:off x="10294375" y="4776126"/>
            <a:ext cx="255638" cy="854382"/>
          </a:xfrm>
          <a:prstGeom prst="rect">
            <a:avLst/>
          </a:prstGeom>
          <a:noFill/>
          <a:ln>
            <a:solidFill>
              <a:srgbClr val="FFFF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a:extLst>
              <a:ext uri="{FF2B5EF4-FFF2-40B4-BE49-F238E27FC236}">
                <a16:creationId xmlns:a16="http://schemas.microsoft.com/office/drawing/2014/main" id="{5DBA92AC-94BB-581D-5C8C-DE686DE6B6C9}"/>
              </a:ext>
            </a:extLst>
          </p:cNvPr>
          <p:cNvSpPr/>
          <p:nvPr/>
        </p:nvSpPr>
        <p:spPr>
          <a:xfrm>
            <a:off x="7924801" y="5009535"/>
            <a:ext cx="255638" cy="854382"/>
          </a:xfrm>
          <a:prstGeom prst="rect">
            <a:avLst/>
          </a:prstGeom>
          <a:noFill/>
          <a:ln>
            <a:solidFill>
              <a:srgbClr val="FFFF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F5A3D681-39CD-E84E-F6D2-62398AEA4BE3}"/>
              </a:ext>
            </a:extLst>
          </p:cNvPr>
          <p:cNvSpPr txBox="1"/>
          <p:nvPr/>
        </p:nvSpPr>
        <p:spPr>
          <a:xfrm>
            <a:off x="5005724" y="4663609"/>
            <a:ext cx="883799" cy="244700"/>
          </a:xfrm>
          <a:prstGeom prst="rect">
            <a:avLst/>
          </a:prstGeom>
          <a:noFill/>
          <a:ln>
            <a:noFill/>
          </a:ln>
        </p:spPr>
        <p:style>
          <a:lnRef idx="1">
            <a:schemeClr val="accent5"/>
          </a:lnRef>
          <a:fillRef idx="2">
            <a:schemeClr val="accent5"/>
          </a:fillRef>
          <a:effectRef idx="1">
            <a:schemeClr val="accent5"/>
          </a:effectRef>
          <a:fontRef idx="minor">
            <a:schemeClr val="dk1"/>
          </a:fontRef>
        </p:style>
        <p:txBody>
          <a:bodyPr wrap="square" rtlCol="0" anchor="ctr" anchorCtr="0">
            <a:noAutofit/>
          </a:bodyPr>
          <a:lstStyle/>
          <a:p>
            <a:pPr marL="0" marR="0" lvl="0" indent="0" algn="ctr" defTabSz="914400" rtl="0" eaLnBrk="1" fontAlgn="auto" latinLnBrk="0" hangingPunct="1">
              <a:lnSpc>
                <a:spcPct val="130000"/>
              </a:lnSpc>
              <a:spcBef>
                <a:spcPts val="0"/>
              </a:spcBef>
              <a:spcAft>
                <a:spcPts val="0"/>
              </a:spcAft>
              <a:buClrTx/>
              <a:buSzTx/>
              <a:buFont typeface="Arial" panose="020B0604020202020204" pitchFamily="34" charset="0"/>
              <a:buNone/>
              <a:tabLst/>
              <a:defRPr/>
            </a:pPr>
            <a:r>
              <a:rPr kumimoji="0" lang="zh-CN" altLang="en-US" sz="12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日前出清校核</a:t>
            </a:r>
            <a:endParaRPr kumimoji="0" lang="en-US" altLang="zh-CN" sz="12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sym typeface="+mn-ea"/>
            </a:endParaRPr>
          </a:p>
        </p:txBody>
      </p:sp>
      <p:cxnSp>
        <p:nvCxnSpPr>
          <p:cNvPr id="30" name="直接箭头连接符 29">
            <a:extLst>
              <a:ext uri="{FF2B5EF4-FFF2-40B4-BE49-F238E27FC236}">
                <a16:creationId xmlns:a16="http://schemas.microsoft.com/office/drawing/2014/main" id="{1059613F-CBD6-F879-85A6-8F84F6A60A1E}"/>
              </a:ext>
            </a:extLst>
          </p:cNvPr>
          <p:cNvCxnSpPr>
            <a:cxnSpLocks/>
            <a:stCxn id="29" idx="3"/>
          </p:cNvCxnSpPr>
          <p:nvPr/>
        </p:nvCxnSpPr>
        <p:spPr>
          <a:xfrm>
            <a:off x="5889523" y="4785959"/>
            <a:ext cx="2138515" cy="400596"/>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2" name="直接箭头连接符 31">
            <a:extLst>
              <a:ext uri="{FF2B5EF4-FFF2-40B4-BE49-F238E27FC236}">
                <a16:creationId xmlns:a16="http://schemas.microsoft.com/office/drawing/2014/main" id="{8DEA2BF8-E870-5236-752B-4AE82393E691}"/>
              </a:ext>
            </a:extLst>
          </p:cNvPr>
          <p:cNvCxnSpPr>
            <a:cxnSpLocks/>
            <a:stCxn id="29" idx="3"/>
          </p:cNvCxnSpPr>
          <p:nvPr/>
        </p:nvCxnSpPr>
        <p:spPr>
          <a:xfrm>
            <a:off x="5889523" y="4785959"/>
            <a:ext cx="4404851" cy="5116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3" name="文本框 2">
            <a:extLst>
              <a:ext uri="{FF2B5EF4-FFF2-40B4-BE49-F238E27FC236}">
                <a16:creationId xmlns:a16="http://schemas.microsoft.com/office/drawing/2014/main" id="{4D8C1928-3775-FFD1-E05D-0C13FCD0EC2F}"/>
              </a:ext>
            </a:extLst>
          </p:cNvPr>
          <p:cNvSpPr txBox="1"/>
          <p:nvPr/>
        </p:nvSpPr>
        <p:spPr>
          <a:xfrm>
            <a:off x="126998" y="102938"/>
            <a:ext cx="10588627" cy="369332"/>
          </a:xfrm>
          <a:prstGeom prst="rect">
            <a:avLst/>
          </a:prstGeom>
          <a:noFill/>
        </p:spPr>
        <p:txBody>
          <a:bodyPr wrap="square" rtlCol="0">
            <a:spAutoFit/>
          </a:bodyPr>
          <a:lstStyle/>
          <a:p>
            <a:pPr lvl="0">
              <a:defRPr/>
            </a:pPr>
            <a:r>
              <a:rPr kumimoji="0" lang="en-US" altLang="zh-CN"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2. </a:t>
            </a:r>
            <a:r>
              <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蒙西储能运营收益对比分析 </a:t>
            </a:r>
            <a:r>
              <a:rPr lang="en-US" altLang="zh-CN" sz="1600">
                <a:solidFill>
                  <a:schemeClr val="accent4">
                    <a:lumMod val="20000"/>
                    <a:lumOff val="80000"/>
                  </a:schemeClr>
                </a:solidFill>
                <a:latin typeface="微软雅黑" panose="020B0503020204020204" pitchFamily="34" charset="-122"/>
                <a:ea typeface="微软雅黑" panose="020B0503020204020204" pitchFamily="34" charset="-122"/>
              </a:rPr>
              <a:t>–</a:t>
            </a:r>
            <a:r>
              <a:rPr lang="zh-CN" altLang="en-US" sz="1600">
                <a:solidFill>
                  <a:schemeClr val="accent4">
                    <a:lumMod val="20000"/>
                    <a:lumOff val="80000"/>
                  </a:schemeClr>
                </a:solidFill>
                <a:latin typeface="微软雅黑" panose="020B0503020204020204" pitchFamily="34" charset="-122"/>
                <a:ea typeface="微软雅黑" panose="020B0503020204020204" pitchFamily="34" charset="-122"/>
              </a:rPr>
              <a:t>市场环境约束较</a:t>
            </a:r>
            <a:r>
              <a:rPr lang="en-US" altLang="zh-CN" sz="1600">
                <a:solidFill>
                  <a:schemeClr val="accent4">
                    <a:lumMod val="20000"/>
                    <a:lumOff val="80000"/>
                  </a:schemeClr>
                </a:solidFill>
                <a:latin typeface="微软雅黑" panose="020B0503020204020204" pitchFamily="34" charset="-122"/>
                <a:ea typeface="微软雅黑" panose="020B0503020204020204" pitchFamily="34" charset="-122"/>
              </a:rPr>
              <a:t>2026</a:t>
            </a:r>
            <a:r>
              <a:rPr lang="zh-CN" altLang="en-US" sz="1600">
                <a:solidFill>
                  <a:schemeClr val="accent4">
                    <a:lumMod val="20000"/>
                    <a:lumOff val="80000"/>
                  </a:schemeClr>
                </a:solidFill>
                <a:latin typeface="微软雅黑" panose="020B0503020204020204" pitchFamily="34" charset="-122"/>
                <a:ea typeface="微软雅黑" panose="020B0503020204020204" pitchFamily="34" charset="-122"/>
              </a:rPr>
              <a:t>年收紧</a:t>
            </a:r>
            <a:endParaRPr kumimoji="0" lang="zh-CN" altLang="en-US" sz="1800" b="0" i="0" u="none" strike="noStrike" kern="1200" cap="none" spc="0" normalizeH="0" baseline="0" noProof="0">
              <a:ln>
                <a:noFill/>
              </a:ln>
              <a:solidFill>
                <a:schemeClr val="accent4">
                  <a:lumMod val="20000"/>
                  <a:lumOff val="80000"/>
                </a:schemeClr>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8202764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8A72E-24EA-97F2-00C0-0E63E426D80E}"/>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718CB610-22EA-0403-EF1E-9A24AD200CD6}"/>
              </a:ext>
            </a:extLst>
          </p:cNvPr>
          <p:cNvSpPr/>
          <p:nvPr/>
        </p:nvSpPr>
        <p:spPr>
          <a:xfrm>
            <a:off x="0" y="0"/>
            <a:ext cx="12192000" cy="574177"/>
          </a:xfrm>
          <a:prstGeom prst="rect">
            <a:avLst/>
          </a:prstGeom>
          <a:solidFill>
            <a:srgbClr val="3B3B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DengXian"/>
              <a:ea typeface="DengXian" panose="02010600030101010101" pitchFamily="2" charset="-122"/>
              <a:cs typeface="+mn-cs"/>
            </a:endParaRPr>
          </a:p>
        </p:txBody>
      </p:sp>
      <p:pic>
        <p:nvPicPr>
          <p:cNvPr id="5" name="图片 4" descr="图表&#10;&#10;AI 生成的内容可能不正确。">
            <a:extLst>
              <a:ext uri="{FF2B5EF4-FFF2-40B4-BE49-F238E27FC236}">
                <a16:creationId xmlns:a16="http://schemas.microsoft.com/office/drawing/2014/main" id="{26F3616B-387A-C695-0E01-A1E500D57EA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29150" y="623854"/>
            <a:ext cx="7440940" cy="4312114"/>
          </a:xfrm>
          <a:prstGeom prst="rect">
            <a:avLst/>
          </a:prstGeom>
        </p:spPr>
      </p:pic>
      <p:sp>
        <p:nvSpPr>
          <p:cNvPr id="10" name="矩形 9">
            <a:extLst>
              <a:ext uri="{FF2B5EF4-FFF2-40B4-BE49-F238E27FC236}">
                <a16:creationId xmlns:a16="http://schemas.microsoft.com/office/drawing/2014/main" id="{D96CCA39-51C8-4ABB-8541-BE3170A0E4C4}"/>
              </a:ext>
            </a:extLst>
          </p:cNvPr>
          <p:cNvSpPr/>
          <p:nvPr/>
        </p:nvSpPr>
        <p:spPr>
          <a:xfrm>
            <a:off x="10176288" y="912960"/>
            <a:ext cx="1078674" cy="3733902"/>
          </a:xfrm>
          <a:prstGeom prst="rect">
            <a:avLst/>
          </a:prstGeom>
          <a:noFill/>
          <a:ln w="25400">
            <a:solidFill>
              <a:srgbClr val="C0000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059099D5-3721-5C88-182C-4BBB08870A64}"/>
              </a:ext>
            </a:extLst>
          </p:cNvPr>
          <p:cNvSpPr txBox="1"/>
          <p:nvPr/>
        </p:nvSpPr>
        <p:spPr>
          <a:xfrm>
            <a:off x="126998" y="102938"/>
            <a:ext cx="10588627" cy="369332"/>
          </a:xfrm>
          <a:prstGeom prst="rect">
            <a:avLst/>
          </a:prstGeom>
          <a:noFill/>
        </p:spPr>
        <p:txBody>
          <a:bodyPr wrap="square" rtlCol="0">
            <a:spAutoFit/>
          </a:bodyPr>
          <a:lstStyle/>
          <a:p>
            <a:pPr lvl="0">
              <a:defRPr/>
            </a:pPr>
            <a:r>
              <a:rPr kumimoji="0" lang="en-US" altLang="zh-CN"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2. </a:t>
            </a:r>
            <a:r>
              <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蒙西储能运营收益对比分析 </a:t>
            </a:r>
            <a:r>
              <a:rPr lang="en-US" altLang="zh-CN" sz="1600">
                <a:solidFill>
                  <a:schemeClr val="accent4">
                    <a:lumMod val="20000"/>
                    <a:lumOff val="80000"/>
                  </a:schemeClr>
                </a:solidFill>
                <a:latin typeface="微软雅黑" panose="020B0503020204020204" pitchFamily="34" charset="-122"/>
                <a:ea typeface="微软雅黑" panose="020B0503020204020204" pitchFamily="34" charset="-122"/>
              </a:rPr>
              <a:t>–</a:t>
            </a:r>
            <a:r>
              <a:rPr lang="zh-CN" altLang="en-US" sz="1600">
                <a:solidFill>
                  <a:schemeClr val="accent4">
                    <a:lumMod val="20000"/>
                    <a:lumOff val="80000"/>
                  </a:schemeClr>
                </a:solidFill>
                <a:latin typeface="微软雅黑" panose="020B0503020204020204" pitchFamily="34" charset="-122"/>
                <a:ea typeface="微软雅黑" panose="020B0503020204020204" pitchFamily="34" charset="-122"/>
              </a:rPr>
              <a:t>储能规模增加，集中放电拉低“高峰”时段价格，缩小峰谷差</a:t>
            </a:r>
            <a:endParaRPr kumimoji="0" lang="zh-CN" altLang="en-US" sz="1800" b="0" i="0" u="none" strike="noStrike" kern="1200" cap="none" spc="0" normalizeH="0" baseline="0" noProof="0">
              <a:ln>
                <a:noFill/>
              </a:ln>
              <a:solidFill>
                <a:schemeClr val="accent4">
                  <a:lumMod val="20000"/>
                  <a:lumOff val="80000"/>
                </a:schemeClr>
              </a:solidFill>
              <a:effectLst/>
              <a:uLnTx/>
              <a:uFillTx/>
              <a:latin typeface="微软雅黑" panose="020B0503020204020204" pitchFamily="34" charset="-122"/>
              <a:ea typeface="微软雅黑" panose="020B0503020204020204" pitchFamily="34" charset="-122"/>
              <a:cs typeface="+mn-cs"/>
            </a:endParaRPr>
          </a:p>
        </p:txBody>
      </p:sp>
      <p:sp>
        <p:nvSpPr>
          <p:cNvPr id="7" name="文本框 6">
            <a:extLst>
              <a:ext uri="{FF2B5EF4-FFF2-40B4-BE49-F238E27FC236}">
                <a16:creationId xmlns:a16="http://schemas.microsoft.com/office/drawing/2014/main" id="{5E723D9A-53AB-F09F-96BF-C37AA74969D4}"/>
              </a:ext>
            </a:extLst>
          </p:cNvPr>
          <p:cNvSpPr txBox="1"/>
          <p:nvPr/>
        </p:nvSpPr>
        <p:spPr>
          <a:xfrm>
            <a:off x="4846310" y="5029607"/>
            <a:ext cx="7223780" cy="1156855"/>
          </a:xfrm>
          <a:prstGeom prst="rect">
            <a:avLst/>
          </a:prstGeom>
        </p:spPr>
        <p:txBody>
          <a:bodyPr wrap="square">
            <a:spAutoFit/>
            <a:extLst>
              <a:ext uri="{4A0BC546-FE56-4ADE-93B0-CB8AF2F6F144}">
                <wpsdc:textFrameExt xmlns:wpsdc="http://www.wps.cn/officeDocument/2022/drawingmlCustomData" xmlns="" type="text"/>
              </a:ext>
            </a:extLst>
          </a:bodyPr>
          <a:lstStyle/>
          <a:p>
            <a:pPr algn="ctr">
              <a:lnSpc>
                <a:spcPct val="150000"/>
              </a:lnSpc>
            </a:pPr>
            <a:r>
              <a:rPr lang="zh-CN" altLang="en-US" sz="16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储能放电行为抑制高峰时段电价，是</a:t>
            </a:r>
            <a:r>
              <a:rPr lang="en-US" altLang="zh-CN" sz="16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26</a:t>
            </a:r>
            <a:r>
              <a:rPr lang="zh-CN" altLang="en-US" sz="16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年峰谷价差缩小的主要原因。</a:t>
            </a:r>
            <a:endParaRPr lang="zh-CN" altLang="en-US" sz="1600" b="1">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pPr>
            <a:r>
              <a:rPr lang="zh-CN" altLang="en-US" sz="1600">
                <a:latin typeface="微软雅黑" panose="020B0503020204020204" pitchFamily="34" charset="-122"/>
                <a:ea typeface="微软雅黑" panose="020B0503020204020204" pitchFamily="34" charset="-122"/>
                <a:cs typeface="微软雅黑" panose="020B0503020204020204" pitchFamily="34" charset="-122"/>
              </a:rPr>
              <a:t>低谷时段由于储能充电会先消纳新能源弃电再抬高净负荷，所以充电价格的升高暂不显著。</a:t>
            </a:r>
          </a:p>
        </p:txBody>
      </p:sp>
      <p:sp>
        <p:nvSpPr>
          <p:cNvPr id="31" name="文本框 30">
            <a:extLst>
              <a:ext uri="{FF2B5EF4-FFF2-40B4-BE49-F238E27FC236}">
                <a16:creationId xmlns:a16="http://schemas.microsoft.com/office/drawing/2014/main" id="{F6D090D4-BD79-DA52-B6FE-700B2CEE3C3B}"/>
              </a:ext>
            </a:extLst>
          </p:cNvPr>
          <p:cNvSpPr txBox="1"/>
          <p:nvPr/>
        </p:nvSpPr>
        <p:spPr>
          <a:xfrm>
            <a:off x="302705" y="812315"/>
            <a:ext cx="4031169" cy="2784792"/>
          </a:xfrm>
          <a:prstGeom prst="rect">
            <a:avLst/>
          </a:prstGeom>
        </p:spPr>
        <p:txBody>
          <a:bodyPr>
            <a:noAutofit/>
          </a:bodyPr>
          <a:lstStyle/>
          <a:p>
            <a:pPr marL="285750" indent="-285750">
              <a:lnSpc>
                <a:spcPct val="130000"/>
              </a:lnSpc>
              <a:spcAft>
                <a:spcPts val="600"/>
              </a:spcAft>
              <a:buFont typeface="Wingdings" panose="05000000000000000000" pitchFamily="2" charset="2"/>
              <a:buChar char="p"/>
            </a:pPr>
            <a:r>
              <a:rPr lang="zh-CN" altLang="en-US" sz="1400">
                <a:solidFill>
                  <a:schemeClr val="tx1"/>
                </a:solidFill>
                <a:latin typeface="微软雅黑" panose="020B0503020204020204" pitchFamily="34" charset="-122"/>
                <a:ea typeface="微软雅黑" panose="020B0503020204020204" pitchFamily="34" charset="-122"/>
                <a:cs typeface="黑体" panose="02010609060101010101" charset="-122"/>
              </a:rPr>
              <a:t>竞价空间（总负荷扣减新能源出力后的净负荷，主要由火电和储能发电）是反应供需关系的关键指标，也是衡量电价高低的核心因素。</a:t>
            </a:r>
          </a:p>
          <a:p>
            <a:pPr marL="285750" indent="-285750">
              <a:lnSpc>
                <a:spcPct val="130000"/>
              </a:lnSpc>
              <a:spcAft>
                <a:spcPts val="600"/>
              </a:spcAft>
              <a:buFont typeface="Wingdings" panose="05000000000000000000" pitchFamily="2" charset="2"/>
              <a:buChar char="p"/>
            </a:pPr>
            <a:r>
              <a:rPr lang="zh-CN" altLang="en-US" sz="1400">
                <a:solidFill>
                  <a:schemeClr val="tx1"/>
                </a:solidFill>
                <a:latin typeface="微软雅黑" panose="020B0503020204020204" pitchFamily="34" charset="-122"/>
                <a:ea typeface="微软雅黑" panose="020B0503020204020204" pitchFamily="34" charset="-122"/>
                <a:cs typeface="黑体" panose="02010609060101010101" charset="-122"/>
              </a:rPr>
              <a:t>蒙西全天负荷整体平稳，电价呈现</a:t>
            </a:r>
            <a:r>
              <a:rPr lang="en-US" altLang="zh-CN" sz="1400">
                <a:solidFill>
                  <a:schemeClr val="tx1"/>
                </a:solidFill>
                <a:latin typeface="微软雅黑" panose="020B0503020204020204" pitchFamily="34" charset="-122"/>
                <a:ea typeface="微软雅黑" panose="020B0503020204020204" pitchFamily="34" charset="-122"/>
                <a:cs typeface="黑体" panose="02010609060101010101" charset="-122"/>
              </a:rPr>
              <a:t>“</a:t>
            </a:r>
            <a:r>
              <a:rPr lang="zh-CN" altLang="en-US" sz="1400">
                <a:solidFill>
                  <a:schemeClr val="tx1"/>
                </a:solidFill>
                <a:latin typeface="微软雅黑" panose="020B0503020204020204" pitchFamily="34" charset="-122"/>
                <a:ea typeface="微软雅黑" panose="020B0503020204020204" pitchFamily="34" charset="-122"/>
                <a:cs typeface="黑体" panose="02010609060101010101" charset="-122"/>
              </a:rPr>
              <a:t>午间低谷、早晚高峰</a:t>
            </a:r>
            <a:r>
              <a:rPr lang="en-US" altLang="zh-CN" sz="1400">
                <a:solidFill>
                  <a:schemeClr val="tx1"/>
                </a:solidFill>
                <a:latin typeface="微软雅黑" panose="020B0503020204020204" pitchFamily="34" charset="-122"/>
                <a:ea typeface="微软雅黑" panose="020B0503020204020204" pitchFamily="34" charset="-122"/>
                <a:cs typeface="黑体" panose="02010609060101010101" charset="-122"/>
              </a:rPr>
              <a:t>”</a:t>
            </a:r>
            <a:r>
              <a:rPr lang="zh-CN" altLang="en-US" sz="1400">
                <a:solidFill>
                  <a:schemeClr val="tx1"/>
                </a:solidFill>
                <a:latin typeface="微软雅黑" panose="020B0503020204020204" pitchFamily="34" charset="-122"/>
                <a:ea typeface="微软雅黑" panose="020B0503020204020204" pitchFamily="34" charset="-122"/>
                <a:cs typeface="黑体" panose="02010609060101010101" charset="-122"/>
              </a:rPr>
              <a:t>的特性。</a:t>
            </a:r>
          </a:p>
          <a:p>
            <a:pPr marL="285750" indent="-285750">
              <a:lnSpc>
                <a:spcPct val="130000"/>
              </a:lnSpc>
              <a:spcAft>
                <a:spcPts val="600"/>
              </a:spcAft>
              <a:buFont typeface="Wingdings" panose="05000000000000000000" pitchFamily="2" charset="2"/>
              <a:buChar char="p"/>
            </a:pPr>
            <a:r>
              <a:rPr lang="zh-CN" altLang="en-US" sz="1400">
                <a:solidFill>
                  <a:schemeClr val="tx1"/>
                </a:solidFill>
                <a:latin typeface="微软雅黑" panose="020B0503020204020204" pitchFamily="34" charset="-122"/>
                <a:ea typeface="微软雅黑" panose="020B0503020204020204" pitchFamily="34" charset="-122"/>
                <a:cs typeface="黑体" panose="02010609060101010101" charset="-122"/>
              </a:rPr>
              <a:t>其中：</a:t>
            </a:r>
          </a:p>
          <a:p>
            <a:pPr>
              <a:lnSpc>
                <a:spcPct val="130000"/>
              </a:lnSpc>
              <a:spcAft>
                <a:spcPts val="600"/>
              </a:spcAft>
            </a:pPr>
            <a:r>
              <a:rPr lang="zh-CN" altLang="en-US" sz="1400">
                <a:solidFill>
                  <a:schemeClr val="tx1"/>
                </a:solidFill>
                <a:latin typeface="微软雅黑" panose="020B0503020204020204" pitchFamily="34" charset="-122"/>
                <a:ea typeface="微软雅黑" panose="020B0503020204020204" pitchFamily="34" charset="-122"/>
                <a:cs typeface="黑体" panose="02010609060101010101" charset="-122"/>
              </a:rPr>
              <a:t>午间由于光伏出力高，竞价空间位于全天低谷，对应电价低，储能充电；</a:t>
            </a:r>
          </a:p>
          <a:p>
            <a:pPr>
              <a:lnSpc>
                <a:spcPct val="130000"/>
              </a:lnSpc>
              <a:spcAft>
                <a:spcPts val="600"/>
              </a:spcAft>
            </a:pPr>
            <a:r>
              <a:rPr lang="zh-CN" altLang="en-US" sz="1400">
                <a:solidFill>
                  <a:schemeClr val="tx1"/>
                </a:solidFill>
                <a:latin typeface="微软雅黑" panose="020B0503020204020204" pitchFamily="34" charset="-122"/>
                <a:ea typeface="微软雅黑" panose="020B0503020204020204" pitchFamily="34" charset="-122"/>
                <a:cs typeface="黑体" panose="02010609060101010101" charset="-122"/>
              </a:rPr>
              <a:t>早、晚由于光伏无发电能力，竞价空间相对高，对应高峰电价，储能放电。</a:t>
            </a:r>
          </a:p>
        </p:txBody>
      </p:sp>
      <p:pic>
        <p:nvPicPr>
          <p:cNvPr id="32" name="图片 31" descr="图表&#10;&#10;AI 生成的内容可能不正确。">
            <a:extLst>
              <a:ext uri="{FF2B5EF4-FFF2-40B4-BE49-F238E27FC236}">
                <a16:creationId xmlns:a16="http://schemas.microsoft.com/office/drawing/2014/main" id="{8E84EF9C-21A3-5F49-0BA8-8513F3BEFE1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4150" y="4061079"/>
            <a:ext cx="4246905" cy="1984606"/>
          </a:xfrm>
          <a:prstGeom prst="rect">
            <a:avLst/>
          </a:prstGeom>
        </p:spPr>
      </p:pic>
    </p:spTree>
    <p:extLst>
      <p:ext uri="{BB962C8B-B14F-4D97-AF65-F5344CB8AC3E}">
        <p14:creationId xmlns:p14="http://schemas.microsoft.com/office/powerpoint/2010/main" val="34559820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DC918-891C-C689-0336-6D4B87101269}"/>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6E5CEBC0-8DF4-FE63-6BC5-41819095E81F}"/>
              </a:ext>
            </a:extLst>
          </p:cNvPr>
          <p:cNvSpPr/>
          <p:nvPr/>
        </p:nvSpPr>
        <p:spPr>
          <a:xfrm>
            <a:off x="0" y="0"/>
            <a:ext cx="12192000" cy="574177"/>
          </a:xfrm>
          <a:prstGeom prst="rect">
            <a:avLst/>
          </a:prstGeom>
          <a:solidFill>
            <a:srgbClr val="3B3B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DengXian"/>
              <a:ea typeface="DengXian" panose="02010600030101010101" pitchFamily="2" charset="-122"/>
              <a:cs typeface="+mn-cs"/>
            </a:endParaRPr>
          </a:p>
        </p:txBody>
      </p:sp>
      <p:sp>
        <p:nvSpPr>
          <p:cNvPr id="10" name="文本框 9">
            <a:extLst>
              <a:ext uri="{FF2B5EF4-FFF2-40B4-BE49-F238E27FC236}">
                <a16:creationId xmlns:a16="http://schemas.microsoft.com/office/drawing/2014/main" id="{D812286D-CBE6-3C16-68A7-76F6DE3ED18A}"/>
              </a:ext>
            </a:extLst>
          </p:cNvPr>
          <p:cNvSpPr txBox="1"/>
          <p:nvPr/>
        </p:nvSpPr>
        <p:spPr>
          <a:xfrm>
            <a:off x="247353" y="620079"/>
            <a:ext cx="11746422" cy="787523"/>
          </a:xfrm>
          <a:prstGeom prst="rect">
            <a:avLst/>
          </a:prstGeom>
          <a:noFill/>
        </p:spPr>
        <p:txBody>
          <a:bodyPr wrap="square" rtlCol="0">
            <a:spAutoFit/>
          </a:bodyPr>
          <a:lstStyle/>
          <a:p>
            <a:pPr lvl="0">
              <a:lnSpc>
                <a:spcPct val="150000"/>
              </a:lnSpc>
              <a:defRPr/>
            </a:pPr>
            <a:r>
              <a:rPr lang="zh-CN" altLang="en-US" sz="1600" b="1" dirty="0">
                <a:solidFill>
                  <a:prstClr val="black"/>
                </a:solidFill>
                <a:latin typeface="微软雅黑" panose="020B0503020204020204" pitchFamily="34" charset="-122"/>
                <a:ea typeface="微软雅黑" panose="020B0503020204020204" pitchFamily="34" charset="-122"/>
              </a:rPr>
              <a:t>当前蒙西参与市场出清的独立场站共有</a:t>
            </a:r>
            <a:r>
              <a:rPr lang="en-US" altLang="zh-CN" sz="1600" b="1" dirty="0">
                <a:solidFill>
                  <a:prstClr val="black"/>
                </a:solidFill>
                <a:latin typeface="微软雅黑" panose="020B0503020204020204" pitchFamily="34" charset="-122"/>
                <a:ea typeface="微软雅黑" panose="020B0503020204020204" pitchFamily="34" charset="-122"/>
              </a:rPr>
              <a:t>39</a:t>
            </a:r>
            <a:r>
              <a:rPr lang="zh-CN" altLang="en-US" sz="1600" b="1" dirty="0">
                <a:solidFill>
                  <a:prstClr val="black"/>
                </a:solidFill>
                <a:latin typeface="微软雅黑" panose="020B0503020204020204" pitchFamily="34" charset="-122"/>
                <a:ea typeface="微软雅黑" panose="020B0503020204020204" pitchFamily="34" charset="-122"/>
              </a:rPr>
              <a:t>个，总功率</a:t>
            </a:r>
            <a:r>
              <a:rPr lang="en-US" altLang="zh-CN" sz="1600" b="1" dirty="0">
                <a:solidFill>
                  <a:prstClr val="black"/>
                </a:solidFill>
                <a:latin typeface="微软雅黑" panose="020B0503020204020204" pitchFamily="34" charset="-122"/>
                <a:ea typeface="微软雅黑" panose="020B0503020204020204" pitchFamily="34" charset="-122"/>
              </a:rPr>
              <a:t>10.7GW</a:t>
            </a:r>
            <a:r>
              <a:rPr lang="zh-CN" altLang="en-US" sz="1600" b="1" dirty="0">
                <a:solidFill>
                  <a:prstClr val="black"/>
                </a:solidFill>
                <a:latin typeface="微软雅黑" panose="020B0503020204020204" pitchFamily="34" charset="-122"/>
                <a:ea typeface="微软雅黑" panose="020B0503020204020204" pitchFamily="34" charset="-122"/>
              </a:rPr>
              <a:t>，总容量</a:t>
            </a:r>
            <a:r>
              <a:rPr lang="en-US" altLang="zh-CN" sz="1600" b="1" dirty="0">
                <a:solidFill>
                  <a:prstClr val="black"/>
                </a:solidFill>
                <a:latin typeface="微软雅黑" panose="020B0503020204020204" pitchFamily="34" charset="-122"/>
                <a:ea typeface="微软雅黑" panose="020B0503020204020204" pitchFamily="34" charset="-122"/>
              </a:rPr>
              <a:t>42GWh</a:t>
            </a:r>
            <a:r>
              <a:rPr lang="zh-CN" altLang="en-US" sz="1600" b="1" dirty="0">
                <a:solidFill>
                  <a:prstClr val="black"/>
                </a:solidFill>
                <a:latin typeface="微软雅黑" panose="020B0503020204020204" pitchFamily="34" charset="-122"/>
                <a:ea typeface="微软雅黑" panose="020B0503020204020204" pitchFamily="34" charset="-122"/>
              </a:rPr>
              <a:t>。统计</a:t>
            </a:r>
            <a:r>
              <a:rPr lang="en-US" altLang="zh-CN" sz="1600" b="1" dirty="0">
                <a:solidFill>
                  <a:prstClr val="black"/>
                </a:solidFill>
                <a:latin typeface="微软雅黑" panose="020B0503020204020204" pitchFamily="34" charset="-122"/>
                <a:ea typeface="微软雅黑" panose="020B0503020204020204" pitchFamily="34" charset="-122"/>
              </a:rPr>
              <a:t>1</a:t>
            </a:r>
            <a:r>
              <a:rPr lang="zh-CN" altLang="en-US" sz="1600" b="1" dirty="0">
                <a:solidFill>
                  <a:prstClr val="black"/>
                </a:solidFill>
                <a:latin typeface="微软雅黑" panose="020B0503020204020204" pitchFamily="34" charset="-122"/>
                <a:ea typeface="微软雅黑" panose="020B0503020204020204" pitchFamily="34" charset="-122"/>
              </a:rPr>
              <a:t>月</a:t>
            </a:r>
            <a:r>
              <a:rPr lang="en-US" altLang="zh-CN" sz="1600" b="1" dirty="0">
                <a:solidFill>
                  <a:prstClr val="black"/>
                </a:solidFill>
                <a:latin typeface="微软雅黑" panose="020B0503020204020204" pitchFamily="34" charset="-122"/>
                <a:ea typeface="微软雅黑" panose="020B0503020204020204" pitchFamily="34" charset="-122"/>
              </a:rPr>
              <a:t>1</a:t>
            </a:r>
            <a:r>
              <a:rPr lang="zh-CN" altLang="en-US" sz="1600" b="1" dirty="0">
                <a:solidFill>
                  <a:prstClr val="black"/>
                </a:solidFill>
                <a:latin typeface="微软雅黑" panose="020B0503020204020204" pitchFamily="34" charset="-122"/>
                <a:ea typeface="微软雅黑" panose="020B0503020204020204" pitchFamily="34" charset="-122"/>
              </a:rPr>
              <a:t>日</a:t>
            </a:r>
            <a:r>
              <a:rPr lang="en-US" altLang="zh-CN" sz="1600" b="1" dirty="0">
                <a:solidFill>
                  <a:prstClr val="black"/>
                </a:solidFill>
                <a:latin typeface="微软雅黑" panose="020B0503020204020204" pitchFamily="34" charset="-122"/>
                <a:ea typeface="微软雅黑" panose="020B0503020204020204" pitchFamily="34" charset="-122"/>
              </a:rPr>
              <a:t>-6</a:t>
            </a:r>
            <a:r>
              <a:rPr lang="zh-CN" altLang="en-US" sz="1600" b="1" dirty="0">
                <a:solidFill>
                  <a:prstClr val="black"/>
                </a:solidFill>
                <a:latin typeface="微软雅黑" panose="020B0503020204020204" pitchFamily="34" charset="-122"/>
                <a:ea typeface="微软雅黑" panose="020B0503020204020204" pitchFamily="34" charset="-122"/>
              </a:rPr>
              <a:t>月</a:t>
            </a:r>
            <a:r>
              <a:rPr lang="en-US" altLang="zh-CN" sz="1600" b="1" dirty="0">
                <a:solidFill>
                  <a:prstClr val="black"/>
                </a:solidFill>
                <a:latin typeface="微软雅黑" panose="020B0503020204020204" pitchFamily="34" charset="-122"/>
                <a:ea typeface="微软雅黑" panose="020B0503020204020204" pitchFamily="34" charset="-122"/>
              </a:rPr>
              <a:t>30</a:t>
            </a:r>
            <a:r>
              <a:rPr lang="zh-CN" altLang="en-US" sz="1600" b="1" dirty="0">
                <a:solidFill>
                  <a:prstClr val="black"/>
                </a:solidFill>
                <a:latin typeface="微软雅黑" panose="020B0503020204020204" pitchFamily="34" charset="-122"/>
                <a:ea typeface="微软雅黑" panose="020B0503020204020204" pitchFamily="34" charset="-122"/>
              </a:rPr>
              <a:t>日每日实时出清量价情况，按照场站披露补贴进行收益计算，由于场站投产时间、容量不同，因此采用日单位容量收益排名，结果如下：</a:t>
            </a:r>
          </a:p>
        </p:txBody>
      </p:sp>
      <p:sp>
        <p:nvSpPr>
          <p:cNvPr id="5" name="文本框 4">
            <a:extLst>
              <a:ext uri="{FF2B5EF4-FFF2-40B4-BE49-F238E27FC236}">
                <a16:creationId xmlns:a16="http://schemas.microsoft.com/office/drawing/2014/main" id="{555EA343-3544-9BD5-DDB6-2A6689421E88}"/>
              </a:ext>
            </a:extLst>
          </p:cNvPr>
          <p:cNvSpPr txBox="1"/>
          <p:nvPr/>
        </p:nvSpPr>
        <p:spPr>
          <a:xfrm>
            <a:off x="126998" y="102938"/>
            <a:ext cx="10588627" cy="369332"/>
          </a:xfrm>
          <a:prstGeom prst="rect">
            <a:avLst/>
          </a:prstGeom>
          <a:noFill/>
        </p:spPr>
        <p:txBody>
          <a:bodyPr wrap="square" rtlCol="0">
            <a:spAutoFit/>
          </a:bodyPr>
          <a:lstStyle/>
          <a:p>
            <a:pPr lvl="0">
              <a:defRPr/>
            </a:pPr>
            <a:r>
              <a:rPr kumimoji="0" lang="en-US" altLang="zh-CN"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2. </a:t>
            </a:r>
            <a:r>
              <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蒙西储能运营收益对比分析 </a:t>
            </a:r>
            <a:r>
              <a:rPr lang="en-US" altLang="zh-CN" sz="1600">
                <a:solidFill>
                  <a:schemeClr val="accent4">
                    <a:lumMod val="20000"/>
                    <a:lumOff val="80000"/>
                  </a:schemeClr>
                </a:solidFill>
                <a:latin typeface="微软雅黑" panose="020B0503020204020204" pitchFamily="34" charset="-122"/>
                <a:ea typeface="微软雅黑" panose="020B0503020204020204" pitchFamily="34" charset="-122"/>
              </a:rPr>
              <a:t>–</a:t>
            </a:r>
            <a:r>
              <a:rPr lang="zh-CN" altLang="en-US" sz="1600">
                <a:solidFill>
                  <a:schemeClr val="accent4">
                    <a:lumMod val="20000"/>
                    <a:lumOff val="80000"/>
                  </a:schemeClr>
                </a:solidFill>
                <a:latin typeface="微软雅黑" panose="020B0503020204020204" pitchFamily="34" charset="-122"/>
                <a:ea typeface="微软雅黑" panose="020B0503020204020204" pitchFamily="34" charset="-122"/>
              </a:rPr>
              <a:t>对比蒙西市场同类项目，保持领先</a:t>
            </a:r>
            <a:endParaRPr kumimoji="0" lang="zh-CN" altLang="en-US" sz="1800" b="0" i="0" u="none" strike="noStrike" kern="1200" cap="none" spc="0" normalizeH="0" baseline="0" noProof="0">
              <a:ln>
                <a:noFill/>
              </a:ln>
              <a:solidFill>
                <a:schemeClr val="accent4">
                  <a:lumMod val="20000"/>
                  <a:lumOff val="80000"/>
                </a:schemeClr>
              </a:solidFill>
              <a:effectLst/>
              <a:uLnTx/>
              <a:uFillTx/>
              <a:latin typeface="微软雅黑" panose="020B0503020204020204" pitchFamily="34" charset="-122"/>
              <a:ea typeface="微软雅黑" panose="020B0503020204020204" pitchFamily="34" charset="-122"/>
              <a:cs typeface="+mn-cs"/>
            </a:endParaRPr>
          </a:p>
        </p:txBody>
      </p:sp>
      <p:sp>
        <p:nvSpPr>
          <p:cNvPr id="3" name="文本框 2">
            <a:extLst>
              <a:ext uri="{FF2B5EF4-FFF2-40B4-BE49-F238E27FC236}">
                <a16:creationId xmlns:a16="http://schemas.microsoft.com/office/drawing/2014/main" id="{72EC14B1-87BC-5666-36F8-E99BC063A743}"/>
              </a:ext>
            </a:extLst>
          </p:cNvPr>
          <p:cNvSpPr txBox="1"/>
          <p:nvPr/>
        </p:nvSpPr>
        <p:spPr>
          <a:xfrm>
            <a:off x="6603509" y="1453504"/>
            <a:ext cx="3607470" cy="4689700"/>
          </a:xfrm>
          <a:prstGeom prst="rect">
            <a:avLst/>
          </a:prstGeom>
          <a:solidFill>
            <a:schemeClr val="bg1">
              <a:lumMod val="85000"/>
            </a:schemeClr>
          </a:solidFill>
        </p:spPr>
        <p:txBody>
          <a:bodyPr wrap="square" rtlCol="0" anchor="t" anchorCtr="0">
            <a:noAutofit/>
          </a:bodyPr>
          <a:lstStyle/>
          <a:p>
            <a:pPr lvl="0" algn="ctr">
              <a:lnSpc>
                <a:spcPct val="130000"/>
              </a:lnSpc>
              <a:defRPr/>
            </a:pPr>
            <a:r>
              <a:rPr lang="zh-CN" altLang="en-US" b="1" dirty="0">
                <a:solidFill>
                  <a:prstClr val="black"/>
                </a:solidFill>
                <a:latin typeface="微软雅黑" panose="020B0503020204020204" pitchFamily="34" charset="-122"/>
                <a:ea typeface="微软雅黑" panose="020B0503020204020204" pitchFamily="34" charset="-122"/>
                <a:sym typeface="+mn-ea"/>
              </a:rPr>
              <a:t>洗</a:t>
            </a:r>
            <a:r>
              <a:rPr lang="en-US" altLang="zh-CN" b="1" dirty="0">
                <a:solidFill>
                  <a:prstClr val="black"/>
                </a:solidFill>
                <a:latin typeface="微软雅黑" panose="020B0503020204020204" pitchFamily="34" charset="-122"/>
                <a:ea typeface="微软雅黑" panose="020B0503020204020204" pitchFamily="34" charset="-122"/>
                <a:sym typeface="+mn-ea"/>
              </a:rPr>
              <a:t>DOD-</a:t>
            </a:r>
            <a:r>
              <a:rPr lang="zh-CN" altLang="en-US" b="1" dirty="0">
                <a:solidFill>
                  <a:prstClr val="black"/>
                </a:solidFill>
                <a:latin typeface="微软雅黑" panose="020B0503020204020204" pitchFamily="34" charset="-122"/>
                <a:ea typeface="微软雅黑" panose="020B0503020204020204" pitchFamily="34" charset="-122"/>
                <a:sym typeface="+mn-ea"/>
              </a:rPr>
              <a:t>日出清收益排名</a:t>
            </a:r>
            <a:endParaRPr lang="en-US" altLang="zh-CN" b="1" dirty="0">
              <a:solidFill>
                <a:prstClr val="black"/>
              </a:solidFill>
              <a:latin typeface="微软雅黑" panose="020B0503020204020204" pitchFamily="34" charset="-122"/>
              <a:ea typeface="微软雅黑" panose="020B0503020204020204" pitchFamily="34" charset="-122"/>
              <a:sym typeface="+mn-ea"/>
            </a:endParaRPr>
          </a:p>
        </p:txBody>
      </p:sp>
      <p:sp>
        <p:nvSpPr>
          <p:cNvPr id="7" name="文本框 6">
            <a:extLst>
              <a:ext uri="{FF2B5EF4-FFF2-40B4-BE49-F238E27FC236}">
                <a16:creationId xmlns:a16="http://schemas.microsoft.com/office/drawing/2014/main" id="{96773BED-AE92-8ACD-572A-0F75CC5B4143}"/>
              </a:ext>
            </a:extLst>
          </p:cNvPr>
          <p:cNvSpPr txBox="1"/>
          <p:nvPr/>
        </p:nvSpPr>
        <p:spPr>
          <a:xfrm>
            <a:off x="1837944" y="1471522"/>
            <a:ext cx="3607470" cy="4671682"/>
          </a:xfrm>
          <a:prstGeom prst="rect">
            <a:avLst/>
          </a:prstGeom>
          <a:solidFill>
            <a:schemeClr val="bg1">
              <a:lumMod val="85000"/>
            </a:schemeClr>
          </a:solidFill>
        </p:spPr>
        <p:txBody>
          <a:bodyPr wrap="square" rtlCol="0" anchor="t" anchorCtr="0">
            <a:noAutofit/>
          </a:bodyPr>
          <a:lstStyle/>
          <a:p>
            <a:pPr lvl="0" algn="ctr">
              <a:lnSpc>
                <a:spcPct val="130000"/>
              </a:lnSpc>
              <a:defRPr/>
            </a:pPr>
            <a:r>
              <a:rPr lang="zh-CN" altLang="en-US" b="1" dirty="0">
                <a:solidFill>
                  <a:prstClr val="black"/>
                </a:solidFill>
                <a:latin typeface="微软雅黑" panose="020B0503020204020204" pitchFamily="34" charset="-122"/>
                <a:ea typeface="微软雅黑" panose="020B0503020204020204" pitchFamily="34" charset="-122"/>
                <a:sym typeface="+mn-ea"/>
              </a:rPr>
              <a:t>日均出清收益排名</a:t>
            </a:r>
            <a:endParaRPr lang="en-US" altLang="zh-CN" b="1" dirty="0">
              <a:solidFill>
                <a:prstClr val="black"/>
              </a:solidFill>
              <a:latin typeface="微软雅黑" panose="020B0503020204020204" pitchFamily="34" charset="-122"/>
              <a:ea typeface="微软雅黑" panose="020B0503020204020204" pitchFamily="34" charset="-122"/>
              <a:sym typeface="+mn-ea"/>
            </a:endParaRPr>
          </a:p>
        </p:txBody>
      </p:sp>
      <p:graphicFrame>
        <p:nvGraphicFramePr>
          <p:cNvPr id="8" name="表格 7">
            <a:extLst>
              <a:ext uri="{FF2B5EF4-FFF2-40B4-BE49-F238E27FC236}">
                <a16:creationId xmlns:a16="http://schemas.microsoft.com/office/drawing/2014/main" id="{2764A20B-9DE6-5051-C626-7601672B2885}"/>
              </a:ext>
            </a:extLst>
          </p:cNvPr>
          <p:cNvGraphicFramePr>
            <a:graphicFrameLocks noGrp="1"/>
          </p:cNvGraphicFramePr>
          <p:nvPr>
            <p:extLst>
              <p:ext uri="{D42A27DB-BD31-4B8C-83A1-F6EECF244321}">
                <p14:modId xmlns:p14="http://schemas.microsoft.com/office/powerpoint/2010/main" val="3095781388"/>
              </p:ext>
            </p:extLst>
          </p:nvPr>
        </p:nvGraphicFramePr>
        <p:xfrm>
          <a:off x="2366001" y="1900621"/>
          <a:ext cx="2520324" cy="4062031"/>
        </p:xfrm>
        <a:graphic>
          <a:graphicData uri="http://schemas.openxmlformats.org/drawingml/2006/table">
            <a:tbl>
              <a:tblPr firstRow="1" bandRow="1">
                <a:tableStyleId>{9D7B26C5-4107-4FEC-AEDC-1716B250A1EF}</a:tableStyleId>
              </a:tblPr>
              <a:tblGrid>
                <a:gridCol w="1260162">
                  <a:extLst>
                    <a:ext uri="{9D8B030D-6E8A-4147-A177-3AD203B41FA5}">
                      <a16:colId xmlns:a16="http://schemas.microsoft.com/office/drawing/2014/main" val="2709405863"/>
                    </a:ext>
                  </a:extLst>
                </a:gridCol>
                <a:gridCol w="1260162">
                  <a:extLst>
                    <a:ext uri="{9D8B030D-6E8A-4147-A177-3AD203B41FA5}">
                      <a16:colId xmlns:a16="http://schemas.microsoft.com/office/drawing/2014/main" val="1974018757"/>
                    </a:ext>
                  </a:extLst>
                </a:gridCol>
              </a:tblGrid>
              <a:tr h="642727">
                <a:tc>
                  <a:txBody>
                    <a:bodyPr/>
                    <a:lstStyle/>
                    <a:p>
                      <a:pPr algn="ctr"/>
                      <a:r>
                        <a:rPr lang="zh-CN" altLang="en-US" sz="1600" b="1" dirty="0">
                          <a:latin typeface="微软雅黑" panose="020B0503020204020204" pitchFamily="34" charset="-122"/>
                          <a:ea typeface="微软雅黑" panose="020B0503020204020204" pitchFamily="34" charset="-122"/>
                        </a:rPr>
                        <a:t>场站</a:t>
                      </a:r>
                      <a:endParaRPr lang="en-US" altLang="zh-CN" sz="1600" b="1"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1600" b="1" dirty="0">
                          <a:latin typeface="微软雅黑" panose="020B0503020204020204" pitchFamily="34" charset="-122"/>
                          <a:ea typeface="微软雅黑" panose="020B0503020204020204" pitchFamily="34" charset="-122"/>
                        </a:rPr>
                        <a:t>排名</a:t>
                      </a:r>
                      <a:endParaRPr lang="en-US" altLang="zh-CN" sz="1600" b="1"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584365612"/>
                  </a:ext>
                </a:extLst>
              </a:tr>
              <a:tr h="488472">
                <a:tc>
                  <a:txBody>
                    <a:bodyPr/>
                    <a:lstStyle/>
                    <a:p>
                      <a:pPr algn="ctr"/>
                      <a:r>
                        <a:rPr lang="zh-CN" altLang="en-US" sz="1400" b="1" dirty="0">
                          <a:solidFill>
                            <a:schemeClr val="accent2">
                              <a:lumMod val="75000"/>
                            </a:schemeClr>
                          </a:solidFill>
                          <a:latin typeface="微软雅黑" panose="020B0503020204020204" pitchFamily="34" charset="-122"/>
                          <a:ea typeface="微软雅黑" panose="020B0503020204020204" pitchFamily="34" charset="-122"/>
                        </a:rPr>
                        <a:t>巴盟</a:t>
                      </a:r>
                    </a:p>
                  </a:txBody>
                  <a:tcPr anchor="ctr"/>
                </a:tc>
                <a:tc>
                  <a:txBody>
                    <a:bodyPr/>
                    <a:lstStyle/>
                    <a:p>
                      <a:pPr marL="0" algn="ctr" defTabSz="914400" rtl="0" eaLnBrk="1" fontAlgn="b" latinLnBrk="0" hangingPunct="1">
                        <a:buNone/>
                      </a:pPr>
                      <a:r>
                        <a:rPr lang="en-US" altLang="zh-CN" sz="1400" b="1" kern="1200" dirty="0">
                          <a:solidFill>
                            <a:schemeClr val="accent5">
                              <a:lumMod val="75000"/>
                            </a:schemeClr>
                          </a:solidFill>
                          <a:effectLst/>
                          <a:latin typeface="微软雅黑" panose="020B0503020204020204" pitchFamily="34" charset="-122"/>
                          <a:ea typeface="微软雅黑" panose="020B0503020204020204" pitchFamily="34" charset="-122"/>
                          <a:cs typeface="+mn-cs"/>
                        </a:rPr>
                        <a:t>15</a:t>
                      </a:r>
                      <a:endParaRPr lang="zh-CN" altLang="en-US" sz="1400" b="1" kern="1200" dirty="0">
                        <a:solidFill>
                          <a:schemeClr val="accent5">
                            <a:lumMod val="75000"/>
                          </a:schemeClr>
                        </a:solidFill>
                        <a:effectLst/>
                        <a:latin typeface="微软雅黑" panose="020B0503020204020204" pitchFamily="34" charset="-122"/>
                        <a:ea typeface="微软雅黑" panose="020B0503020204020204" pitchFamily="34" charset="-122"/>
                        <a:cs typeface="+mn-cs"/>
                      </a:endParaRPr>
                    </a:p>
                  </a:txBody>
                  <a:tcPr marL="6350" marR="6350" marT="6350" marB="0" anchor="ctr"/>
                </a:tc>
                <a:extLst>
                  <a:ext uri="{0D108BD9-81ED-4DB2-BD59-A6C34878D82A}">
                    <a16:rowId xmlns:a16="http://schemas.microsoft.com/office/drawing/2014/main" val="2718813301"/>
                  </a:ext>
                </a:extLst>
              </a:tr>
              <a:tr h="488472">
                <a:tc>
                  <a:txBody>
                    <a:bodyPr/>
                    <a:lstStyle/>
                    <a:p>
                      <a:pPr algn="ctr"/>
                      <a:r>
                        <a:rPr lang="zh-CN" altLang="en-US" sz="1400" b="1" dirty="0">
                          <a:solidFill>
                            <a:schemeClr val="accent2">
                              <a:lumMod val="75000"/>
                            </a:schemeClr>
                          </a:solidFill>
                          <a:latin typeface="微软雅黑" panose="020B0503020204020204" pitchFamily="34" charset="-122"/>
                          <a:ea typeface="微软雅黑" panose="020B0503020204020204" pitchFamily="34" charset="-122"/>
                        </a:rPr>
                        <a:t>乌拉特</a:t>
                      </a:r>
                    </a:p>
                  </a:txBody>
                  <a:tcPr anchor="ctr"/>
                </a:tc>
                <a:tc>
                  <a:txBody>
                    <a:bodyPr/>
                    <a:lstStyle/>
                    <a:p>
                      <a:pPr marL="0" algn="ctr" defTabSz="914400" rtl="0" eaLnBrk="1" fontAlgn="b" latinLnBrk="0" hangingPunct="1">
                        <a:buNone/>
                      </a:pPr>
                      <a:r>
                        <a:rPr lang="en-US" altLang="zh-CN" sz="1400" b="1" kern="1200" dirty="0">
                          <a:solidFill>
                            <a:schemeClr val="accent5">
                              <a:lumMod val="75000"/>
                            </a:schemeClr>
                          </a:solidFill>
                          <a:effectLst/>
                          <a:latin typeface="微软雅黑" panose="020B0503020204020204" pitchFamily="34" charset="-122"/>
                          <a:ea typeface="微软雅黑" panose="020B0503020204020204" pitchFamily="34" charset="-122"/>
                          <a:cs typeface="+mn-cs"/>
                        </a:rPr>
                        <a:t>16</a:t>
                      </a:r>
                      <a:endParaRPr lang="zh-CN" altLang="en-US" sz="1400" b="1" kern="1200" dirty="0">
                        <a:solidFill>
                          <a:schemeClr val="accent5">
                            <a:lumMod val="75000"/>
                          </a:schemeClr>
                        </a:solidFill>
                        <a:effectLst/>
                        <a:latin typeface="微软雅黑" panose="020B0503020204020204" pitchFamily="34" charset="-122"/>
                        <a:ea typeface="微软雅黑" panose="020B0503020204020204" pitchFamily="34" charset="-122"/>
                        <a:cs typeface="+mn-cs"/>
                      </a:endParaRPr>
                    </a:p>
                  </a:txBody>
                  <a:tcPr marL="6350" marR="6350" marT="6350" marB="0" anchor="ctr"/>
                </a:tc>
                <a:extLst>
                  <a:ext uri="{0D108BD9-81ED-4DB2-BD59-A6C34878D82A}">
                    <a16:rowId xmlns:a16="http://schemas.microsoft.com/office/drawing/2014/main" val="3437871851"/>
                  </a:ext>
                </a:extLst>
              </a:tr>
              <a:tr h="488472">
                <a:tc>
                  <a:txBody>
                    <a:bodyPr/>
                    <a:lstStyle/>
                    <a:p>
                      <a:pPr algn="ctr"/>
                      <a:r>
                        <a:rPr lang="zh-CN" altLang="en-US" sz="1400" b="1" dirty="0">
                          <a:solidFill>
                            <a:schemeClr val="accent2">
                              <a:lumMod val="75000"/>
                            </a:schemeClr>
                          </a:solidFill>
                          <a:latin typeface="微软雅黑" panose="020B0503020204020204" pitchFamily="34" charset="-122"/>
                          <a:ea typeface="微软雅黑" panose="020B0503020204020204" pitchFamily="34" charset="-122"/>
                        </a:rPr>
                        <a:t>谷山梁</a:t>
                      </a:r>
                    </a:p>
                  </a:txBody>
                  <a:tcPr anchor="ctr"/>
                </a:tc>
                <a:tc>
                  <a:txBody>
                    <a:bodyPr/>
                    <a:lstStyle/>
                    <a:p>
                      <a:pPr algn="ctr"/>
                      <a:r>
                        <a:rPr lang="en-US" altLang="zh-CN" sz="1400" b="1" dirty="0">
                          <a:solidFill>
                            <a:schemeClr val="accent5">
                              <a:lumMod val="75000"/>
                            </a:schemeClr>
                          </a:solidFill>
                          <a:latin typeface="微软雅黑" panose="020B0503020204020204" pitchFamily="34" charset="-122"/>
                          <a:ea typeface="微软雅黑" panose="020B0503020204020204" pitchFamily="34" charset="-122"/>
                        </a:rPr>
                        <a:t>20</a:t>
                      </a:r>
                      <a:endParaRPr lang="zh-CN" altLang="en-US" sz="1400" b="1" dirty="0">
                        <a:solidFill>
                          <a:schemeClr val="accent5">
                            <a:lumMod val="75000"/>
                          </a:schemeClr>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3663206194"/>
                  </a:ext>
                </a:extLst>
              </a:tr>
              <a:tr h="488472">
                <a:tc>
                  <a:txBody>
                    <a:bodyPr/>
                    <a:lstStyle/>
                    <a:p>
                      <a:pPr algn="ctr"/>
                      <a:r>
                        <a:rPr lang="zh-CN" altLang="en-US" sz="1400" b="1" dirty="0">
                          <a:solidFill>
                            <a:schemeClr val="accent2">
                              <a:lumMod val="75000"/>
                            </a:schemeClr>
                          </a:solidFill>
                          <a:latin typeface="微软雅黑" panose="020B0503020204020204" pitchFamily="34" charset="-122"/>
                          <a:ea typeface="微软雅黑" panose="020B0503020204020204" pitchFamily="34" charset="-122"/>
                        </a:rPr>
                        <a:t>杭锦旗</a:t>
                      </a:r>
                    </a:p>
                  </a:txBody>
                  <a:tcPr anchor="ctr"/>
                </a:tc>
                <a:tc>
                  <a:txBody>
                    <a:bodyPr/>
                    <a:lstStyle/>
                    <a:p>
                      <a:pPr algn="ctr"/>
                      <a:r>
                        <a:rPr lang="en-US" altLang="zh-CN" sz="1400" b="1" dirty="0">
                          <a:solidFill>
                            <a:schemeClr val="accent5">
                              <a:lumMod val="75000"/>
                            </a:schemeClr>
                          </a:solidFill>
                          <a:latin typeface="微软雅黑" panose="020B0503020204020204" pitchFamily="34" charset="-122"/>
                          <a:ea typeface="微软雅黑" panose="020B0503020204020204" pitchFamily="34" charset="-122"/>
                        </a:rPr>
                        <a:t>10</a:t>
                      </a:r>
                      <a:endParaRPr lang="zh-CN" altLang="en-US" sz="1400" b="1" dirty="0">
                        <a:solidFill>
                          <a:schemeClr val="accent5">
                            <a:lumMod val="75000"/>
                          </a:schemeClr>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029352756"/>
                  </a:ext>
                </a:extLst>
              </a:tr>
              <a:tr h="488472">
                <a:tc>
                  <a:txBody>
                    <a:bodyPr/>
                    <a:lstStyle/>
                    <a:p>
                      <a:pPr algn="ctr"/>
                      <a:r>
                        <a:rPr lang="zh-CN" altLang="en-US" sz="1400" b="1" dirty="0">
                          <a:solidFill>
                            <a:schemeClr val="accent2">
                              <a:lumMod val="75000"/>
                            </a:schemeClr>
                          </a:solidFill>
                          <a:latin typeface="微软雅黑" panose="020B0503020204020204" pitchFamily="34" charset="-122"/>
                          <a:ea typeface="微软雅黑" panose="020B0503020204020204" pitchFamily="34" charset="-122"/>
                        </a:rPr>
                        <a:t>苏右</a:t>
                      </a:r>
                    </a:p>
                  </a:txBody>
                  <a:tcPr anchor="ctr"/>
                </a:tc>
                <a:tc>
                  <a:txBody>
                    <a:bodyPr/>
                    <a:lstStyle/>
                    <a:p>
                      <a:pPr algn="ctr"/>
                      <a:r>
                        <a:rPr lang="en-US" altLang="zh-CN" sz="1400" b="1" dirty="0">
                          <a:solidFill>
                            <a:schemeClr val="accent5">
                              <a:lumMod val="75000"/>
                            </a:schemeClr>
                          </a:solidFill>
                          <a:latin typeface="微软雅黑" panose="020B0503020204020204" pitchFamily="34" charset="-122"/>
                          <a:ea typeface="微软雅黑" panose="020B0503020204020204" pitchFamily="34" charset="-122"/>
                        </a:rPr>
                        <a:t>23</a:t>
                      </a:r>
                      <a:endParaRPr lang="zh-CN" altLang="en-US" sz="1400" b="1" dirty="0">
                        <a:solidFill>
                          <a:schemeClr val="accent5">
                            <a:lumMod val="75000"/>
                          </a:schemeClr>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422322351"/>
                  </a:ext>
                </a:extLst>
              </a:tr>
              <a:tr h="488472">
                <a:tc>
                  <a:txBody>
                    <a:bodyPr/>
                    <a:lstStyle/>
                    <a:p>
                      <a:pPr algn="ctr"/>
                      <a:r>
                        <a:rPr lang="zh-CN" altLang="en-US" sz="1400" b="1" dirty="0">
                          <a:solidFill>
                            <a:schemeClr val="accent2">
                              <a:lumMod val="75000"/>
                            </a:schemeClr>
                          </a:solidFill>
                          <a:latin typeface="微软雅黑" panose="020B0503020204020204" pitchFamily="34" charset="-122"/>
                          <a:ea typeface="微软雅黑" panose="020B0503020204020204" pitchFamily="34" charset="-122"/>
                        </a:rPr>
                        <a:t>四子王旗</a:t>
                      </a:r>
                    </a:p>
                  </a:txBody>
                  <a:tcPr anchor="ctr"/>
                </a:tc>
                <a:tc>
                  <a:txBody>
                    <a:bodyPr/>
                    <a:lstStyle/>
                    <a:p>
                      <a:pPr algn="ctr"/>
                      <a:r>
                        <a:rPr lang="en-US" altLang="zh-CN" sz="1400" b="1" dirty="0">
                          <a:solidFill>
                            <a:schemeClr val="accent5">
                              <a:lumMod val="75000"/>
                            </a:schemeClr>
                          </a:solidFill>
                          <a:latin typeface="微软雅黑" panose="020B0503020204020204" pitchFamily="34" charset="-122"/>
                          <a:ea typeface="微软雅黑" panose="020B0503020204020204" pitchFamily="34" charset="-122"/>
                        </a:rPr>
                        <a:t>22</a:t>
                      </a:r>
                      <a:endParaRPr lang="zh-CN" altLang="en-US" sz="1400" b="1" dirty="0">
                        <a:solidFill>
                          <a:schemeClr val="accent5">
                            <a:lumMod val="75000"/>
                          </a:schemeClr>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3179317611"/>
                  </a:ext>
                </a:extLst>
              </a:tr>
              <a:tr h="488472">
                <a:tc>
                  <a:txBody>
                    <a:bodyPr/>
                    <a:lstStyle/>
                    <a:p>
                      <a:pPr algn="ctr"/>
                      <a:r>
                        <a:rPr lang="zh-CN" altLang="en-US" sz="1400" b="1" dirty="0">
                          <a:solidFill>
                            <a:schemeClr val="accent2">
                              <a:lumMod val="75000"/>
                            </a:schemeClr>
                          </a:solidFill>
                          <a:latin typeface="微软雅黑" panose="020B0503020204020204" pitchFamily="34" charset="-122"/>
                          <a:ea typeface="微软雅黑" panose="020B0503020204020204" pitchFamily="34" charset="-122"/>
                        </a:rPr>
                        <a:t>乌海</a:t>
                      </a:r>
                    </a:p>
                  </a:txBody>
                  <a:tcPr anchor="ctr"/>
                </a:tc>
                <a:tc>
                  <a:txBody>
                    <a:bodyPr/>
                    <a:lstStyle/>
                    <a:p>
                      <a:pPr algn="ctr"/>
                      <a:r>
                        <a:rPr lang="en-US" altLang="zh-CN" sz="1400" b="1" dirty="0">
                          <a:solidFill>
                            <a:schemeClr val="accent5">
                              <a:lumMod val="75000"/>
                            </a:schemeClr>
                          </a:solidFill>
                          <a:latin typeface="微软雅黑" panose="020B0503020204020204" pitchFamily="34" charset="-122"/>
                          <a:ea typeface="微软雅黑" panose="020B0503020204020204" pitchFamily="34" charset="-122"/>
                        </a:rPr>
                        <a:t>7</a:t>
                      </a:r>
                      <a:endParaRPr lang="zh-CN" altLang="en-US" sz="1400" b="1" dirty="0">
                        <a:solidFill>
                          <a:schemeClr val="accent5">
                            <a:lumMod val="75000"/>
                          </a:schemeClr>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2686274"/>
                  </a:ext>
                </a:extLst>
              </a:tr>
            </a:tbl>
          </a:graphicData>
        </a:graphic>
      </p:graphicFrame>
      <p:graphicFrame>
        <p:nvGraphicFramePr>
          <p:cNvPr id="9" name="表格 8">
            <a:extLst>
              <a:ext uri="{FF2B5EF4-FFF2-40B4-BE49-F238E27FC236}">
                <a16:creationId xmlns:a16="http://schemas.microsoft.com/office/drawing/2014/main" id="{57480841-3BAF-BBE1-9C91-19E452EEF843}"/>
              </a:ext>
            </a:extLst>
          </p:cNvPr>
          <p:cNvGraphicFramePr>
            <a:graphicFrameLocks noGrp="1"/>
          </p:cNvGraphicFramePr>
          <p:nvPr>
            <p:extLst>
              <p:ext uri="{D42A27DB-BD31-4B8C-83A1-F6EECF244321}">
                <p14:modId xmlns:p14="http://schemas.microsoft.com/office/powerpoint/2010/main" val="101889920"/>
              </p:ext>
            </p:extLst>
          </p:nvPr>
        </p:nvGraphicFramePr>
        <p:xfrm>
          <a:off x="7210935" y="1906857"/>
          <a:ext cx="2514090" cy="4055795"/>
        </p:xfrm>
        <a:graphic>
          <a:graphicData uri="http://schemas.openxmlformats.org/drawingml/2006/table">
            <a:tbl>
              <a:tblPr firstRow="1" bandRow="1">
                <a:tableStyleId>{9D7B26C5-4107-4FEC-AEDC-1716B250A1EF}</a:tableStyleId>
              </a:tblPr>
              <a:tblGrid>
                <a:gridCol w="1257045">
                  <a:extLst>
                    <a:ext uri="{9D8B030D-6E8A-4147-A177-3AD203B41FA5}">
                      <a16:colId xmlns:a16="http://schemas.microsoft.com/office/drawing/2014/main" val="832416393"/>
                    </a:ext>
                  </a:extLst>
                </a:gridCol>
                <a:gridCol w="1257045">
                  <a:extLst>
                    <a:ext uri="{9D8B030D-6E8A-4147-A177-3AD203B41FA5}">
                      <a16:colId xmlns:a16="http://schemas.microsoft.com/office/drawing/2014/main" val="1974018757"/>
                    </a:ext>
                  </a:extLst>
                </a:gridCol>
              </a:tblGrid>
              <a:tr h="641741">
                <a:tc>
                  <a:txBody>
                    <a:bodyPr/>
                    <a:lstStyle/>
                    <a:p>
                      <a:pPr algn="ctr"/>
                      <a:r>
                        <a:rPr lang="zh-CN" altLang="en-US" sz="1600" b="1" dirty="0">
                          <a:latin typeface="微软雅黑" panose="020B0503020204020204" pitchFamily="34" charset="-122"/>
                          <a:ea typeface="微软雅黑" panose="020B0503020204020204" pitchFamily="34" charset="-122"/>
                        </a:rPr>
                        <a:t>场站</a:t>
                      </a:r>
                      <a:endParaRPr lang="en-US" altLang="zh-CN" sz="1600" b="1"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1600" b="1" dirty="0">
                          <a:latin typeface="微软雅黑" panose="020B0503020204020204" pitchFamily="34" charset="-122"/>
                          <a:ea typeface="微软雅黑" panose="020B0503020204020204" pitchFamily="34" charset="-122"/>
                        </a:rPr>
                        <a:t>排名</a:t>
                      </a:r>
                      <a:endParaRPr lang="en-US" altLang="zh-CN" sz="1600" b="1"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584365612"/>
                  </a:ext>
                </a:extLst>
              </a:tr>
              <a:tr h="487722">
                <a:tc>
                  <a:txBody>
                    <a:bodyPr/>
                    <a:lstStyle/>
                    <a:p>
                      <a:pPr marL="0" algn="ctr" defTabSz="914400" rtl="0" eaLnBrk="1" latinLnBrk="0" hangingPunct="1"/>
                      <a:r>
                        <a:rPr lang="zh-CN" altLang="en-US" sz="1400" b="1" kern="1200" dirty="0">
                          <a:solidFill>
                            <a:schemeClr val="accent2">
                              <a:lumMod val="75000"/>
                            </a:schemeClr>
                          </a:solidFill>
                          <a:latin typeface="微软雅黑" panose="020B0503020204020204" pitchFamily="34" charset="-122"/>
                          <a:ea typeface="微软雅黑" panose="020B0503020204020204" pitchFamily="34" charset="-122"/>
                          <a:cs typeface="+mn-cs"/>
                        </a:rPr>
                        <a:t>巴盟</a:t>
                      </a:r>
                    </a:p>
                  </a:txBody>
                  <a:tcPr anchor="ctr"/>
                </a:tc>
                <a:tc>
                  <a:txBody>
                    <a:bodyPr/>
                    <a:lstStyle/>
                    <a:p>
                      <a:pPr marL="0" algn="ctr" defTabSz="914400" rtl="0" eaLnBrk="1" latinLnBrk="0" hangingPunct="1"/>
                      <a:r>
                        <a:rPr lang="en-US" altLang="zh-CN" sz="1400" b="1" kern="1200" dirty="0">
                          <a:solidFill>
                            <a:srgbClr val="00B050"/>
                          </a:solidFill>
                          <a:latin typeface="微软雅黑" panose="020B0503020204020204" pitchFamily="34" charset="-122"/>
                          <a:ea typeface="微软雅黑" panose="020B0503020204020204" pitchFamily="34" charset="-122"/>
                          <a:cs typeface="+mn-cs"/>
                        </a:rPr>
                        <a:t>10</a:t>
                      </a:r>
                      <a:endParaRPr lang="zh-CN" altLang="en-US" sz="1400" b="1" kern="1200" dirty="0">
                        <a:solidFill>
                          <a:srgbClr val="00B050"/>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2718813301"/>
                  </a:ext>
                </a:extLst>
              </a:tr>
              <a:tr h="487722">
                <a:tc>
                  <a:txBody>
                    <a:bodyPr/>
                    <a:lstStyle/>
                    <a:p>
                      <a:pPr marL="0" algn="ctr" defTabSz="914400" rtl="0" eaLnBrk="1" latinLnBrk="0" hangingPunct="1"/>
                      <a:r>
                        <a:rPr lang="zh-CN" altLang="en-US" sz="1400" b="1" kern="1200" dirty="0">
                          <a:solidFill>
                            <a:schemeClr val="accent2">
                              <a:lumMod val="75000"/>
                            </a:schemeClr>
                          </a:solidFill>
                          <a:latin typeface="微软雅黑" panose="020B0503020204020204" pitchFamily="34" charset="-122"/>
                          <a:ea typeface="微软雅黑" panose="020B0503020204020204" pitchFamily="34" charset="-122"/>
                          <a:cs typeface="+mn-cs"/>
                        </a:rPr>
                        <a:t>乌拉特</a:t>
                      </a:r>
                    </a:p>
                  </a:txBody>
                  <a:tcPr anchor="ctr"/>
                </a:tc>
                <a:tc>
                  <a:txBody>
                    <a:bodyPr/>
                    <a:lstStyle/>
                    <a:p>
                      <a:pPr marL="0" algn="ctr" defTabSz="914400" rtl="0" eaLnBrk="1" latinLnBrk="0" hangingPunct="1"/>
                      <a:r>
                        <a:rPr lang="en-US" altLang="zh-CN" sz="1400" b="1" kern="1200" dirty="0">
                          <a:solidFill>
                            <a:schemeClr val="accent2">
                              <a:lumMod val="75000"/>
                            </a:schemeClr>
                          </a:solidFill>
                          <a:latin typeface="微软雅黑" panose="020B0503020204020204" pitchFamily="34" charset="-122"/>
                          <a:ea typeface="微软雅黑" panose="020B0503020204020204" pitchFamily="34" charset="-122"/>
                          <a:cs typeface="+mn-cs"/>
                        </a:rPr>
                        <a:t>13</a:t>
                      </a:r>
                      <a:endParaRPr lang="zh-CN" altLang="en-US" sz="1400" b="1" kern="1200" dirty="0">
                        <a:solidFill>
                          <a:schemeClr val="accent2">
                            <a:lumMod val="75000"/>
                          </a:schemeClr>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3437871851"/>
                  </a:ext>
                </a:extLst>
              </a:tr>
              <a:tr h="487722">
                <a:tc>
                  <a:txBody>
                    <a:bodyPr/>
                    <a:lstStyle/>
                    <a:p>
                      <a:pPr marL="0" algn="ctr" defTabSz="914400" rtl="0" eaLnBrk="1" latinLnBrk="0" hangingPunct="1"/>
                      <a:r>
                        <a:rPr lang="zh-CN" altLang="en-US" sz="1400" b="1" kern="1200" dirty="0">
                          <a:solidFill>
                            <a:schemeClr val="accent2">
                              <a:lumMod val="75000"/>
                            </a:schemeClr>
                          </a:solidFill>
                          <a:latin typeface="微软雅黑" panose="020B0503020204020204" pitchFamily="34" charset="-122"/>
                          <a:ea typeface="微软雅黑" panose="020B0503020204020204" pitchFamily="34" charset="-122"/>
                          <a:cs typeface="+mn-cs"/>
                        </a:rPr>
                        <a:t>谷山梁</a:t>
                      </a:r>
                    </a:p>
                  </a:txBody>
                  <a:tcPr anchor="ctr"/>
                </a:tc>
                <a:tc>
                  <a:txBody>
                    <a:bodyPr/>
                    <a:lstStyle/>
                    <a:p>
                      <a:pPr marL="0" algn="ctr" defTabSz="914400" rtl="0" eaLnBrk="1" latinLnBrk="0" hangingPunct="1"/>
                      <a:r>
                        <a:rPr lang="en-US" altLang="zh-CN" sz="1400" b="1" kern="1200" dirty="0">
                          <a:solidFill>
                            <a:schemeClr val="accent2">
                              <a:lumMod val="75000"/>
                            </a:schemeClr>
                          </a:solidFill>
                          <a:latin typeface="微软雅黑" panose="020B0503020204020204" pitchFamily="34" charset="-122"/>
                          <a:ea typeface="微软雅黑" panose="020B0503020204020204" pitchFamily="34" charset="-122"/>
                          <a:cs typeface="+mn-cs"/>
                        </a:rPr>
                        <a:t>19</a:t>
                      </a:r>
                      <a:endParaRPr lang="zh-CN" altLang="en-US" sz="1400" b="1" kern="1200" dirty="0">
                        <a:solidFill>
                          <a:schemeClr val="accent2">
                            <a:lumMod val="75000"/>
                          </a:schemeClr>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3663206194"/>
                  </a:ext>
                </a:extLst>
              </a:tr>
              <a:tr h="487722">
                <a:tc>
                  <a:txBody>
                    <a:bodyPr/>
                    <a:lstStyle/>
                    <a:p>
                      <a:pPr marL="0" algn="ctr" defTabSz="914400" rtl="0" eaLnBrk="1" latinLnBrk="0" hangingPunct="1"/>
                      <a:r>
                        <a:rPr lang="zh-CN" altLang="en-US" sz="1400" b="1" kern="1200" dirty="0">
                          <a:solidFill>
                            <a:schemeClr val="accent2">
                              <a:lumMod val="75000"/>
                            </a:schemeClr>
                          </a:solidFill>
                          <a:latin typeface="微软雅黑" panose="020B0503020204020204" pitchFamily="34" charset="-122"/>
                          <a:ea typeface="微软雅黑" panose="020B0503020204020204" pitchFamily="34" charset="-122"/>
                          <a:cs typeface="+mn-cs"/>
                        </a:rPr>
                        <a:t>杭锦旗</a:t>
                      </a:r>
                    </a:p>
                  </a:txBody>
                  <a:tcPr anchor="ctr"/>
                </a:tc>
                <a:tc>
                  <a:txBody>
                    <a:bodyPr/>
                    <a:lstStyle/>
                    <a:p>
                      <a:pPr marL="0" algn="ctr" defTabSz="914400" rtl="0" eaLnBrk="1" latinLnBrk="0" hangingPunct="1"/>
                      <a:r>
                        <a:rPr lang="en-US" altLang="zh-CN" sz="1400" b="1" kern="1200" dirty="0">
                          <a:solidFill>
                            <a:srgbClr val="00B050"/>
                          </a:solidFill>
                          <a:latin typeface="微软雅黑" panose="020B0503020204020204" pitchFamily="34" charset="-122"/>
                          <a:ea typeface="微软雅黑" panose="020B0503020204020204" pitchFamily="34" charset="-122"/>
                          <a:cs typeface="+mn-cs"/>
                        </a:rPr>
                        <a:t>8</a:t>
                      </a:r>
                      <a:endParaRPr lang="zh-CN" altLang="en-US" sz="1400" b="1" kern="1200" dirty="0">
                        <a:solidFill>
                          <a:srgbClr val="00B050"/>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2029352756"/>
                  </a:ext>
                </a:extLst>
              </a:tr>
              <a:tr h="487722">
                <a:tc>
                  <a:txBody>
                    <a:bodyPr/>
                    <a:lstStyle/>
                    <a:p>
                      <a:pPr marL="0" algn="ctr" defTabSz="914400" rtl="0" eaLnBrk="1" latinLnBrk="0" hangingPunct="1"/>
                      <a:r>
                        <a:rPr lang="zh-CN" altLang="en-US" sz="1400" b="1" kern="1200" dirty="0">
                          <a:solidFill>
                            <a:schemeClr val="accent2">
                              <a:lumMod val="75000"/>
                            </a:schemeClr>
                          </a:solidFill>
                          <a:latin typeface="微软雅黑" panose="020B0503020204020204" pitchFamily="34" charset="-122"/>
                          <a:ea typeface="微软雅黑" panose="020B0503020204020204" pitchFamily="34" charset="-122"/>
                          <a:cs typeface="+mn-cs"/>
                        </a:rPr>
                        <a:t>苏右</a:t>
                      </a:r>
                    </a:p>
                  </a:txBody>
                  <a:tcPr anchor="ctr"/>
                </a:tc>
                <a:tc>
                  <a:txBody>
                    <a:bodyPr/>
                    <a:lstStyle/>
                    <a:p>
                      <a:pPr marL="0" algn="ctr" defTabSz="914400" rtl="0" eaLnBrk="1" latinLnBrk="0" hangingPunct="1"/>
                      <a:r>
                        <a:rPr lang="en-US" altLang="zh-CN" sz="1400" b="1" kern="1200" dirty="0">
                          <a:solidFill>
                            <a:schemeClr val="accent2">
                              <a:lumMod val="75000"/>
                            </a:schemeClr>
                          </a:solidFill>
                          <a:latin typeface="微软雅黑" panose="020B0503020204020204" pitchFamily="34" charset="-122"/>
                          <a:ea typeface="微软雅黑" panose="020B0503020204020204" pitchFamily="34" charset="-122"/>
                          <a:cs typeface="+mn-cs"/>
                        </a:rPr>
                        <a:t>22</a:t>
                      </a:r>
                      <a:endParaRPr lang="zh-CN" altLang="en-US" sz="1400" b="1" kern="1200" dirty="0">
                        <a:solidFill>
                          <a:schemeClr val="accent2">
                            <a:lumMod val="75000"/>
                          </a:schemeClr>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2422322351"/>
                  </a:ext>
                </a:extLst>
              </a:tr>
              <a:tr h="487722">
                <a:tc>
                  <a:txBody>
                    <a:bodyPr/>
                    <a:lstStyle/>
                    <a:p>
                      <a:pPr marL="0" algn="ctr" defTabSz="914400" rtl="0" eaLnBrk="1" latinLnBrk="0" hangingPunct="1"/>
                      <a:r>
                        <a:rPr lang="zh-CN" altLang="en-US" sz="1400" b="1" kern="1200" dirty="0">
                          <a:solidFill>
                            <a:schemeClr val="accent2">
                              <a:lumMod val="75000"/>
                            </a:schemeClr>
                          </a:solidFill>
                          <a:latin typeface="微软雅黑" panose="020B0503020204020204" pitchFamily="34" charset="-122"/>
                          <a:ea typeface="微软雅黑" panose="020B0503020204020204" pitchFamily="34" charset="-122"/>
                          <a:cs typeface="+mn-cs"/>
                        </a:rPr>
                        <a:t>四子王旗</a:t>
                      </a:r>
                    </a:p>
                  </a:txBody>
                  <a:tcPr anchor="ctr"/>
                </a:tc>
                <a:tc>
                  <a:txBody>
                    <a:bodyPr/>
                    <a:lstStyle/>
                    <a:p>
                      <a:pPr marL="0" algn="ctr" defTabSz="914400" rtl="0" eaLnBrk="1" latinLnBrk="0" hangingPunct="1"/>
                      <a:r>
                        <a:rPr lang="en-US" altLang="zh-CN" sz="1400" b="1" kern="1200" dirty="0">
                          <a:solidFill>
                            <a:schemeClr val="accent2">
                              <a:lumMod val="75000"/>
                            </a:schemeClr>
                          </a:solidFill>
                          <a:latin typeface="微软雅黑" panose="020B0503020204020204" pitchFamily="34" charset="-122"/>
                          <a:ea typeface="微软雅黑" panose="020B0503020204020204" pitchFamily="34" charset="-122"/>
                          <a:cs typeface="+mn-cs"/>
                        </a:rPr>
                        <a:t>23</a:t>
                      </a:r>
                      <a:endParaRPr lang="zh-CN" altLang="en-US" sz="1400" b="1" kern="1200" dirty="0">
                        <a:solidFill>
                          <a:schemeClr val="accent2">
                            <a:lumMod val="75000"/>
                          </a:schemeClr>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3179317611"/>
                  </a:ext>
                </a:extLst>
              </a:tr>
              <a:tr h="487722">
                <a:tc>
                  <a:txBody>
                    <a:bodyPr/>
                    <a:lstStyle/>
                    <a:p>
                      <a:pPr marL="0" algn="ctr" defTabSz="914400" rtl="0" eaLnBrk="1" latinLnBrk="0" hangingPunct="1"/>
                      <a:r>
                        <a:rPr lang="zh-CN" altLang="en-US" sz="1400" b="1" kern="1200" dirty="0">
                          <a:solidFill>
                            <a:schemeClr val="accent2">
                              <a:lumMod val="75000"/>
                            </a:schemeClr>
                          </a:solidFill>
                          <a:latin typeface="微软雅黑" panose="020B0503020204020204" pitchFamily="34" charset="-122"/>
                          <a:ea typeface="微软雅黑" panose="020B0503020204020204" pitchFamily="34" charset="-122"/>
                          <a:cs typeface="+mn-cs"/>
                        </a:rPr>
                        <a:t>乌海</a:t>
                      </a:r>
                    </a:p>
                  </a:txBody>
                  <a:tcPr anchor="ctr"/>
                </a:tc>
                <a:tc>
                  <a:txBody>
                    <a:bodyPr/>
                    <a:lstStyle/>
                    <a:p>
                      <a:pPr marL="0" algn="ctr" defTabSz="914400" rtl="0" eaLnBrk="1" latinLnBrk="0" hangingPunct="1"/>
                      <a:r>
                        <a:rPr lang="en-US" altLang="zh-CN" sz="1400" b="1" kern="1200" dirty="0">
                          <a:solidFill>
                            <a:srgbClr val="00B050"/>
                          </a:solidFill>
                          <a:latin typeface="微软雅黑" panose="020B0503020204020204" pitchFamily="34" charset="-122"/>
                          <a:ea typeface="微软雅黑" panose="020B0503020204020204" pitchFamily="34" charset="-122"/>
                          <a:cs typeface="+mn-cs"/>
                        </a:rPr>
                        <a:t>2</a:t>
                      </a:r>
                      <a:endParaRPr lang="zh-CN" altLang="en-US" sz="1400" b="1" kern="1200" dirty="0">
                        <a:solidFill>
                          <a:srgbClr val="00B050"/>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2686274"/>
                  </a:ext>
                </a:extLst>
              </a:tr>
            </a:tbl>
          </a:graphicData>
        </a:graphic>
      </p:graphicFrame>
    </p:spTree>
    <p:extLst>
      <p:ext uri="{BB962C8B-B14F-4D97-AF65-F5344CB8AC3E}">
        <p14:creationId xmlns:p14="http://schemas.microsoft.com/office/powerpoint/2010/main" val="24658565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5906C-EE20-6072-9B03-1C9B37CD903F}"/>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3D49A43D-BE2F-26E3-C92C-889DB573CFC1}"/>
              </a:ext>
            </a:extLst>
          </p:cNvPr>
          <p:cNvSpPr/>
          <p:nvPr/>
        </p:nvSpPr>
        <p:spPr>
          <a:xfrm>
            <a:off x="0" y="0"/>
            <a:ext cx="12192000" cy="574177"/>
          </a:xfrm>
          <a:prstGeom prst="rect">
            <a:avLst/>
          </a:prstGeom>
          <a:solidFill>
            <a:srgbClr val="3B3B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DengXian"/>
              <a:ea typeface="DengXian" panose="02010600030101010101" pitchFamily="2" charset="-122"/>
              <a:cs typeface="+mn-cs"/>
            </a:endParaRPr>
          </a:p>
        </p:txBody>
      </p:sp>
      <p:sp>
        <p:nvSpPr>
          <p:cNvPr id="8" name="文本框 7">
            <a:extLst>
              <a:ext uri="{FF2B5EF4-FFF2-40B4-BE49-F238E27FC236}">
                <a16:creationId xmlns:a16="http://schemas.microsoft.com/office/drawing/2014/main" id="{B7152E73-AB34-4E4C-6D9A-ED5B79FD623D}"/>
              </a:ext>
            </a:extLst>
          </p:cNvPr>
          <p:cNvSpPr txBox="1"/>
          <p:nvPr/>
        </p:nvSpPr>
        <p:spPr>
          <a:xfrm>
            <a:off x="126998" y="102938"/>
            <a:ext cx="10588627" cy="369332"/>
          </a:xfrm>
          <a:prstGeom prst="rect">
            <a:avLst/>
          </a:prstGeom>
          <a:noFill/>
        </p:spPr>
        <p:txBody>
          <a:bodyPr wrap="square" rtlCol="0">
            <a:spAutoFit/>
          </a:bodyPr>
          <a:lstStyle/>
          <a:p>
            <a:pPr lvl="0">
              <a:defRPr/>
            </a:pPr>
            <a:r>
              <a:rPr kumimoji="0" lang="en-US" altLang="zh-CN"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3. </a:t>
            </a:r>
            <a:r>
              <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蒙西</a:t>
            </a:r>
            <a:r>
              <a:rPr lang="zh-CN" altLang="en-US">
                <a:solidFill>
                  <a:prstClr val="white"/>
                </a:solidFill>
                <a:latin typeface="微软雅黑" panose="020B0503020204020204" pitchFamily="34" charset="-122"/>
                <a:ea typeface="微软雅黑" panose="020B0503020204020204" pitchFamily="34" charset="-122"/>
              </a:rPr>
              <a:t>储能交易风险及挑战</a:t>
            </a:r>
            <a:endParaRPr kumimoji="0" lang="zh-CN" altLang="en-US" sz="1800" b="0" i="0" u="none" strike="noStrike" kern="1200" cap="none" spc="0" normalizeH="0" baseline="0" noProof="0">
              <a:ln>
                <a:noFill/>
              </a:ln>
              <a:solidFill>
                <a:schemeClr val="accent4">
                  <a:lumMod val="20000"/>
                  <a:lumOff val="80000"/>
                </a:schemeClr>
              </a:solidFill>
              <a:effectLst/>
              <a:uLnTx/>
              <a:uFillTx/>
              <a:latin typeface="微软雅黑" panose="020B0503020204020204" pitchFamily="34" charset="-122"/>
              <a:ea typeface="微软雅黑" panose="020B0503020204020204" pitchFamily="34" charset="-122"/>
              <a:cs typeface="+mn-cs"/>
            </a:endParaRPr>
          </a:p>
        </p:txBody>
      </p:sp>
      <p:sp>
        <p:nvSpPr>
          <p:cNvPr id="4" name="文本框 3">
            <a:extLst>
              <a:ext uri="{FF2B5EF4-FFF2-40B4-BE49-F238E27FC236}">
                <a16:creationId xmlns:a16="http://schemas.microsoft.com/office/drawing/2014/main" id="{8EE22632-CA9D-05F5-3BEE-23832F8F5437}"/>
              </a:ext>
            </a:extLst>
          </p:cNvPr>
          <p:cNvSpPr txBox="1"/>
          <p:nvPr/>
        </p:nvSpPr>
        <p:spPr>
          <a:xfrm>
            <a:off x="317500" y="907484"/>
            <a:ext cx="5716865" cy="4850174"/>
          </a:xfrm>
          <a:prstGeom prst="rect">
            <a:avLst/>
          </a:prstGeom>
          <a:noFill/>
        </p:spPr>
        <p:txBody>
          <a:bodyPr wrap="square" rtlCol="0">
            <a:spAutoFit/>
          </a:bodyPr>
          <a:lstStyle/>
          <a:p>
            <a:pPr lvl="0">
              <a:lnSpc>
                <a:spcPct val="150000"/>
              </a:lnSpc>
              <a:defRPr/>
            </a:pPr>
            <a:r>
              <a:rPr lang="en-US" altLang="zh-CN" b="1" dirty="0">
                <a:solidFill>
                  <a:prstClr val="black"/>
                </a:solidFill>
                <a:latin typeface="微软雅黑" panose="020B0503020204020204" pitchFamily="34" charset="-122"/>
                <a:ea typeface="微软雅黑" panose="020B0503020204020204" pitchFamily="34" charset="-122"/>
              </a:rPr>
              <a:t>1.</a:t>
            </a:r>
            <a:r>
              <a:rPr lang="zh-CN" altLang="en-US" b="1" dirty="0">
                <a:solidFill>
                  <a:prstClr val="black"/>
                </a:solidFill>
                <a:latin typeface="微软雅黑" panose="020B0503020204020204" pitchFamily="34" charset="-122"/>
                <a:ea typeface="微软雅黑" panose="020B0503020204020204" pitchFamily="34" charset="-122"/>
              </a:rPr>
              <a:t>申报时间紧张</a:t>
            </a:r>
            <a:endParaRPr lang="en-US" altLang="zh-CN" b="1" dirty="0">
              <a:solidFill>
                <a:prstClr val="black"/>
              </a:solidFill>
              <a:latin typeface="微软雅黑" panose="020B0503020204020204" pitchFamily="34" charset="-122"/>
              <a:ea typeface="微软雅黑" panose="020B0503020204020204" pitchFamily="34" charset="-122"/>
            </a:endParaRPr>
          </a:p>
          <a:p>
            <a:pPr marL="285750" lvl="0" indent="-285750">
              <a:lnSpc>
                <a:spcPct val="150000"/>
              </a:lnSpc>
              <a:buFont typeface="Wingdings" panose="05000000000000000000" pitchFamily="2" charset="2"/>
              <a:buChar char="ü"/>
              <a:defRPr/>
            </a:pPr>
            <a:r>
              <a:rPr lang="zh-CN" altLang="en-US" dirty="0">
                <a:solidFill>
                  <a:prstClr val="black"/>
                </a:solidFill>
                <a:latin typeface="微软雅黑" panose="020B0503020204020204" pitchFamily="34" charset="-122"/>
                <a:ea typeface="微软雅黑" panose="020B0503020204020204" pitchFamily="34" charset="-122"/>
              </a:rPr>
              <a:t>电网每天“红绿灯”约束在</a:t>
            </a:r>
            <a:r>
              <a:rPr lang="en-US" altLang="zh-CN" dirty="0">
                <a:solidFill>
                  <a:prstClr val="black"/>
                </a:solidFill>
                <a:latin typeface="微软雅黑" panose="020B0503020204020204" pitchFamily="34" charset="-122"/>
                <a:ea typeface="微软雅黑" panose="020B0503020204020204" pitchFamily="34" charset="-122"/>
              </a:rPr>
              <a:t>8:30</a:t>
            </a:r>
            <a:r>
              <a:rPr lang="zh-CN" altLang="en-US" dirty="0">
                <a:solidFill>
                  <a:prstClr val="black"/>
                </a:solidFill>
                <a:latin typeface="微软雅黑" panose="020B0503020204020204" pitchFamily="34" charset="-122"/>
                <a:ea typeface="微软雅黑" panose="020B0503020204020204" pitchFamily="34" charset="-122"/>
              </a:rPr>
              <a:t>分发布，但要求</a:t>
            </a:r>
            <a:r>
              <a:rPr lang="en-US" altLang="zh-CN" dirty="0">
                <a:solidFill>
                  <a:prstClr val="black"/>
                </a:solidFill>
                <a:latin typeface="微软雅黑" panose="020B0503020204020204" pitchFamily="34" charset="-122"/>
                <a:ea typeface="微软雅黑" panose="020B0503020204020204" pitchFamily="34" charset="-122"/>
              </a:rPr>
              <a:t>9:30</a:t>
            </a:r>
            <a:r>
              <a:rPr lang="zh-CN" altLang="en-US" dirty="0">
                <a:solidFill>
                  <a:prstClr val="black"/>
                </a:solidFill>
                <a:latin typeface="微软雅黑" panose="020B0503020204020204" pitchFamily="34" charset="-122"/>
                <a:ea typeface="微软雅黑" panose="020B0503020204020204" pitchFamily="34" charset="-122"/>
              </a:rPr>
              <a:t>分完成申报。场站在调度</a:t>
            </a:r>
            <a:r>
              <a:rPr lang="en-US" altLang="zh-CN" dirty="0">
                <a:solidFill>
                  <a:prstClr val="black"/>
                </a:solidFill>
                <a:latin typeface="微软雅黑" panose="020B0503020204020204" pitchFamily="34" charset="-122"/>
                <a:ea typeface="微软雅黑" panose="020B0503020204020204" pitchFamily="34" charset="-122"/>
              </a:rPr>
              <a:t>OMS</a:t>
            </a:r>
            <a:r>
              <a:rPr lang="zh-CN" altLang="en-US" dirty="0">
                <a:solidFill>
                  <a:prstClr val="black"/>
                </a:solidFill>
                <a:latin typeface="微软雅黑" panose="020B0503020204020204" pitchFamily="34" charset="-122"/>
                <a:ea typeface="微软雅黑" panose="020B0503020204020204" pitchFamily="34" charset="-122"/>
              </a:rPr>
              <a:t>系统的填报时间小储约为</a:t>
            </a:r>
            <a:r>
              <a:rPr lang="en-US" altLang="zh-CN" dirty="0">
                <a:solidFill>
                  <a:prstClr val="black"/>
                </a:solidFill>
                <a:latin typeface="微软雅黑" panose="020B0503020204020204" pitchFamily="34" charset="-122"/>
                <a:ea typeface="微软雅黑" panose="020B0503020204020204" pitchFamily="34" charset="-122"/>
              </a:rPr>
              <a:t>10-15</a:t>
            </a:r>
            <a:r>
              <a:rPr lang="zh-CN" altLang="en-US" dirty="0">
                <a:solidFill>
                  <a:prstClr val="black"/>
                </a:solidFill>
                <a:latin typeface="微软雅黑" panose="020B0503020204020204" pitchFamily="34" charset="-122"/>
                <a:ea typeface="微软雅黑" panose="020B0503020204020204" pitchFamily="34" charset="-122"/>
              </a:rPr>
              <a:t>分钟，巴盟、谷山梁在</a:t>
            </a:r>
            <a:r>
              <a:rPr lang="en-US" altLang="zh-CN" dirty="0">
                <a:solidFill>
                  <a:prstClr val="black"/>
                </a:solidFill>
                <a:latin typeface="微软雅黑" panose="020B0503020204020204" pitchFamily="34" charset="-122"/>
                <a:ea typeface="微软雅黑" panose="020B0503020204020204" pitchFamily="34" charset="-122"/>
              </a:rPr>
              <a:t>30</a:t>
            </a:r>
            <a:r>
              <a:rPr lang="zh-CN" altLang="en-US" dirty="0">
                <a:solidFill>
                  <a:prstClr val="black"/>
                </a:solidFill>
                <a:latin typeface="微软雅黑" panose="020B0503020204020204" pitchFamily="34" charset="-122"/>
                <a:ea typeface="微软雅黑" panose="020B0503020204020204" pitchFamily="34" charset="-122"/>
              </a:rPr>
              <a:t>分钟以上（逐母线申报，巴盟</a:t>
            </a:r>
            <a:r>
              <a:rPr lang="en-US" altLang="zh-CN" dirty="0">
                <a:solidFill>
                  <a:prstClr val="black"/>
                </a:solidFill>
                <a:latin typeface="微软雅黑" panose="020B0503020204020204" pitchFamily="34" charset="-122"/>
                <a:ea typeface="微软雅黑" panose="020B0503020204020204" pitchFamily="34" charset="-122"/>
              </a:rPr>
              <a:t>6</a:t>
            </a:r>
            <a:r>
              <a:rPr lang="zh-CN" altLang="en-US" dirty="0">
                <a:solidFill>
                  <a:prstClr val="black"/>
                </a:solidFill>
                <a:latin typeface="微软雅黑" panose="020B0503020204020204" pitchFamily="34" charset="-122"/>
                <a:ea typeface="微软雅黑" panose="020B0503020204020204" pitchFamily="34" charset="-122"/>
              </a:rPr>
              <a:t>条、谷山梁</a:t>
            </a:r>
            <a:r>
              <a:rPr lang="en-US" altLang="zh-CN" dirty="0">
                <a:solidFill>
                  <a:prstClr val="black"/>
                </a:solidFill>
                <a:latin typeface="微软雅黑" panose="020B0503020204020204" pitchFamily="34" charset="-122"/>
                <a:ea typeface="微软雅黑" panose="020B0503020204020204" pitchFamily="34" charset="-122"/>
              </a:rPr>
              <a:t>4</a:t>
            </a:r>
            <a:r>
              <a:rPr lang="zh-CN" altLang="en-US" dirty="0">
                <a:solidFill>
                  <a:prstClr val="black"/>
                </a:solidFill>
                <a:latin typeface="微软雅黑" panose="020B0503020204020204" pitchFamily="34" charset="-122"/>
                <a:ea typeface="微软雅黑" panose="020B0503020204020204" pitchFamily="34" charset="-122"/>
              </a:rPr>
              <a:t>条）。因此，交易员从获取边界到完成策略的时间仅有不到半小时的时间，需完成</a:t>
            </a:r>
            <a:r>
              <a:rPr lang="en-US" altLang="zh-CN" dirty="0">
                <a:solidFill>
                  <a:prstClr val="black"/>
                </a:solidFill>
                <a:latin typeface="微软雅黑" panose="020B0503020204020204" pitchFamily="34" charset="-122"/>
                <a:ea typeface="微软雅黑" panose="020B0503020204020204" pitchFamily="34" charset="-122"/>
              </a:rPr>
              <a:t>7</a:t>
            </a:r>
            <a:r>
              <a:rPr lang="zh-CN" altLang="en-US" dirty="0">
                <a:solidFill>
                  <a:prstClr val="black"/>
                </a:solidFill>
                <a:latin typeface="微软雅黑" panose="020B0503020204020204" pitchFamily="34" charset="-122"/>
                <a:ea typeface="微软雅黑" panose="020B0503020204020204" pitchFamily="34" charset="-122"/>
              </a:rPr>
              <a:t>个场站的策略编制</a:t>
            </a:r>
          </a:p>
          <a:p>
            <a:pPr>
              <a:lnSpc>
                <a:spcPct val="150000"/>
              </a:lnSpc>
              <a:defRPr/>
            </a:pPr>
            <a:r>
              <a:rPr lang="en-US" altLang="zh-CN" b="1" dirty="0">
                <a:solidFill>
                  <a:prstClr val="black"/>
                </a:solidFill>
                <a:latin typeface="微软雅黑" panose="020B0503020204020204" pitchFamily="34" charset="-122"/>
                <a:ea typeface="微软雅黑" panose="020B0503020204020204" pitchFamily="34" charset="-122"/>
              </a:rPr>
              <a:t>2.</a:t>
            </a:r>
            <a:r>
              <a:rPr lang="zh-CN" altLang="en-US" b="1" dirty="0">
                <a:solidFill>
                  <a:prstClr val="black"/>
                </a:solidFill>
                <a:latin typeface="微软雅黑" panose="020B0503020204020204" pitchFamily="34" charset="-122"/>
                <a:ea typeface="微软雅黑" panose="020B0503020204020204" pitchFamily="34" charset="-122"/>
              </a:rPr>
              <a:t> 传统价格预测失真</a:t>
            </a:r>
            <a:endParaRPr lang="en-US" altLang="zh-CN" b="1" dirty="0">
              <a:solidFill>
                <a:prstClr val="black"/>
              </a:solidFill>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ü"/>
              <a:defRPr/>
            </a:pPr>
            <a:r>
              <a:rPr lang="zh-CN" altLang="en-US" sz="1600" dirty="0">
                <a:solidFill>
                  <a:prstClr val="black"/>
                </a:solidFill>
                <a:latin typeface="微软雅黑" panose="020B0503020204020204" pitchFamily="34" charset="-122"/>
                <a:ea typeface="微软雅黑" panose="020B0503020204020204" pitchFamily="34" charset="-122"/>
              </a:rPr>
              <a:t>蒙西当前储能充放功率达到</a:t>
            </a:r>
            <a:r>
              <a:rPr lang="en-US" altLang="zh-CN" sz="1600" dirty="0">
                <a:solidFill>
                  <a:prstClr val="black"/>
                </a:solidFill>
                <a:latin typeface="微软雅黑" panose="020B0503020204020204" pitchFamily="34" charset="-122"/>
                <a:ea typeface="微软雅黑" panose="020B0503020204020204" pitchFamily="34" charset="-122"/>
              </a:rPr>
              <a:t>10GW</a:t>
            </a:r>
            <a:r>
              <a:rPr lang="zh-CN" altLang="en-US" sz="1600" dirty="0">
                <a:solidFill>
                  <a:prstClr val="black"/>
                </a:solidFill>
                <a:latin typeface="微软雅黑" panose="020B0503020204020204" pitchFamily="34" charset="-122"/>
                <a:ea typeface="微软雅黑" panose="020B0503020204020204" pitchFamily="34" charset="-122"/>
              </a:rPr>
              <a:t>，对应约</a:t>
            </a:r>
            <a:r>
              <a:rPr lang="en-US" altLang="zh-CN" sz="1600" dirty="0">
                <a:solidFill>
                  <a:prstClr val="black"/>
                </a:solidFill>
                <a:latin typeface="微软雅黑" panose="020B0503020204020204" pitchFamily="34" charset="-122"/>
                <a:ea typeface="微软雅黑" panose="020B0503020204020204" pitchFamily="34" charset="-122"/>
              </a:rPr>
              <a:t>10-30GW</a:t>
            </a:r>
            <a:r>
              <a:rPr lang="zh-CN" altLang="en-US" sz="1600" dirty="0">
                <a:solidFill>
                  <a:prstClr val="black"/>
                </a:solidFill>
                <a:latin typeface="微软雅黑" panose="020B0503020204020204" pitchFamily="34" charset="-122"/>
                <a:ea typeface="微软雅黑" panose="020B0503020204020204" pitchFamily="34" charset="-122"/>
              </a:rPr>
              <a:t>的竞价空间（供需关系）将产生非常大的影响，只有考虑储能充放行为才能进行准确预判价格趋势，即数值预测变成行为预测。</a:t>
            </a:r>
            <a:endParaRPr lang="en-US" altLang="zh-CN" sz="1600" dirty="0">
              <a:solidFill>
                <a:prstClr val="black"/>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D88F7869-4866-F960-B4FF-A531DBEAA34B}"/>
              </a:ext>
            </a:extLst>
          </p:cNvPr>
          <p:cNvSpPr txBox="1"/>
          <p:nvPr/>
        </p:nvSpPr>
        <p:spPr>
          <a:xfrm>
            <a:off x="6371670" y="1221809"/>
            <a:ext cx="5502830" cy="4019177"/>
          </a:xfrm>
          <a:prstGeom prst="rect">
            <a:avLst/>
          </a:prstGeom>
          <a:noFill/>
        </p:spPr>
        <p:txBody>
          <a:bodyPr wrap="square" rtlCol="0">
            <a:spAutoFit/>
          </a:bodyPr>
          <a:lstStyle/>
          <a:p>
            <a:pPr>
              <a:lnSpc>
                <a:spcPct val="150000"/>
              </a:lnSpc>
              <a:defRPr/>
            </a:pPr>
            <a:r>
              <a:rPr lang="en-US" altLang="zh-CN" b="1" dirty="0">
                <a:solidFill>
                  <a:prstClr val="black"/>
                </a:solidFill>
                <a:latin typeface="微软雅黑" panose="020B0503020204020204" pitchFamily="34" charset="-122"/>
                <a:ea typeface="微软雅黑" panose="020B0503020204020204" pitchFamily="34" charset="-122"/>
              </a:rPr>
              <a:t>3.</a:t>
            </a:r>
            <a:r>
              <a:rPr lang="zh-CN" altLang="en-US" b="1" dirty="0">
                <a:solidFill>
                  <a:prstClr val="black"/>
                </a:solidFill>
                <a:latin typeface="微软雅黑" panose="020B0503020204020204" pitchFamily="34" charset="-122"/>
                <a:ea typeface="微软雅黑" panose="020B0503020204020204" pitchFamily="34" charset="-122"/>
              </a:rPr>
              <a:t>断面阻塞影响呼包东区域地区收益</a:t>
            </a:r>
            <a:endParaRPr lang="en-US" altLang="zh-CN" b="1" dirty="0">
              <a:solidFill>
                <a:prstClr val="black"/>
              </a:solidFill>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ü"/>
              <a:defRPr/>
            </a:pPr>
            <a:r>
              <a:rPr lang="zh-CN" altLang="en-US" dirty="0">
                <a:solidFill>
                  <a:prstClr val="black"/>
                </a:solidFill>
                <a:latin typeface="微软雅黑" panose="020B0503020204020204" pitchFamily="34" charset="-122"/>
                <a:ea typeface="微软雅黑" panose="020B0503020204020204" pitchFamily="34" charset="-122"/>
              </a:rPr>
              <a:t>表现为捕获</a:t>
            </a:r>
            <a:r>
              <a:rPr lang="zh-CN" altLang="en-US" dirty="0">
                <a:solidFill>
                  <a:prstClr val="black"/>
                </a:solidFill>
                <a:latin typeface="微软雅黑" panose="020B0503020204020204" pitchFamily="34" charset="-122"/>
                <a:ea typeface="微软雅黑" panose="020B0503020204020204" pitchFamily="34" charset="-122"/>
                <a:sym typeface="+mn-ea"/>
              </a:rPr>
              <a:t>价差较小（小风季中午橙区、晚间红区价格倒挂）；调度校核严重，晚间由于区域某节点（旗下营）变电站送出受限，放电校核严重，苏右、四子王单月放电校核比例能达到</a:t>
            </a:r>
            <a:r>
              <a:rPr lang="en-US" altLang="zh-CN" dirty="0">
                <a:solidFill>
                  <a:prstClr val="black"/>
                </a:solidFill>
                <a:latin typeface="微软雅黑" panose="020B0503020204020204" pitchFamily="34" charset="-122"/>
                <a:ea typeface="微软雅黑" panose="020B0503020204020204" pitchFamily="34" charset="-122"/>
                <a:sym typeface="+mn-ea"/>
              </a:rPr>
              <a:t>15-20%</a:t>
            </a:r>
          </a:p>
          <a:p>
            <a:pPr>
              <a:lnSpc>
                <a:spcPct val="150000"/>
              </a:lnSpc>
              <a:defRPr/>
            </a:pPr>
            <a:r>
              <a:rPr lang="en-US" altLang="zh-CN" b="1" dirty="0">
                <a:solidFill>
                  <a:prstClr val="black"/>
                </a:solidFill>
                <a:latin typeface="微软雅黑" panose="020B0503020204020204" pitchFamily="34" charset="-122"/>
                <a:ea typeface="微软雅黑" panose="020B0503020204020204" pitchFamily="34" charset="-122"/>
                <a:sym typeface="+mn-ea"/>
              </a:rPr>
              <a:t>4.</a:t>
            </a:r>
            <a:r>
              <a:rPr lang="zh-CN" altLang="en-US" b="1" dirty="0">
                <a:solidFill>
                  <a:prstClr val="black"/>
                </a:solidFill>
                <a:latin typeface="微软雅黑" panose="020B0503020204020204" pitchFamily="34" charset="-122"/>
                <a:ea typeface="微软雅黑" panose="020B0503020204020204" pitchFamily="34" charset="-122"/>
                <a:sym typeface="+mn-ea"/>
              </a:rPr>
              <a:t>场站接入节点物理受限</a:t>
            </a:r>
            <a:endParaRPr lang="en-US" altLang="zh-CN" b="1" dirty="0">
              <a:solidFill>
                <a:prstClr val="black"/>
              </a:solidFill>
              <a:latin typeface="微软雅黑" panose="020B0503020204020204" pitchFamily="34" charset="-122"/>
              <a:ea typeface="微软雅黑" panose="020B0503020204020204" pitchFamily="34" charset="-122"/>
              <a:sym typeface="+mn-ea"/>
            </a:endParaRPr>
          </a:p>
          <a:p>
            <a:pPr marL="285750" indent="-285750">
              <a:lnSpc>
                <a:spcPct val="150000"/>
              </a:lnSpc>
              <a:buFont typeface="Wingdings" panose="05000000000000000000" pitchFamily="2" charset="2"/>
              <a:buChar char="ü"/>
              <a:defRPr/>
            </a:pPr>
            <a:r>
              <a:rPr lang="zh-CN" altLang="en-US" sz="1600" dirty="0">
                <a:solidFill>
                  <a:prstClr val="black"/>
                </a:solidFill>
                <a:latin typeface="微软雅黑" panose="020B0503020204020204" pitchFamily="34" charset="-122"/>
                <a:ea typeface="微软雅黑" panose="020B0503020204020204" pitchFamily="34" charset="-122"/>
                <a:sym typeface="+mn-ea"/>
              </a:rPr>
              <a:t>谷山梁变电站放电送出受限，目前放电功率降为</a:t>
            </a:r>
            <a:r>
              <a:rPr lang="en-US" altLang="zh-CN" sz="1600" dirty="0">
                <a:solidFill>
                  <a:prstClr val="black"/>
                </a:solidFill>
                <a:latin typeface="微软雅黑" panose="020B0503020204020204" pitchFamily="34" charset="-122"/>
                <a:ea typeface="微软雅黑" panose="020B0503020204020204" pitchFamily="34" charset="-122"/>
                <a:sym typeface="+mn-ea"/>
              </a:rPr>
              <a:t>400MW</a:t>
            </a:r>
            <a:r>
              <a:rPr lang="zh-CN" altLang="en-US" sz="1600" dirty="0">
                <a:solidFill>
                  <a:prstClr val="black"/>
                </a:solidFill>
                <a:latin typeface="微软雅黑" panose="020B0503020204020204" pitchFamily="34" charset="-122"/>
                <a:ea typeface="微软雅黑" panose="020B0503020204020204" pitchFamily="34" charset="-122"/>
                <a:sym typeface="+mn-ea"/>
              </a:rPr>
              <a:t>，超额放电有出发惩罚价格风险（</a:t>
            </a:r>
            <a:r>
              <a:rPr lang="en-US" altLang="zh-CN" sz="1600" dirty="0">
                <a:solidFill>
                  <a:prstClr val="black"/>
                </a:solidFill>
                <a:latin typeface="微软雅黑" panose="020B0503020204020204" pitchFamily="34" charset="-122"/>
                <a:ea typeface="微软雅黑" panose="020B0503020204020204" pitchFamily="34" charset="-122"/>
                <a:sym typeface="+mn-ea"/>
              </a:rPr>
              <a:t>-50</a:t>
            </a:r>
            <a:r>
              <a:rPr lang="zh-CN" altLang="en-US" sz="1600" dirty="0">
                <a:solidFill>
                  <a:prstClr val="black"/>
                </a:solidFill>
                <a:latin typeface="微软雅黑" panose="020B0503020204020204" pitchFamily="34" charset="-122"/>
                <a:ea typeface="微软雅黑" panose="020B0503020204020204" pitchFamily="34" charset="-122"/>
                <a:sym typeface="+mn-ea"/>
              </a:rPr>
              <a:t>元</a:t>
            </a:r>
            <a:r>
              <a:rPr lang="en-US" altLang="zh-CN" sz="1600" dirty="0">
                <a:solidFill>
                  <a:prstClr val="black"/>
                </a:solidFill>
                <a:latin typeface="微软雅黑" panose="020B0503020204020204" pitchFamily="34" charset="-122"/>
                <a:ea typeface="微软雅黑" panose="020B0503020204020204" pitchFamily="34" charset="-122"/>
                <a:sym typeface="+mn-ea"/>
              </a:rPr>
              <a:t>/MWh</a:t>
            </a:r>
            <a:r>
              <a:rPr lang="zh-CN" altLang="en-US" sz="1600" dirty="0">
                <a:solidFill>
                  <a:prstClr val="black"/>
                </a:solidFill>
                <a:latin typeface="微软雅黑" panose="020B0503020204020204" pitchFamily="34" charset="-122"/>
                <a:ea typeface="微软雅黑" panose="020B0503020204020204" pitchFamily="34" charset="-122"/>
                <a:sym typeface="+mn-ea"/>
              </a:rPr>
              <a:t>）；降功率后，可能造成放电时长不足影响补贴获取、捕获价差减低等情况</a:t>
            </a:r>
            <a:endParaRPr lang="en-US" altLang="zh-CN" sz="1600" dirty="0">
              <a:solidFill>
                <a:prstClr val="black"/>
              </a:solidFill>
              <a:latin typeface="微软雅黑" panose="020B0503020204020204" pitchFamily="34" charset="-122"/>
              <a:ea typeface="微软雅黑" panose="020B0503020204020204" pitchFamily="34" charset="-122"/>
              <a:sym typeface="+mn-ea"/>
            </a:endParaRPr>
          </a:p>
        </p:txBody>
      </p:sp>
    </p:spTree>
    <p:extLst>
      <p:ext uri="{BB962C8B-B14F-4D97-AF65-F5344CB8AC3E}">
        <p14:creationId xmlns:p14="http://schemas.microsoft.com/office/powerpoint/2010/main" val="8625923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82A4C-9CEB-F532-3134-6B56B225D524}"/>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62261485-F963-845A-6E65-2058F5A34693}"/>
              </a:ext>
            </a:extLst>
          </p:cNvPr>
          <p:cNvSpPr/>
          <p:nvPr/>
        </p:nvSpPr>
        <p:spPr>
          <a:xfrm>
            <a:off x="0" y="0"/>
            <a:ext cx="12192000" cy="574177"/>
          </a:xfrm>
          <a:prstGeom prst="rect">
            <a:avLst/>
          </a:prstGeom>
          <a:solidFill>
            <a:srgbClr val="3B3B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DengXian"/>
              <a:ea typeface="DengXian" panose="02010600030101010101" pitchFamily="2" charset="-122"/>
              <a:cs typeface="+mn-cs"/>
            </a:endParaRPr>
          </a:p>
        </p:txBody>
      </p:sp>
      <p:sp>
        <p:nvSpPr>
          <p:cNvPr id="8" name="文本框 7">
            <a:extLst>
              <a:ext uri="{FF2B5EF4-FFF2-40B4-BE49-F238E27FC236}">
                <a16:creationId xmlns:a16="http://schemas.microsoft.com/office/drawing/2014/main" id="{68930198-A50F-C3BD-A18B-1712ACE86E44}"/>
              </a:ext>
            </a:extLst>
          </p:cNvPr>
          <p:cNvSpPr txBox="1"/>
          <p:nvPr/>
        </p:nvSpPr>
        <p:spPr>
          <a:xfrm>
            <a:off x="126998" y="102938"/>
            <a:ext cx="10588627" cy="369332"/>
          </a:xfrm>
          <a:prstGeom prst="rect">
            <a:avLst/>
          </a:prstGeom>
          <a:noFill/>
        </p:spPr>
        <p:txBody>
          <a:bodyPr wrap="square" rtlCol="0">
            <a:spAutoFit/>
          </a:bodyPr>
          <a:lstStyle/>
          <a:p>
            <a:pPr lvl="0">
              <a:defRPr/>
            </a:pPr>
            <a:r>
              <a:rPr kumimoji="0" lang="en-US" altLang="zh-CN"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3. </a:t>
            </a:r>
            <a:r>
              <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当前蒙西</a:t>
            </a:r>
            <a:r>
              <a:rPr lang="zh-CN" altLang="en-US">
                <a:solidFill>
                  <a:prstClr val="white"/>
                </a:solidFill>
                <a:latin typeface="微软雅黑" panose="020B0503020204020204" pitchFamily="34" charset="-122"/>
                <a:ea typeface="微软雅黑" panose="020B0503020204020204" pitchFamily="34" charset="-122"/>
              </a:rPr>
              <a:t>各场站运营问题与应对方式</a:t>
            </a:r>
            <a:r>
              <a:rPr lang="en-US" altLang="zh-CN">
                <a:solidFill>
                  <a:schemeClr val="accent4">
                    <a:lumMod val="20000"/>
                    <a:lumOff val="80000"/>
                  </a:schemeClr>
                </a:solidFill>
                <a:latin typeface="微软雅黑" panose="020B0503020204020204" pitchFamily="34" charset="-122"/>
                <a:ea typeface="微软雅黑" panose="020B0503020204020204" pitchFamily="34" charset="-122"/>
              </a:rPr>
              <a:t>–</a:t>
            </a:r>
            <a:r>
              <a:rPr lang="zh-CN" altLang="en-US">
                <a:solidFill>
                  <a:schemeClr val="accent4">
                    <a:lumMod val="20000"/>
                    <a:lumOff val="80000"/>
                  </a:schemeClr>
                </a:solidFill>
                <a:latin typeface="微软雅黑" panose="020B0503020204020204" pitchFamily="34" charset="-122"/>
                <a:ea typeface="微软雅黑" panose="020B0503020204020204" pitchFamily="34" charset="-122"/>
              </a:rPr>
              <a:t>巴盟体量较大，充放行为扭曲价格特征明显</a:t>
            </a:r>
            <a:endParaRPr kumimoji="0" lang="zh-CN" altLang="en-US" sz="1800" b="0" i="0" u="none" strike="noStrike" kern="1200" cap="none" spc="0" normalizeH="0" baseline="0" noProof="0">
              <a:ln>
                <a:noFill/>
              </a:ln>
              <a:solidFill>
                <a:schemeClr val="accent4">
                  <a:lumMod val="20000"/>
                  <a:lumOff val="80000"/>
                </a:schemeClr>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3" name="图表 2">
            <a:extLst>
              <a:ext uri="{FF2B5EF4-FFF2-40B4-BE49-F238E27FC236}">
                <a16:creationId xmlns:a16="http://schemas.microsoft.com/office/drawing/2014/main" id="{124E6C08-F2AC-84EE-31D5-FE5479F6A158}"/>
              </a:ext>
            </a:extLst>
          </p:cNvPr>
          <p:cNvGraphicFramePr/>
          <p:nvPr>
            <p:extLst>
              <p:ext uri="{D42A27DB-BD31-4B8C-83A1-F6EECF244321}">
                <p14:modId xmlns:p14="http://schemas.microsoft.com/office/powerpoint/2010/main" val="4050294990"/>
              </p:ext>
            </p:extLst>
          </p:nvPr>
        </p:nvGraphicFramePr>
        <p:xfrm>
          <a:off x="571500" y="852805"/>
          <a:ext cx="7113270" cy="2839720"/>
        </p:xfrm>
        <a:graphic>
          <a:graphicData uri="http://schemas.openxmlformats.org/drawingml/2006/chart">
            <c:chart xmlns:c="http://schemas.openxmlformats.org/drawingml/2006/chart" xmlns:r="http://schemas.openxmlformats.org/officeDocument/2006/relationships" r:id="rId3"/>
          </a:graphicData>
        </a:graphic>
      </p:graphicFrame>
      <p:pic>
        <p:nvPicPr>
          <p:cNvPr id="4" name="图片 3">
            <a:extLst>
              <a:ext uri="{FF2B5EF4-FFF2-40B4-BE49-F238E27FC236}">
                <a16:creationId xmlns:a16="http://schemas.microsoft.com/office/drawing/2014/main" id="{E2E5F04E-FD8E-91E7-F746-96F86A201991}"/>
              </a:ext>
            </a:extLst>
          </p:cNvPr>
          <p:cNvPicPr>
            <a:picLocks noChangeAspect="1"/>
          </p:cNvPicPr>
          <p:nvPr/>
        </p:nvPicPr>
        <p:blipFill>
          <a:blip r:embed="rId4"/>
          <a:stretch>
            <a:fillRect/>
          </a:stretch>
        </p:blipFill>
        <p:spPr>
          <a:xfrm>
            <a:off x="8116344" y="852805"/>
            <a:ext cx="2876627" cy="5213862"/>
          </a:xfrm>
          <a:prstGeom prst="rect">
            <a:avLst/>
          </a:prstGeom>
        </p:spPr>
      </p:pic>
      <p:sp>
        <p:nvSpPr>
          <p:cNvPr id="7" name="文本框 6">
            <a:extLst>
              <a:ext uri="{FF2B5EF4-FFF2-40B4-BE49-F238E27FC236}">
                <a16:creationId xmlns:a16="http://schemas.microsoft.com/office/drawing/2014/main" id="{AEC2E89C-4376-4941-F69F-678F61EA6C05}"/>
              </a:ext>
            </a:extLst>
          </p:cNvPr>
          <p:cNvSpPr txBox="1"/>
          <p:nvPr/>
        </p:nvSpPr>
        <p:spPr>
          <a:xfrm>
            <a:off x="571500" y="3872567"/>
            <a:ext cx="7113270" cy="2044140"/>
          </a:xfrm>
          <a:prstGeom prst="rect">
            <a:avLst/>
          </a:prstGeom>
        </p:spPr>
        <p:txBody>
          <a:bodyPr>
            <a:noAutofit/>
          </a:bodyPr>
          <a:lstStyle/>
          <a:p>
            <a:pPr marL="285750" indent="-285750">
              <a:lnSpc>
                <a:spcPct val="150000"/>
              </a:lnSpc>
              <a:buFont typeface="Wingdings" panose="05000000000000000000" charset="0"/>
              <a:buChar char="Ø"/>
            </a:pPr>
            <a:r>
              <a:rPr lang="zh-CN" altLang="en-US" sz="1400">
                <a:solidFill>
                  <a:schemeClr val="tx1"/>
                </a:solidFill>
                <a:latin typeface="微软雅黑" panose="020B0503020204020204" pitchFamily="34" charset="-122"/>
                <a:ea typeface="微软雅黑" panose="020B0503020204020204" pitchFamily="34" charset="-122"/>
                <a:cs typeface="黑体" panose="02010609060101010101" charset="-122"/>
              </a:rPr>
              <a:t>竞价空间和电价强相关，通常用相关系数表现竞价空间对电价的可解释性，系数越高对电价的可解释性越强，对</a:t>
            </a:r>
            <a:r>
              <a:rPr lang="en-US" altLang="zh-CN" sz="1400">
                <a:solidFill>
                  <a:schemeClr val="tx1"/>
                </a:solidFill>
                <a:latin typeface="微软雅黑" panose="020B0503020204020204" pitchFamily="34" charset="-122"/>
                <a:ea typeface="微软雅黑" panose="020B0503020204020204" pitchFamily="34" charset="-122"/>
                <a:cs typeface="黑体" panose="02010609060101010101" charset="-122"/>
              </a:rPr>
              <a:t>2026</a:t>
            </a:r>
            <a:r>
              <a:rPr lang="zh-CN" altLang="en-US" sz="1400">
                <a:solidFill>
                  <a:schemeClr val="tx1"/>
                </a:solidFill>
                <a:latin typeface="微软雅黑" panose="020B0503020204020204" pitchFamily="34" charset="-122"/>
                <a:ea typeface="微软雅黑" panose="020B0503020204020204" pitchFamily="34" charset="-122"/>
                <a:cs typeface="黑体" panose="02010609060101010101" charset="-122"/>
              </a:rPr>
              <a:t>年</a:t>
            </a:r>
            <a:r>
              <a:rPr lang="en-US" altLang="zh-CN" sz="1400">
                <a:solidFill>
                  <a:schemeClr val="tx1"/>
                </a:solidFill>
                <a:latin typeface="微软雅黑" panose="020B0503020204020204" pitchFamily="34" charset="-122"/>
                <a:ea typeface="微软雅黑" panose="020B0503020204020204" pitchFamily="34" charset="-122"/>
                <a:cs typeface="黑体" panose="02010609060101010101" charset="-122"/>
              </a:rPr>
              <a:t>1-3</a:t>
            </a:r>
            <a:r>
              <a:rPr lang="zh-CN" altLang="en-US" sz="1400">
                <a:solidFill>
                  <a:schemeClr val="tx1"/>
                </a:solidFill>
                <a:latin typeface="微软雅黑" panose="020B0503020204020204" pitchFamily="34" charset="-122"/>
                <a:ea typeface="微软雅黑" panose="020B0503020204020204" pitchFamily="34" charset="-122"/>
                <a:cs typeface="黑体" panose="02010609060101010101" charset="-122"/>
              </a:rPr>
              <a:t>月数据深入分析如下：</a:t>
            </a:r>
          </a:p>
          <a:p>
            <a:pPr marL="285750" indent="-285750">
              <a:lnSpc>
                <a:spcPct val="150000"/>
              </a:lnSpc>
              <a:buFont typeface="Wingdings" panose="05000000000000000000" charset="0"/>
              <a:buChar char="Ø"/>
            </a:pPr>
            <a:r>
              <a:rPr lang="zh-CN" altLang="en-US" sz="1400">
                <a:latin typeface="微软雅黑" panose="020B0503020204020204" pitchFamily="34" charset="-122"/>
                <a:ea typeface="微软雅黑" panose="020B0503020204020204" pitchFamily="34" charset="-122"/>
                <a:cs typeface="黑体" panose="02010609060101010101" charset="-122"/>
                <a:sym typeface="+mn-ea"/>
              </a:rPr>
              <a:t>说明</a:t>
            </a:r>
            <a:r>
              <a:rPr lang="zh-CN" altLang="en-US" sz="1400" b="1">
                <a:solidFill>
                  <a:srgbClr val="C00000"/>
                </a:solidFill>
                <a:latin typeface="微软雅黑" panose="020B0503020204020204" pitchFamily="34" charset="-122"/>
                <a:ea typeface="微软雅黑" panose="020B0503020204020204" pitchFamily="34" charset="-122"/>
                <a:cs typeface="黑体" panose="02010609060101010101" charset="-122"/>
                <a:sym typeface="+mn-ea"/>
              </a:rPr>
              <a:t>考虑储能充放行为后，竞价空间的起伏和电价起伏高度一致，储能的集中充放通过影响竞价空间进一步影响了价格</a:t>
            </a:r>
            <a:r>
              <a:rPr lang="zh-CN" altLang="en-US" sz="1400">
                <a:latin typeface="微软雅黑" panose="020B0503020204020204" pitchFamily="34" charset="-122"/>
                <a:ea typeface="微软雅黑" panose="020B0503020204020204" pitchFamily="34" charset="-122"/>
                <a:cs typeface="黑体" panose="02010609060101010101" charset="-122"/>
                <a:sym typeface="+mn-ea"/>
              </a:rPr>
              <a:t>。</a:t>
            </a:r>
          </a:p>
          <a:p>
            <a:pPr marL="285750" indent="-285750">
              <a:lnSpc>
                <a:spcPct val="150000"/>
              </a:lnSpc>
              <a:buFont typeface="Wingdings" panose="05000000000000000000" charset="0"/>
              <a:buChar char="Ø"/>
            </a:pPr>
            <a:r>
              <a:rPr lang="zh-CN" altLang="en-US" sz="1400">
                <a:latin typeface="微软雅黑" panose="020B0503020204020204" pitchFamily="34" charset="-122"/>
                <a:ea typeface="微软雅黑" panose="020B0503020204020204" pitchFamily="34" charset="-122"/>
                <a:cs typeface="黑体" panose="02010609060101010101" charset="-122"/>
                <a:sym typeface="+mn-ea"/>
              </a:rPr>
              <a:t>右边是</a:t>
            </a:r>
            <a:r>
              <a:rPr lang="en-US" altLang="zh-CN" sz="1400">
                <a:latin typeface="微软雅黑" panose="020B0503020204020204" pitchFamily="34" charset="-122"/>
                <a:ea typeface="微软雅黑" panose="020B0503020204020204" pitchFamily="34" charset="-122"/>
                <a:cs typeface="黑体" panose="02010609060101010101" charset="-122"/>
                <a:sym typeface="+mn-ea"/>
              </a:rPr>
              <a:t>3</a:t>
            </a:r>
            <a:r>
              <a:rPr lang="zh-CN" altLang="en-US" sz="1400">
                <a:latin typeface="微软雅黑" panose="020B0503020204020204" pitchFamily="34" charset="-122"/>
                <a:ea typeface="微软雅黑" panose="020B0503020204020204" pitchFamily="34" charset="-122"/>
                <a:cs typeface="黑体" panose="02010609060101010101" charset="-122"/>
                <a:sym typeface="+mn-ea"/>
              </a:rPr>
              <a:t>月</a:t>
            </a:r>
            <a:r>
              <a:rPr lang="en-US" altLang="zh-CN" sz="1400">
                <a:latin typeface="微软雅黑" panose="020B0503020204020204" pitchFamily="34" charset="-122"/>
                <a:ea typeface="微软雅黑" panose="020B0503020204020204" pitchFamily="34" charset="-122"/>
                <a:cs typeface="黑体" panose="02010609060101010101" charset="-122"/>
                <a:sym typeface="+mn-ea"/>
              </a:rPr>
              <a:t>27</a:t>
            </a:r>
            <a:r>
              <a:rPr lang="zh-CN" altLang="en-US" sz="1400">
                <a:latin typeface="微软雅黑" panose="020B0503020204020204" pitchFamily="34" charset="-122"/>
                <a:ea typeface="微软雅黑" panose="020B0503020204020204" pitchFamily="34" charset="-122"/>
                <a:cs typeface="黑体" panose="02010609060101010101" charset="-122"/>
                <a:sym typeface="+mn-ea"/>
              </a:rPr>
              <a:t>日的案例，由于独立储能充电，将原本中午的低谷抬高成高峰，反之晚间被压低成低谷电价，这是大规模储能接入超出电网需求的最直接证明。</a:t>
            </a:r>
            <a:endParaRPr lang="zh-CN" altLang="en-US" sz="1400">
              <a:solidFill>
                <a:schemeClr val="tx1"/>
              </a:solidFill>
              <a:latin typeface="微软雅黑" panose="020B0503020204020204" pitchFamily="34" charset="-122"/>
              <a:ea typeface="微软雅黑" panose="020B0503020204020204" pitchFamily="34" charset="-122"/>
              <a:cs typeface="黑体" panose="02010609060101010101" charset="-122"/>
            </a:endParaRPr>
          </a:p>
          <a:p>
            <a:pPr marL="285750" indent="-285750">
              <a:lnSpc>
                <a:spcPct val="120000"/>
              </a:lnSpc>
              <a:buFont typeface="Wingdings" panose="05000000000000000000" charset="0"/>
              <a:buChar char="Ø"/>
            </a:pPr>
            <a:endParaRPr lang="zh-CN" altLang="en-US" sz="1400">
              <a:solidFill>
                <a:schemeClr val="tx1"/>
              </a:solidFill>
              <a:latin typeface="微软雅黑" panose="020B0503020204020204" pitchFamily="34" charset="-122"/>
              <a:ea typeface="微软雅黑" panose="020B0503020204020204" pitchFamily="34" charset="-122"/>
              <a:cs typeface="黑体" panose="02010609060101010101" charset="-122"/>
            </a:endParaRPr>
          </a:p>
        </p:txBody>
      </p:sp>
    </p:spTree>
    <p:extLst>
      <p:ext uri="{BB962C8B-B14F-4D97-AF65-F5344CB8AC3E}">
        <p14:creationId xmlns:p14="http://schemas.microsoft.com/office/powerpoint/2010/main" val="3045859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93702-B8FD-6BE7-382C-6C2DF8119DFD}"/>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BEF788B7-AEDD-9038-A75E-D1C482AB8A19}"/>
              </a:ext>
            </a:extLst>
          </p:cNvPr>
          <p:cNvSpPr/>
          <p:nvPr/>
        </p:nvSpPr>
        <p:spPr>
          <a:xfrm>
            <a:off x="0" y="0"/>
            <a:ext cx="12192000" cy="574177"/>
          </a:xfrm>
          <a:prstGeom prst="rect">
            <a:avLst/>
          </a:prstGeom>
          <a:solidFill>
            <a:srgbClr val="3B3B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DengXian"/>
              <a:ea typeface="DengXian" panose="02010600030101010101" pitchFamily="2" charset="-122"/>
              <a:cs typeface="+mn-cs"/>
            </a:endParaRPr>
          </a:p>
        </p:txBody>
      </p:sp>
      <p:sp>
        <p:nvSpPr>
          <p:cNvPr id="8" name="文本框 7">
            <a:extLst>
              <a:ext uri="{FF2B5EF4-FFF2-40B4-BE49-F238E27FC236}">
                <a16:creationId xmlns:a16="http://schemas.microsoft.com/office/drawing/2014/main" id="{886254CC-19DD-4C1A-BEC4-9F53F71326E7}"/>
              </a:ext>
            </a:extLst>
          </p:cNvPr>
          <p:cNvSpPr txBox="1"/>
          <p:nvPr/>
        </p:nvSpPr>
        <p:spPr>
          <a:xfrm>
            <a:off x="126998" y="102938"/>
            <a:ext cx="10588627" cy="369332"/>
          </a:xfrm>
          <a:prstGeom prst="rect">
            <a:avLst/>
          </a:prstGeom>
          <a:noFill/>
        </p:spPr>
        <p:txBody>
          <a:bodyPr wrap="square" rtlCol="0">
            <a:spAutoFit/>
          </a:bodyPr>
          <a:lstStyle/>
          <a:p>
            <a:pPr lvl="0">
              <a:defRPr/>
            </a:pPr>
            <a:r>
              <a:rPr kumimoji="0" lang="en-US" altLang="zh-CN"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3. </a:t>
            </a:r>
            <a:r>
              <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当前蒙西</a:t>
            </a:r>
            <a:r>
              <a:rPr lang="zh-CN" altLang="en-US">
                <a:solidFill>
                  <a:prstClr val="white"/>
                </a:solidFill>
                <a:latin typeface="微软雅黑" panose="020B0503020204020204" pitchFamily="34" charset="-122"/>
                <a:ea typeface="微软雅黑" panose="020B0503020204020204" pitchFamily="34" charset="-122"/>
              </a:rPr>
              <a:t>各场站运营问题与应对方式</a:t>
            </a:r>
            <a:r>
              <a:rPr lang="en-US" altLang="zh-CN">
                <a:solidFill>
                  <a:schemeClr val="accent4">
                    <a:lumMod val="20000"/>
                    <a:lumOff val="80000"/>
                  </a:schemeClr>
                </a:solidFill>
                <a:latin typeface="微软雅黑" panose="020B0503020204020204" pitchFamily="34" charset="-122"/>
                <a:ea typeface="微软雅黑" panose="020B0503020204020204" pitchFamily="34" charset="-122"/>
              </a:rPr>
              <a:t>–</a:t>
            </a:r>
            <a:r>
              <a:rPr lang="zh-CN" altLang="en-US">
                <a:solidFill>
                  <a:schemeClr val="accent4">
                    <a:lumMod val="20000"/>
                    <a:lumOff val="80000"/>
                  </a:schemeClr>
                </a:solidFill>
                <a:latin typeface="微软雅黑" panose="020B0503020204020204" pitchFamily="34" charset="-122"/>
                <a:ea typeface="微软雅黑" panose="020B0503020204020204" pitchFamily="34" charset="-122"/>
              </a:rPr>
              <a:t>巴盟体量较大，充放行为扭曲价格特征明显</a:t>
            </a:r>
            <a:endParaRPr kumimoji="0" lang="zh-CN" altLang="en-US" sz="1800" b="0" i="0" u="none" strike="noStrike" kern="1200" cap="none" spc="0" normalizeH="0" baseline="0" noProof="0">
              <a:ln>
                <a:noFill/>
              </a:ln>
              <a:solidFill>
                <a:schemeClr val="accent4">
                  <a:lumMod val="20000"/>
                  <a:lumOff val="80000"/>
                </a:schemeClr>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6" name="图表 5">
            <a:extLst>
              <a:ext uri="{FF2B5EF4-FFF2-40B4-BE49-F238E27FC236}">
                <a16:creationId xmlns:a16="http://schemas.microsoft.com/office/drawing/2014/main" id="{C9207ADD-7C0A-DBA2-AB04-92428F605517}"/>
              </a:ext>
            </a:extLst>
          </p:cNvPr>
          <p:cNvGraphicFramePr/>
          <p:nvPr>
            <p:extLst>
              <p:ext uri="{D42A27DB-BD31-4B8C-83A1-F6EECF244321}">
                <p14:modId xmlns:p14="http://schemas.microsoft.com/office/powerpoint/2010/main" val="2828765031"/>
              </p:ext>
            </p:extLst>
          </p:nvPr>
        </p:nvGraphicFramePr>
        <p:xfrm>
          <a:off x="5540375" y="1258348"/>
          <a:ext cx="6300470" cy="249450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图表 8">
            <a:extLst>
              <a:ext uri="{FF2B5EF4-FFF2-40B4-BE49-F238E27FC236}">
                <a16:creationId xmlns:a16="http://schemas.microsoft.com/office/drawing/2014/main" id="{06919E26-E9E6-7089-2455-6A5A63F61614}"/>
              </a:ext>
            </a:extLst>
          </p:cNvPr>
          <p:cNvGraphicFramePr/>
          <p:nvPr>
            <p:extLst>
              <p:ext uri="{D42A27DB-BD31-4B8C-83A1-F6EECF244321}">
                <p14:modId xmlns:p14="http://schemas.microsoft.com/office/powerpoint/2010/main" val="165085548"/>
              </p:ext>
            </p:extLst>
          </p:nvPr>
        </p:nvGraphicFramePr>
        <p:xfrm>
          <a:off x="5540375" y="3752851"/>
          <a:ext cx="6300470" cy="2393950"/>
        </p:xfrm>
        <a:graphic>
          <a:graphicData uri="http://schemas.openxmlformats.org/drawingml/2006/chart">
            <c:chart xmlns:c="http://schemas.openxmlformats.org/drawingml/2006/chart" xmlns:r="http://schemas.openxmlformats.org/officeDocument/2006/relationships" r:id="rId4"/>
          </a:graphicData>
        </a:graphic>
      </p:graphicFrame>
      <p:sp>
        <p:nvSpPr>
          <p:cNvPr id="11" name="文本框 10">
            <a:extLst>
              <a:ext uri="{FF2B5EF4-FFF2-40B4-BE49-F238E27FC236}">
                <a16:creationId xmlns:a16="http://schemas.microsoft.com/office/drawing/2014/main" id="{7FEFE062-BB28-7FC0-CD8E-17BCC541F715}"/>
              </a:ext>
            </a:extLst>
          </p:cNvPr>
          <p:cNvSpPr txBox="1"/>
          <p:nvPr/>
        </p:nvSpPr>
        <p:spPr>
          <a:xfrm>
            <a:off x="205740" y="1241631"/>
            <a:ext cx="5253766" cy="2527935"/>
          </a:xfrm>
          <a:prstGeom prst="rect">
            <a:avLst/>
          </a:prstGeom>
        </p:spPr>
        <p:txBody>
          <a:bodyPr>
            <a:noAutofit/>
          </a:bodyPr>
          <a:lstStyle/>
          <a:p>
            <a:pPr marL="285750" indent="-285750">
              <a:lnSpc>
                <a:spcPct val="150000"/>
              </a:lnSpc>
              <a:buFont typeface="Wingdings" panose="05000000000000000000" charset="0"/>
              <a:buChar char="Ø"/>
            </a:pPr>
            <a:r>
              <a:rPr lang="zh-CN" altLang="en-US" sz="1400">
                <a:solidFill>
                  <a:schemeClr val="tx1"/>
                </a:solidFill>
                <a:latin typeface="微软雅黑" panose="020B0503020204020204" pitchFamily="34" charset="-122"/>
                <a:ea typeface="微软雅黑" panose="020B0503020204020204" pitchFamily="34" charset="-122"/>
                <a:cs typeface="黑体" panose="02010609060101010101" charset="-122"/>
              </a:rPr>
              <a:t>竞价空间和电价强相关，通常用相关系数表现竞价空间对电价的可解释性，系数越高对电价的可解释性越强，对</a:t>
            </a:r>
            <a:r>
              <a:rPr lang="en-US" altLang="zh-CN" sz="1400">
                <a:solidFill>
                  <a:schemeClr val="tx1"/>
                </a:solidFill>
                <a:latin typeface="微软雅黑" panose="020B0503020204020204" pitchFamily="34" charset="-122"/>
                <a:ea typeface="微软雅黑" panose="020B0503020204020204" pitchFamily="34" charset="-122"/>
                <a:cs typeface="黑体" panose="02010609060101010101" charset="-122"/>
              </a:rPr>
              <a:t>2026</a:t>
            </a:r>
            <a:r>
              <a:rPr lang="zh-CN" altLang="en-US" sz="1400">
                <a:solidFill>
                  <a:schemeClr val="tx1"/>
                </a:solidFill>
                <a:latin typeface="微软雅黑" panose="020B0503020204020204" pitchFamily="34" charset="-122"/>
                <a:ea typeface="微软雅黑" panose="020B0503020204020204" pitchFamily="34" charset="-122"/>
                <a:cs typeface="黑体" panose="02010609060101010101" charset="-122"/>
              </a:rPr>
              <a:t>年</a:t>
            </a:r>
            <a:r>
              <a:rPr lang="en-US" altLang="zh-CN" sz="1400">
                <a:solidFill>
                  <a:schemeClr val="tx1"/>
                </a:solidFill>
                <a:latin typeface="微软雅黑" panose="020B0503020204020204" pitchFamily="34" charset="-122"/>
                <a:ea typeface="微软雅黑" panose="020B0503020204020204" pitchFamily="34" charset="-122"/>
                <a:cs typeface="黑体" panose="02010609060101010101" charset="-122"/>
              </a:rPr>
              <a:t>1-3</a:t>
            </a:r>
            <a:r>
              <a:rPr lang="zh-CN" altLang="en-US" sz="1400">
                <a:solidFill>
                  <a:schemeClr val="tx1"/>
                </a:solidFill>
                <a:latin typeface="微软雅黑" panose="020B0503020204020204" pitchFamily="34" charset="-122"/>
                <a:ea typeface="微软雅黑" panose="020B0503020204020204" pitchFamily="34" charset="-122"/>
                <a:cs typeface="黑体" panose="02010609060101010101" charset="-122"/>
              </a:rPr>
              <a:t>月数据深入分析如下：</a:t>
            </a:r>
          </a:p>
          <a:p>
            <a:pPr marL="285750" indent="-285750">
              <a:lnSpc>
                <a:spcPct val="150000"/>
              </a:lnSpc>
              <a:buFont typeface="Arial" panose="020B0604020202020204" pitchFamily="34" charset="0"/>
              <a:buChar char="•"/>
            </a:pPr>
            <a:r>
              <a:rPr lang="zh-CN" altLang="en-US" sz="1400">
                <a:solidFill>
                  <a:schemeClr val="tx1"/>
                </a:solidFill>
                <a:latin typeface="Calibri" panose="020F0502020204030204" charset="0"/>
                <a:ea typeface="微软雅黑" panose="020B0503020204020204" pitchFamily="34" charset="-122"/>
                <a:cs typeface="黑体" panose="02010609060101010101" charset="-122"/>
              </a:rPr>
              <a:t>① </a:t>
            </a:r>
            <a:r>
              <a:rPr lang="zh-CN" altLang="en-US" sz="1400">
                <a:solidFill>
                  <a:schemeClr val="tx1"/>
                </a:solidFill>
                <a:latin typeface="微软雅黑" panose="020B0503020204020204" pitchFamily="34" charset="-122"/>
                <a:ea typeface="微软雅黑" panose="020B0503020204020204" pitchFamily="34" charset="-122"/>
                <a:cs typeface="黑体" panose="02010609060101010101" charset="-122"/>
              </a:rPr>
              <a:t>用原始竞价空间与电价之间求相关性，呼包东相关系数为</a:t>
            </a:r>
            <a:r>
              <a:rPr lang="en-US" altLang="zh-CN" sz="1400" b="1">
                <a:solidFill>
                  <a:schemeClr val="tx1"/>
                </a:solidFill>
                <a:latin typeface="微软雅黑" panose="020B0503020204020204" pitchFamily="34" charset="-122"/>
                <a:ea typeface="微软雅黑" panose="020B0503020204020204" pitchFamily="34" charset="-122"/>
                <a:cs typeface="黑体" panose="02010609060101010101" charset="-122"/>
              </a:rPr>
              <a:t>0.751</a:t>
            </a:r>
            <a:r>
              <a:rPr lang="zh-CN" altLang="en-US" sz="1400">
                <a:solidFill>
                  <a:schemeClr val="tx1"/>
                </a:solidFill>
                <a:latin typeface="微软雅黑" panose="020B0503020204020204" pitchFamily="34" charset="-122"/>
                <a:ea typeface="微软雅黑" panose="020B0503020204020204" pitchFamily="34" charset="-122"/>
                <a:cs typeface="黑体" panose="02010609060101010101" charset="-122"/>
              </a:rPr>
              <a:t>、呼包西</a:t>
            </a:r>
            <a:r>
              <a:rPr lang="en-US" altLang="zh-CN" sz="1400" b="1">
                <a:solidFill>
                  <a:schemeClr val="tx1"/>
                </a:solidFill>
                <a:latin typeface="微软雅黑" panose="020B0503020204020204" pitchFamily="34" charset="-122"/>
                <a:ea typeface="微软雅黑" panose="020B0503020204020204" pitchFamily="34" charset="-122"/>
                <a:cs typeface="黑体" panose="02010609060101010101" charset="-122"/>
              </a:rPr>
              <a:t>0.791</a:t>
            </a:r>
            <a:r>
              <a:rPr lang="zh-CN" altLang="en-US" sz="1400">
                <a:solidFill>
                  <a:schemeClr val="tx1"/>
                </a:solidFill>
                <a:latin typeface="微软雅黑" panose="020B0503020204020204" pitchFamily="34" charset="-122"/>
                <a:ea typeface="微软雅黑" panose="020B0503020204020204" pitchFamily="34" charset="-122"/>
                <a:cs typeface="黑体" panose="02010609060101010101" charset="-122"/>
              </a:rPr>
              <a:t>；</a:t>
            </a:r>
          </a:p>
          <a:p>
            <a:pPr marL="285750" indent="-285750">
              <a:lnSpc>
                <a:spcPct val="150000"/>
              </a:lnSpc>
              <a:buFont typeface="Arial" panose="020B0604020202020204" pitchFamily="34" charset="0"/>
              <a:buChar char="•"/>
            </a:pPr>
            <a:r>
              <a:rPr lang="zh-CN" altLang="en-US" sz="1400">
                <a:latin typeface="Calibri" panose="020F0502020204030204" charset="0"/>
                <a:ea typeface="微软雅黑" panose="020B0503020204020204" pitchFamily="34" charset="-122"/>
                <a:cs typeface="黑体" panose="02010609060101010101" charset="-122"/>
                <a:sym typeface="+mn-ea"/>
              </a:rPr>
              <a:t>② </a:t>
            </a:r>
            <a:r>
              <a:rPr lang="zh-CN" altLang="en-US" sz="1400">
                <a:latin typeface="微软雅黑" panose="020B0503020204020204" pitchFamily="34" charset="-122"/>
                <a:ea typeface="微软雅黑" panose="020B0503020204020204" pitchFamily="34" charset="-122"/>
                <a:cs typeface="黑体" panose="02010609060101010101" charset="-122"/>
                <a:sym typeface="+mn-ea"/>
              </a:rPr>
              <a:t>假设储能的充放行为已经显著影响了价格，用储能总出力对原始竞价空间进行修正（储能充电抬高竞价空间、储能放电降低竞价空间），修正后的竞价空间与电价之间求相关性，呼包东相关系数升高至为</a:t>
            </a:r>
            <a:r>
              <a:rPr lang="en-US" altLang="zh-CN" sz="1400" b="1">
                <a:latin typeface="微软雅黑" panose="020B0503020204020204" pitchFamily="34" charset="-122"/>
                <a:ea typeface="微软雅黑" panose="020B0503020204020204" pitchFamily="34" charset="-122"/>
                <a:cs typeface="黑体" panose="02010609060101010101" charset="-122"/>
                <a:sym typeface="+mn-ea"/>
              </a:rPr>
              <a:t>0.849</a:t>
            </a:r>
            <a:r>
              <a:rPr lang="zh-CN" altLang="en-US" sz="1400">
                <a:latin typeface="微软雅黑" panose="020B0503020204020204" pitchFamily="34" charset="-122"/>
                <a:ea typeface="微软雅黑" panose="020B0503020204020204" pitchFamily="34" charset="-122"/>
                <a:cs typeface="黑体" panose="02010609060101010101" charset="-122"/>
                <a:sym typeface="+mn-ea"/>
              </a:rPr>
              <a:t>、呼包西</a:t>
            </a:r>
            <a:r>
              <a:rPr lang="en-US" altLang="zh-CN" sz="1400" b="1">
                <a:latin typeface="微软雅黑" panose="020B0503020204020204" pitchFamily="34" charset="-122"/>
                <a:ea typeface="微软雅黑" panose="020B0503020204020204" pitchFamily="34" charset="-122"/>
                <a:cs typeface="黑体" panose="02010609060101010101" charset="-122"/>
                <a:sym typeface="+mn-ea"/>
              </a:rPr>
              <a:t>0.882</a:t>
            </a:r>
            <a:r>
              <a:rPr lang="zh-CN" altLang="en-US" sz="1400">
                <a:latin typeface="微软雅黑" panose="020B0503020204020204" pitchFamily="34" charset="-122"/>
                <a:ea typeface="微软雅黑" panose="020B0503020204020204" pitchFamily="34" charset="-122"/>
                <a:cs typeface="黑体" panose="02010609060101010101" charset="-122"/>
                <a:sym typeface="+mn-ea"/>
              </a:rPr>
              <a:t>。</a:t>
            </a:r>
          </a:p>
          <a:p>
            <a:pPr marL="285750" indent="-285750">
              <a:lnSpc>
                <a:spcPct val="150000"/>
              </a:lnSpc>
              <a:buFont typeface="Wingdings" panose="05000000000000000000" charset="0"/>
              <a:buChar char="Ø"/>
            </a:pPr>
            <a:r>
              <a:rPr lang="zh-CN" altLang="en-US" sz="1400">
                <a:latin typeface="微软雅黑" panose="020B0503020204020204" pitchFamily="34" charset="-122"/>
                <a:ea typeface="微软雅黑" panose="020B0503020204020204" pitchFamily="34" charset="-122"/>
                <a:cs typeface="黑体" panose="02010609060101010101" charset="-122"/>
                <a:sym typeface="+mn-ea"/>
              </a:rPr>
              <a:t>说明</a:t>
            </a:r>
            <a:r>
              <a:rPr lang="zh-CN" altLang="en-US" sz="1400" b="1">
                <a:solidFill>
                  <a:srgbClr val="C00000"/>
                </a:solidFill>
                <a:latin typeface="微软雅黑" panose="020B0503020204020204" pitchFamily="34" charset="-122"/>
                <a:ea typeface="微软雅黑" panose="020B0503020204020204" pitchFamily="34" charset="-122"/>
                <a:cs typeface="黑体" panose="02010609060101010101" charset="-122"/>
                <a:sym typeface="+mn-ea"/>
              </a:rPr>
              <a:t>考虑储能充放行为后，竞价空间的起伏和电价起伏高度一致，储能的集中充放通过影响竞价空间进一步影响了价格</a:t>
            </a:r>
            <a:r>
              <a:rPr lang="zh-CN" altLang="en-US" sz="1400">
                <a:latin typeface="微软雅黑" panose="020B0503020204020204" pitchFamily="34" charset="-122"/>
                <a:ea typeface="微软雅黑" panose="020B0503020204020204" pitchFamily="34" charset="-122"/>
                <a:cs typeface="黑体" panose="02010609060101010101" charset="-122"/>
                <a:sym typeface="+mn-ea"/>
              </a:rPr>
              <a:t>。</a:t>
            </a:r>
          </a:p>
          <a:p>
            <a:pPr marL="285750" indent="-285750">
              <a:lnSpc>
                <a:spcPct val="150000"/>
              </a:lnSpc>
              <a:buFont typeface="Wingdings" panose="05000000000000000000" charset="0"/>
              <a:buChar char="Ø"/>
            </a:pPr>
            <a:r>
              <a:rPr lang="zh-CN" altLang="en-US" sz="1400">
                <a:latin typeface="微软雅黑" panose="020B0503020204020204" pitchFamily="34" charset="-122"/>
                <a:ea typeface="微软雅黑" panose="020B0503020204020204" pitchFamily="34" charset="-122"/>
                <a:cs typeface="黑体" panose="02010609060101010101" charset="-122"/>
                <a:sym typeface="+mn-ea"/>
              </a:rPr>
              <a:t>右边是</a:t>
            </a:r>
            <a:r>
              <a:rPr lang="en-US" altLang="zh-CN" sz="1400">
                <a:latin typeface="微软雅黑" panose="020B0503020204020204" pitchFamily="34" charset="-122"/>
                <a:ea typeface="微软雅黑" panose="020B0503020204020204" pitchFamily="34" charset="-122"/>
                <a:cs typeface="黑体" panose="02010609060101010101" charset="-122"/>
                <a:sym typeface="+mn-ea"/>
              </a:rPr>
              <a:t>3</a:t>
            </a:r>
            <a:r>
              <a:rPr lang="zh-CN" altLang="en-US" sz="1400">
                <a:latin typeface="微软雅黑" panose="020B0503020204020204" pitchFamily="34" charset="-122"/>
                <a:ea typeface="微软雅黑" panose="020B0503020204020204" pitchFamily="34" charset="-122"/>
                <a:cs typeface="黑体" panose="02010609060101010101" charset="-122"/>
                <a:sym typeface="+mn-ea"/>
              </a:rPr>
              <a:t>月</a:t>
            </a:r>
            <a:r>
              <a:rPr lang="en-US" altLang="zh-CN" sz="1400">
                <a:latin typeface="微软雅黑" panose="020B0503020204020204" pitchFamily="34" charset="-122"/>
                <a:ea typeface="微软雅黑" panose="020B0503020204020204" pitchFamily="34" charset="-122"/>
                <a:cs typeface="黑体" panose="02010609060101010101" charset="-122"/>
                <a:sym typeface="+mn-ea"/>
              </a:rPr>
              <a:t>27</a:t>
            </a:r>
            <a:r>
              <a:rPr lang="zh-CN" altLang="en-US" sz="1400">
                <a:latin typeface="微软雅黑" panose="020B0503020204020204" pitchFamily="34" charset="-122"/>
                <a:ea typeface="微软雅黑" panose="020B0503020204020204" pitchFamily="34" charset="-122"/>
                <a:cs typeface="黑体" panose="02010609060101010101" charset="-122"/>
                <a:sym typeface="+mn-ea"/>
              </a:rPr>
              <a:t>日的案例，由于独立储能充电，将原本中午的低谷抬高成高峰，反之晚间被压低成低谷电价，这是大规模储能接入超出电网需求的最直接证明。</a:t>
            </a:r>
            <a:endParaRPr lang="zh-CN" altLang="en-US" sz="1400">
              <a:solidFill>
                <a:schemeClr val="tx1"/>
              </a:solidFill>
              <a:latin typeface="微软雅黑" panose="020B0503020204020204" pitchFamily="34" charset="-122"/>
              <a:ea typeface="微软雅黑" panose="020B0503020204020204" pitchFamily="34" charset="-122"/>
              <a:cs typeface="黑体" panose="02010609060101010101" charset="-122"/>
            </a:endParaRPr>
          </a:p>
        </p:txBody>
      </p:sp>
      <p:sp>
        <p:nvSpPr>
          <p:cNvPr id="13" name="文本框 12">
            <a:extLst>
              <a:ext uri="{FF2B5EF4-FFF2-40B4-BE49-F238E27FC236}">
                <a16:creationId xmlns:a16="http://schemas.microsoft.com/office/drawing/2014/main" id="{CA964205-002D-DBF5-8A81-4BBE84BBEA89}"/>
              </a:ext>
            </a:extLst>
          </p:cNvPr>
          <p:cNvSpPr txBox="1"/>
          <p:nvPr/>
        </p:nvSpPr>
        <p:spPr>
          <a:xfrm>
            <a:off x="126998" y="723238"/>
            <a:ext cx="9718189" cy="369332"/>
          </a:xfrm>
          <a:prstGeom prst="rect">
            <a:avLst/>
          </a:prstGeom>
          <a:noFill/>
        </p:spPr>
        <p:txBody>
          <a:bodyPr wrap="square">
            <a:spAutoFit/>
          </a:bodyPr>
          <a:lstStyle/>
          <a:p>
            <a:r>
              <a:rPr lang="zh-CN" altLang="en-US" sz="1800" b="1">
                <a:solidFill>
                  <a:prstClr val="black"/>
                </a:solidFill>
                <a:latin typeface="微软雅黑" panose="020B0503020204020204" pitchFamily="34" charset="-122"/>
                <a:ea typeface="微软雅黑" panose="020B0503020204020204" pitchFamily="34" charset="-122"/>
                <a:sym typeface="+mn-ea"/>
              </a:rPr>
              <a:t>储能充放是电价变化的主要原因：必须考虑储能行为才能解释电价规律</a:t>
            </a:r>
            <a:endParaRPr lang="zh-CN" altLang="en-US"/>
          </a:p>
        </p:txBody>
      </p:sp>
    </p:spTree>
    <p:extLst>
      <p:ext uri="{BB962C8B-B14F-4D97-AF65-F5344CB8AC3E}">
        <p14:creationId xmlns:p14="http://schemas.microsoft.com/office/powerpoint/2010/main" val="14721196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D274C-1188-2D0D-B58F-0E695603EE63}"/>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7F3B1B96-DD5E-9518-17DF-91594619E788}"/>
              </a:ext>
            </a:extLst>
          </p:cNvPr>
          <p:cNvSpPr/>
          <p:nvPr/>
        </p:nvSpPr>
        <p:spPr>
          <a:xfrm>
            <a:off x="0" y="0"/>
            <a:ext cx="12192000" cy="574177"/>
          </a:xfrm>
          <a:prstGeom prst="rect">
            <a:avLst/>
          </a:prstGeom>
          <a:solidFill>
            <a:srgbClr val="3B3B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DengXian"/>
              <a:ea typeface="DengXian" panose="02010600030101010101" pitchFamily="2" charset="-122"/>
              <a:cs typeface="+mn-cs"/>
            </a:endParaRPr>
          </a:p>
        </p:txBody>
      </p:sp>
      <p:sp>
        <p:nvSpPr>
          <p:cNvPr id="8" name="文本框 7">
            <a:extLst>
              <a:ext uri="{FF2B5EF4-FFF2-40B4-BE49-F238E27FC236}">
                <a16:creationId xmlns:a16="http://schemas.microsoft.com/office/drawing/2014/main" id="{FAC0D2A8-9ECE-F0D6-0823-AFAFADC0BF31}"/>
              </a:ext>
            </a:extLst>
          </p:cNvPr>
          <p:cNvSpPr txBox="1"/>
          <p:nvPr/>
        </p:nvSpPr>
        <p:spPr>
          <a:xfrm>
            <a:off x="126998" y="102938"/>
            <a:ext cx="10588627" cy="369332"/>
          </a:xfrm>
          <a:prstGeom prst="rect">
            <a:avLst/>
          </a:prstGeom>
          <a:noFill/>
        </p:spPr>
        <p:txBody>
          <a:bodyPr wrap="square" rtlCol="0">
            <a:spAutoFit/>
          </a:bodyPr>
          <a:lstStyle/>
          <a:p>
            <a:pPr lvl="0">
              <a:defRPr/>
            </a:pPr>
            <a:r>
              <a:rPr kumimoji="0" lang="en-US" altLang="zh-CN"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3. </a:t>
            </a:r>
            <a:r>
              <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当前蒙西</a:t>
            </a:r>
            <a:r>
              <a:rPr lang="zh-CN" altLang="en-US">
                <a:solidFill>
                  <a:prstClr val="white"/>
                </a:solidFill>
                <a:latin typeface="微软雅黑" panose="020B0503020204020204" pitchFamily="34" charset="-122"/>
                <a:ea typeface="微软雅黑" panose="020B0503020204020204" pitchFamily="34" charset="-122"/>
              </a:rPr>
              <a:t>各场站运营问题与应对方式</a:t>
            </a:r>
            <a:r>
              <a:rPr lang="en-US" altLang="zh-CN">
                <a:solidFill>
                  <a:schemeClr val="accent4">
                    <a:lumMod val="20000"/>
                    <a:lumOff val="80000"/>
                  </a:schemeClr>
                </a:solidFill>
                <a:latin typeface="微软雅黑" panose="020B0503020204020204" pitchFamily="34" charset="-122"/>
                <a:ea typeface="微软雅黑" panose="020B0503020204020204" pitchFamily="34" charset="-122"/>
              </a:rPr>
              <a:t>–</a:t>
            </a:r>
            <a:r>
              <a:rPr lang="zh-CN" altLang="en-US">
                <a:solidFill>
                  <a:schemeClr val="accent4">
                    <a:lumMod val="20000"/>
                    <a:lumOff val="80000"/>
                  </a:schemeClr>
                </a:solidFill>
                <a:latin typeface="微软雅黑" panose="020B0503020204020204" pitchFamily="34" charset="-122"/>
                <a:ea typeface="微软雅黑" panose="020B0503020204020204" pitchFamily="34" charset="-122"/>
              </a:rPr>
              <a:t>谷山梁放电上送首先，最高放电不超过</a:t>
            </a:r>
            <a:r>
              <a:rPr lang="en-US" altLang="zh-CN">
                <a:solidFill>
                  <a:schemeClr val="accent4">
                    <a:lumMod val="20000"/>
                    <a:lumOff val="80000"/>
                  </a:schemeClr>
                </a:solidFill>
                <a:latin typeface="微软雅黑" panose="020B0503020204020204" pitchFamily="34" charset="-122"/>
                <a:ea typeface="微软雅黑" panose="020B0503020204020204" pitchFamily="34" charset="-122"/>
              </a:rPr>
              <a:t>400MW</a:t>
            </a:r>
            <a:endParaRPr kumimoji="0" lang="zh-CN" altLang="en-US" sz="1800" b="0" i="0" u="none" strike="noStrike" kern="1200" cap="none" spc="0" normalizeH="0" baseline="0" noProof="0">
              <a:ln>
                <a:noFill/>
              </a:ln>
              <a:solidFill>
                <a:schemeClr val="accent4">
                  <a:lumMod val="20000"/>
                  <a:lumOff val="80000"/>
                </a:schemeClr>
              </a:solidFill>
              <a:effectLst/>
              <a:uLnTx/>
              <a:uFillTx/>
              <a:latin typeface="微软雅黑" panose="020B0503020204020204" pitchFamily="34" charset="-122"/>
              <a:ea typeface="微软雅黑" panose="020B0503020204020204" pitchFamily="34" charset="-122"/>
              <a:cs typeface="+mn-cs"/>
            </a:endParaRPr>
          </a:p>
        </p:txBody>
      </p:sp>
      <p:pic>
        <p:nvPicPr>
          <p:cNvPr id="6" name="图片 5">
            <a:extLst>
              <a:ext uri="{FF2B5EF4-FFF2-40B4-BE49-F238E27FC236}">
                <a16:creationId xmlns:a16="http://schemas.microsoft.com/office/drawing/2014/main" id="{BB01E444-9510-9662-A795-44819CF1BA17}"/>
              </a:ext>
            </a:extLst>
          </p:cNvPr>
          <p:cNvPicPr>
            <a:picLocks noChangeAspect="1"/>
          </p:cNvPicPr>
          <p:nvPr/>
        </p:nvPicPr>
        <p:blipFill>
          <a:blip r:embed="rId3"/>
          <a:stretch>
            <a:fillRect/>
          </a:stretch>
        </p:blipFill>
        <p:spPr>
          <a:xfrm>
            <a:off x="5378824" y="574177"/>
            <a:ext cx="6633882" cy="2785314"/>
          </a:xfrm>
          <a:prstGeom prst="rect">
            <a:avLst/>
          </a:prstGeom>
        </p:spPr>
      </p:pic>
      <p:pic>
        <p:nvPicPr>
          <p:cNvPr id="9" name="图片 8">
            <a:extLst>
              <a:ext uri="{FF2B5EF4-FFF2-40B4-BE49-F238E27FC236}">
                <a16:creationId xmlns:a16="http://schemas.microsoft.com/office/drawing/2014/main" id="{E749DF49-7BDE-825B-674F-043F898D0E89}"/>
              </a:ext>
            </a:extLst>
          </p:cNvPr>
          <p:cNvPicPr>
            <a:picLocks noChangeAspect="1"/>
          </p:cNvPicPr>
          <p:nvPr/>
        </p:nvPicPr>
        <p:blipFill>
          <a:blip r:embed="rId4"/>
          <a:stretch>
            <a:fillRect/>
          </a:stretch>
        </p:blipFill>
        <p:spPr>
          <a:xfrm>
            <a:off x="5378824" y="3380855"/>
            <a:ext cx="6633882" cy="2874742"/>
          </a:xfrm>
          <a:prstGeom prst="rect">
            <a:avLst/>
          </a:prstGeom>
        </p:spPr>
      </p:pic>
      <p:sp>
        <p:nvSpPr>
          <p:cNvPr id="11" name="文本框 10">
            <a:extLst>
              <a:ext uri="{FF2B5EF4-FFF2-40B4-BE49-F238E27FC236}">
                <a16:creationId xmlns:a16="http://schemas.microsoft.com/office/drawing/2014/main" id="{D5438066-35BE-78A3-B9B2-27B36E534BDB}"/>
              </a:ext>
            </a:extLst>
          </p:cNvPr>
          <p:cNvSpPr txBox="1"/>
          <p:nvPr/>
        </p:nvSpPr>
        <p:spPr>
          <a:xfrm>
            <a:off x="53789" y="586436"/>
            <a:ext cx="5271246" cy="5588838"/>
          </a:xfrm>
          <a:prstGeom prst="rect">
            <a:avLst/>
          </a:prstGeom>
        </p:spPr>
        <p:txBody>
          <a:bodyPr wrap="square" lIns="91440" tIns="45720" rIns="91440" bIns="45720" anchor="t">
            <a:spAutoFit/>
            <a:extLst>
              <a:ext uri="{4A0BC546-FE56-4ADE-93B0-CB8AF2F6F144}">
                <wpsdc:textFrameExt xmlns:wpsdc="http://www.wps.cn/officeDocument/2022/drawingmlCustomData" xmlns="" type="text"/>
              </a:ext>
            </a:extLst>
          </a:bodyPr>
          <a:lstStyle/>
          <a:p>
            <a:pPr marL="285750" indent="-285750" algn="l">
              <a:lnSpc>
                <a:spcPct val="150000"/>
              </a:lnSpc>
              <a:buFont typeface="Wingdings" panose="05000000000000000000" pitchFamily="2" charset="2"/>
              <a:buChar char="p"/>
            </a:pPr>
            <a:r>
              <a:rPr lang="zh-CN" altLang="en-US" sz="1600">
                <a:latin typeface="微软雅黑"/>
                <a:ea typeface="微软雅黑"/>
                <a:cs typeface="微软雅黑" panose="020B0503020204020204" pitchFamily="34" charset="-122"/>
              </a:rPr>
              <a:t>谷山梁储能接入谷山梁站</a:t>
            </a:r>
            <a:r>
              <a:rPr lang="en-US" altLang="zh-CN" sz="1600">
                <a:latin typeface="微软雅黑"/>
                <a:ea typeface="微软雅黑"/>
                <a:cs typeface="微软雅黑" panose="020B0503020204020204" pitchFamily="34" charset="-122"/>
              </a:rPr>
              <a:t>220KV1</a:t>
            </a:r>
            <a:r>
              <a:rPr lang="zh-CN" altLang="en-US" sz="1600">
                <a:latin typeface="微软雅黑"/>
                <a:ea typeface="微软雅黑"/>
                <a:cs typeface="微软雅黑" panose="020B0503020204020204" pitchFamily="34" charset="-122"/>
              </a:rPr>
              <a:t>、</a:t>
            </a:r>
            <a:r>
              <a:rPr lang="en-US" altLang="zh-CN" sz="1600">
                <a:latin typeface="微软雅黑"/>
                <a:ea typeface="微软雅黑"/>
                <a:cs typeface="微软雅黑" panose="020B0503020204020204" pitchFamily="34" charset="-122"/>
              </a:rPr>
              <a:t>2M</a:t>
            </a:r>
            <a:r>
              <a:rPr lang="zh-CN" altLang="en-US" sz="1600">
                <a:latin typeface="微软雅黑"/>
                <a:ea typeface="微软雅黑"/>
                <a:cs typeface="微软雅黑" panose="020B0503020204020204" pitchFamily="34" charset="-122"/>
              </a:rPr>
              <a:t>，与我们同样接入的还有三个光伏（带配储）、两个储能，</a:t>
            </a:r>
            <a:r>
              <a:rPr lang="en-US" altLang="zh-CN" sz="1600">
                <a:latin typeface="微软雅黑"/>
                <a:ea typeface="微软雅黑"/>
                <a:cs typeface="微软雅黑" panose="020B0503020204020204" pitchFamily="34" charset="-122"/>
              </a:rPr>
              <a:t>1</a:t>
            </a:r>
            <a:r>
              <a:rPr lang="zh-CN" altLang="en-US" sz="1600">
                <a:latin typeface="微软雅黑"/>
                <a:ea typeface="微软雅黑"/>
                <a:cs typeface="微软雅黑" panose="020B0503020204020204" pitchFamily="34" charset="-122"/>
              </a:rPr>
              <a:t>、</a:t>
            </a:r>
            <a:r>
              <a:rPr lang="en-US" altLang="zh-CN" sz="1600">
                <a:latin typeface="微软雅黑"/>
                <a:ea typeface="微软雅黑"/>
                <a:cs typeface="微软雅黑" panose="020B0503020204020204" pitchFamily="34" charset="-122"/>
              </a:rPr>
              <a:t>2</a:t>
            </a:r>
            <a:r>
              <a:rPr lang="zh-CN" altLang="en-US" sz="1600">
                <a:latin typeface="微软雅黑"/>
                <a:ea typeface="微软雅黑"/>
                <a:cs typeface="微软雅黑" panose="020B0503020204020204" pitchFamily="34" charset="-122"/>
              </a:rPr>
              <a:t>号母线最大上送容量为</a:t>
            </a:r>
            <a:r>
              <a:rPr lang="en-US" altLang="zh-CN" sz="1600">
                <a:latin typeface="微软雅黑"/>
                <a:ea typeface="微软雅黑"/>
                <a:cs typeface="微软雅黑" panose="020B0503020204020204" pitchFamily="34" charset="-122"/>
              </a:rPr>
              <a:t>1450MW</a:t>
            </a:r>
            <a:r>
              <a:rPr lang="zh-CN" altLang="en-US" sz="1600">
                <a:latin typeface="微软雅黑"/>
                <a:ea typeface="微软雅黑"/>
                <a:cs typeface="微软雅黑" panose="020B0503020204020204" pitchFamily="34" charset="-122"/>
              </a:rPr>
              <a:t>，现货建模中考虑变压器热稳约束，按照</a:t>
            </a:r>
            <a:r>
              <a:rPr lang="en-US" altLang="zh-CN" sz="1600">
                <a:latin typeface="微软雅黑"/>
                <a:ea typeface="微软雅黑"/>
                <a:cs typeface="微软雅黑" panose="020B0503020204020204" pitchFamily="34" charset="-122"/>
              </a:rPr>
              <a:t>95%</a:t>
            </a:r>
            <a:r>
              <a:rPr lang="zh-CN" altLang="en-US" sz="1600">
                <a:latin typeface="微软雅黑"/>
                <a:ea typeface="微软雅黑"/>
                <a:cs typeface="微软雅黑" panose="020B0503020204020204" pitchFamily="34" charset="-122"/>
              </a:rPr>
              <a:t>管控，即六个电站上送或下网功率</a:t>
            </a:r>
            <a:r>
              <a:rPr lang="zh-CN" altLang="en-US" sz="1600" b="1">
                <a:solidFill>
                  <a:srgbClr val="C00000"/>
                </a:solidFill>
                <a:latin typeface="微软雅黑"/>
                <a:ea typeface="微软雅黑"/>
                <a:cs typeface="微软雅黑" panose="020B0503020204020204" pitchFamily="34" charset="-122"/>
              </a:rPr>
              <a:t>不能超过</a:t>
            </a:r>
            <a:r>
              <a:rPr lang="en-US" altLang="zh-CN" sz="1600" b="1">
                <a:solidFill>
                  <a:srgbClr val="C00000"/>
                </a:solidFill>
                <a:latin typeface="微软雅黑"/>
                <a:ea typeface="微软雅黑"/>
                <a:cs typeface="微软雅黑" panose="020B0503020204020204" pitchFamily="34" charset="-122"/>
              </a:rPr>
              <a:t>1378MW</a:t>
            </a:r>
            <a:r>
              <a:rPr lang="zh-CN" altLang="en-US" sz="1600">
                <a:latin typeface="微软雅黑"/>
                <a:ea typeface="微软雅黑"/>
                <a:cs typeface="微软雅黑" panose="020B0503020204020204" pitchFamily="34" charset="-122"/>
              </a:rPr>
              <a:t>，否则将触发惩罚性价格。</a:t>
            </a:r>
          </a:p>
          <a:p>
            <a:pPr marL="285750" indent="-285750" algn="l">
              <a:lnSpc>
                <a:spcPct val="150000"/>
              </a:lnSpc>
              <a:buFont typeface="Wingdings" panose="05000000000000000000" pitchFamily="2" charset="2"/>
              <a:buChar char="p"/>
            </a:pP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l">
              <a:lnSpc>
                <a:spcPct val="150000"/>
              </a:lnSpc>
              <a:buFont typeface="Wingdings" panose="05000000000000000000" pitchFamily="2" charset="2"/>
              <a:buChar char="p"/>
            </a:pPr>
            <a:r>
              <a:rPr lang="zh-CN" altLang="en-US" sz="1600">
                <a:latin typeface="微软雅黑"/>
                <a:ea typeface="微软雅黑"/>
                <a:cs typeface="微软雅黑" panose="020B0503020204020204" pitchFamily="34" charset="-122"/>
              </a:rPr>
              <a:t>与其他场站协同需要投入大量人力，需要监控其是否守约，此外，受制于电网红绿灯限制，会出现储能放电和光伏出力抢通道，或和光伏配储放电抢通道的情况（1.20由于阻塞，节点电价达到地板价，此时全网均价350元/MWh）</a:t>
            </a:r>
          </a:p>
          <a:p>
            <a:pPr marL="285750" indent="-285750" algn="l">
              <a:lnSpc>
                <a:spcPct val="150000"/>
              </a:lnSpc>
              <a:buFont typeface="Wingdings" panose="05000000000000000000" pitchFamily="2" charset="2"/>
              <a:buChar char="p"/>
            </a:pP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l">
              <a:lnSpc>
                <a:spcPct val="150000"/>
              </a:lnSpc>
              <a:buFont typeface="Wingdings" panose="05000000000000000000" pitchFamily="2" charset="2"/>
              <a:buChar char="p"/>
            </a:pPr>
            <a:r>
              <a:rPr lang="zh-CN" altLang="en-US" sz="1600">
                <a:latin typeface="微软雅黑"/>
                <a:ea typeface="微软雅黑"/>
                <a:cs typeface="微软雅黑" panose="020B0503020204020204" pitchFamily="34" charset="-122"/>
              </a:rPr>
              <a:t>当前谷山梁储能已降低功率至</a:t>
            </a:r>
            <a:r>
              <a:rPr lang="en-US" altLang="zh-CN" sz="1600">
                <a:latin typeface="微软雅黑"/>
                <a:ea typeface="微软雅黑"/>
                <a:cs typeface="微软雅黑" panose="020B0503020204020204" pitchFamily="34" charset="-122"/>
              </a:rPr>
              <a:t>400MW</a:t>
            </a:r>
            <a:r>
              <a:rPr lang="zh-CN" altLang="en-US" sz="1600">
                <a:latin typeface="微软雅黑"/>
                <a:ea typeface="微软雅黑"/>
                <a:cs typeface="微软雅黑" panose="020B0503020204020204" pitchFamily="34" charset="-122"/>
              </a:rPr>
              <a:t>运行，充放时间拉长，次数受损。受制于光伏出力和配储不确定性，依然存在节点阻塞现象。</a:t>
            </a:r>
          </a:p>
        </p:txBody>
      </p:sp>
    </p:spTree>
    <p:extLst>
      <p:ext uri="{BB962C8B-B14F-4D97-AF65-F5344CB8AC3E}">
        <p14:creationId xmlns:p14="http://schemas.microsoft.com/office/powerpoint/2010/main" val="13173926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C95BA-B6E9-401C-CC2E-515F3F0CE17B}"/>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ADD24D29-03D1-8E88-D7F3-958E29B780A3}"/>
              </a:ext>
            </a:extLst>
          </p:cNvPr>
          <p:cNvSpPr/>
          <p:nvPr/>
        </p:nvSpPr>
        <p:spPr>
          <a:xfrm>
            <a:off x="0" y="0"/>
            <a:ext cx="12192000" cy="574177"/>
          </a:xfrm>
          <a:prstGeom prst="rect">
            <a:avLst/>
          </a:prstGeom>
          <a:solidFill>
            <a:srgbClr val="3B3B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DengXian"/>
              <a:ea typeface="DengXian" panose="02010600030101010101" pitchFamily="2" charset="-122"/>
              <a:cs typeface="+mn-cs"/>
            </a:endParaRPr>
          </a:p>
        </p:txBody>
      </p:sp>
      <p:sp>
        <p:nvSpPr>
          <p:cNvPr id="8" name="文本框 7">
            <a:extLst>
              <a:ext uri="{FF2B5EF4-FFF2-40B4-BE49-F238E27FC236}">
                <a16:creationId xmlns:a16="http://schemas.microsoft.com/office/drawing/2014/main" id="{64916A32-C763-D030-C5C1-6016147DA33F}"/>
              </a:ext>
            </a:extLst>
          </p:cNvPr>
          <p:cNvSpPr txBox="1"/>
          <p:nvPr/>
        </p:nvSpPr>
        <p:spPr>
          <a:xfrm>
            <a:off x="126998" y="102938"/>
            <a:ext cx="10588627" cy="369332"/>
          </a:xfrm>
          <a:prstGeom prst="rect">
            <a:avLst/>
          </a:prstGeom>
          <a:noFill/>
        </p:spPr>
        <p:txBody>
          <a:bodyPr wrap="square" rtlCol="0">
            <a:spAutoFit/>
          </a:bodyPr>
          <a:lstStyle/>
          <a:p>
            <a:pPr lvl="0">
              <a:defRPr/>
            </a:pPr>
            <a:r>
              <a:rPr kumimoji="0" lang="en-US" altLang="zh-CN"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3. </a:t>
            </a:r>
            <a:r>
              <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当前蒙西</a:t>
            </a:r>
            <a:r>
              <a:rPr lang="zh-CN" altLang="en-US">
                <a:solidFill>
                  <a:prstClr val="white"/>
                </a:solidFill>
                <a:latin typeface="微软雅黑" panose="020B0503020204020204" pitchFamily="34" charset="-122"/>
                <a:ea typeface="微软雅黑" panose="020B0503020204020204" pitchFamily="34" charset="-122"/>
              </a:rPr>
              <a:t>各场站运营问题与应对方式</a:t>
            </a:r>
            <a:r>
              <a:rPr lang="en-US" altLang="zh-CN">
                <a:solidFill>
                  <a:schemeClr val="accent4">
                    <a:lumMod val="20000"/>
                    <a:lumOff val="80000"/>
                  </a:schemeClr>
                </a:solidFill>
                <a:latin typeface="微软雅黑" panose="020B0503020204020204" pitchFamily="34" charset="-122"/>
                <a:ea typeface="微软雅黑" panose="020B0503020204020204" pitchFamily="34" charset="-122"/>
              </a:rPr>
              <a:t>–</a:t>
            </a:r>
            <a:r>
              <a:rPr lang="zh-CN" altLang="en-US">
                <a:solidFill>
                  <a:schemeClr val="accent4">
                    <a:lumMod val="20000"/>
                    <a:lumOff val="80000"/>
                  </a:schemeClr>
                </a:solidFill>
                <a:latin typeface="微软雅黑" panose="020B0503020204020204" pitchFamily="34" charset="-122"/>
                <a:ea typeface="微软雅黑" panose="020B0503020204020204" pitchFamily="34" charset="-122"/>
              </a:rPr>
              <a:t>谷山梁放电上送首先，最高放电不超过</a:t>
            </a:r>
            <a:r>
              <a:rPr lang="en-US" altLang="zh-CN">
                <a:solidFill>
                  <a:schemeClr val="accent4">
                    <a:lumMod val="20000"/>
                    <a:lumOff val="80000"/>
                  </a:schemeClr>
                </a:solidFill>
                <a:latin typeface="微软雅黑" panose="020B0503020204020204" pitchFamily="34" charset="-122"/>
                <a:ea typeface="微软雅黑" panose="020B0503020204020204" pitchFamily="34" charset="-122"/>
              </a:rPr>
              <a:t>400MW</a:t>
            </a:r>
            <a:endParaRPr kumimoji="0" lang="zh-CN" altLang="en-US" sz="1800" b="0" i="0" u="none" strike="noStrike" kern="1200" cap="none" spc="0" normalizeH="0" baseline="0" noProof="0">
              <a:ln>
                <a:noFill/>
              </a:ln>
              <a:solidFill>
                <a:schemeClr val="accent4">
                  <a:lumMod val="20000"/>
                  <a:lumOff val="80000"/>
                </a:schemeClr>
              </a:solidFill>
              <a:effectLst/>
              <a:uLnTx/>
              <a:uFillTx/>
              <a:latin typeface="微软雅黑" panose="020B0503020204020204" pitchFamily="34" charset="-122"/>
              <a:ea typeface="微软雅黑" panose="020B0503020204020204" pitchFamily="34" charset="-122"/>
              <a:cs typeface="+mn-cs"/>
            </a:endParaRPr>
          </a:p>
        </p:txBody>
      </p:sp>
      <p:sp>
        <p:nvSpPr>
          <p:cNvPr id="3" name="文本框 2">
            <a:extLst>
              <a:ext uri="{FF2B5EF4-FFF2-40B4-BE49-F238E27FC236}">
                <a16:creationId xmlns:a16="http://schemas.microsoft.com/office/drawing/2014/main" id="{9A5A155F-9373-5270-0B3A-86A2FB81E19D}"/>
              </a:ext>
            </a:extLst>
          </p:cNvPr>
          <p:cNvSpPr txBox="1"/>
          <p:nvPr/>
        </p:nvSpPr>
        <p:spPr>
          <a:xfrm>
            <a:off x="262366" y="881378"/>
            <a:ext cx="491553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a:solidFill>
                  <a:prstClr val="black"/>
                </a:solidFill>
                <a:latin typeface="微软雅黑" panose="020B0503020204020204" pitchFamily="34" charset="-122"/>
                <a:ea typeface="微软雅黑" panose="020B0503020204020204" pitchFamily="34" charset="-122"/>
              </a:rPr>
              <a:t>上送受限情况在蒙西多发频发</a:t>
            </a:r>
          </a:p>
        </p:txBody>
      </p:sp>
      <p:sp>
        <p:nvSpPr>
          <p:cNvPr id="7" name="文本框 6">
            <a:extLst>
              <a:ext uri="{FF2B5EF4-FFF2-40B4-BE49-F238E27FC236}">
                <a16:creationId xmlns:a16="http://schemas.microsoft.com/office/drawing/2014/main" id="{AAF91623-277F-DECD-B79A-1553390B5EA9}"/>
              </a:ext>
            </a:extLst>
          </p:cNvPr>
          <p:cNvSpPr txBox="1"/>
          <p:nvPr/>
        </p:nvSpPr>
        <p:spPr>
          <a:xfrm>
            <a:off x="262366" y="1557911"/>
            <a:ext cx="4740164" cy="3742178"/>
          </a:xfrm>
          <a:prstGeom prst="rect">
            <a:avLst/>
          </a:prstGeom>
        </p:spPr>
        <p:txBody>
          <a:bodyPr wrap="square">
            <a:spAutoFit/>
            <a:extLst>
              <a:ext uri="{4A0BC546-FE56-4ADE-93B0-CB8AF2F6F144}">
                <wpsdc:textFrameExt xmlns:wpsdc="http://www.wps.cn/officeDocument/2022/drawingmlCustomData" xmlns="" type="text"/>
              </a:ext>
            </a:extLst>
          </a:bodyPr>
          <a:lstStyle/>
          <a:p>
            <a:pPr marL="285750" indent="-285750" algn="l">
              <a:lnSpc>
                <a:spcPct val="150000"/>
              </a:lnSpc>
              <a:buFont typeface="Wingdings" panose="05000000000000000000" pitchFamily="2" charset="2"/>
              <a:buChar char="p"/>
            </a:pPr>
            <a:r>
              <a:rPr lang="zh-CN" altLang="en-US" sz="1600">
                <a:latin typeface="微软雅黑" panose="020B0503020204020204" pitchFamily="34" charset="-122"/>
                <a:ea typeface="微软雅黑" panose="020B0503020204020204" pitchFamily="34" charset="-122"/>
                <a:cs typeface="微软雅黑" panose="020B0503020204020204" pitchFamily="34" charset="-122"/>
              </a:rPr>
              <a:t>谷山梁面临的问题并不是个例，从</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26</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1-3</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月数据来看，我们监测所有</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500KV</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电站与</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220KV</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电站之间的电价异常，发现类似问题统计如右表。</a:t>
            </a:r>
          </a:p>
          <a:p>
            <a:pPr marL="285750" indent="-285750" algn="l">
              <a:lnSpc>
                <a:spcPct val="150000"/>
              </a:lnSpc>
              <a:buFont typeface="Wingdings" panose="05000000000000000000" pitchFamily="2" charset="2"/>
              <a:buChar char="p"/>
            </a:pP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l">
              <a:lnSpc>
                <a:spcPct val="150000"/>
              </a:lnSpc>
              <a:buFont typeface="Wingdings" panose="05000000000000000000" pitchFamily="2" charset="2"/>
              <a:buChar char="p"/>
            </a:pPr>
            <a:r>
              <a:rPr lang="zh-CN" altLang="en-US" sz="1600">
                <a:latin typeface="微软雅黑" panose="020B0503020204020204" pitchFamily="34" charset="-122"/>
                <a:ea typeface="微软雅黑" panose="020B0503020204020204" pitchFamily="34" charset="-122"/>
                <a:cs typeface="微软雅黑" panose="020B0503020204020204" pitchFamily="34" charset="-122"/>
              </a:rPr>
              <a:t>表中提示阿拉腾站发生异常电价的风险极高，即阿拉善项目在当前场景下就已经有很大的上送受限风险。</a:t>
            </a:r>
          </a:p>
          <a:p>
            <a:pPr marL="285750" indent="-285750" algn="l">
              <a:lnSpc>
                <a:spcPct val="150000"/>
              </a:lnSpc>
              <a:buFont typeface="Wingdings" panose="05000000000000000000" pitchFamily="2" charset="2"/>
              <a:buChar char="p"/>
            </a:pP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l">
              <a:lnSpc>
                <a:spcPct val="150000"/>
              </a:lnSpc>
              <a:buFont typeface="Wingdings" panose="05000000000000000000" pitchFamily="2" charset="2"/>
              <a:buChar char="p"/>
            </a:pPr>
            <a:r>
              <a:rPr lang="zh-CN" altLang="en-US" sz="1600">
                <a:latin typeface="微软雅黑" panose="020B0503020204020204" pitchFamily="34" charset="-122"/>
                <a:ea typeface="微软雅黑" panose="020B0503020204020204" pitchFamily="34" charset="-122"/>
                <a:cs typeface="微软雅黑" panose="020B0503020204020204" pitchFamily="34" charset="-122"/>
              </a:rPr>
              <a:t>电网进行技改需要</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年左右，预计下半年阿拉善项目收益将严重受影响。</a:t>
            </a:r>
          </a:p>
        </p:txBody>
      </p:sp>
      <p:graphicFrame>
        <p:nvGraphicFramePr>
          <p:cNvPr id="6" name="表格 5">
            <a:extLst>
              <a:ext uri="{FF2B5EF4-FFF2-40B4-BE49-F238E27FC236}">
                <a16:creationId xmlns:a16="http://schemas.microsoft.com/office/drawing/2014/main" id="{6DDEEB37-CB4A-8A5A-BAB6-492424B597A1}"/>
              </a:ext>
            </a:extLst>
          </p:cNvPr>
          <p:cNvGraphicFramePr/>
          <p:nvPr>
            <p:extLst>
              <p:ext uri="{D42A27DB-BD31-4B8C-83A1-F6EECF244321}">
                <p14:modId xmlns:p14="http://schemas.microsoft.com/office/powerpoint/2010/main" val="2600558483"/>
              </p:ext>
            </p:extLst>
          </p:nvPr>
        </p:nvGraphicFramePr>
        <p:xfrm>
          <a:off x="6197599" y="677115"/>
          <a:ext cx="5732035" cy="5427704"/>
        </p:xfrm>
        <a:graphic>
          <a:graphicData uri="http://schemas.openxmlformats.org/drawingml/2006/table">
            <a:tbl>
              <a:tblPr/>
              <a:tblGrid>
                <a:gridCol w="1146407">
                  <a:extLst>
                    <a:ext uri="{9D8B030D-6E8A-4147-A177-3AD203B41FA5}">
                      <a16:colId xmlns:a16="http://schemas.microsoft.com/office/drawing/2014/main" val="20000"/>
                    </a:ext>
                  </a:extLst>
                </a:gridCol>
                <a:gridCol w="1146407">
                  <a:extLst>
                    <a:ext uri="{9D8B030D-6E8A-4147-A177-3AD203B41FA5}">
                      <a16:colId xmlns:a16="http://schemas.microsoft.com/office/drawing/2014/main" val="20001"/>
                    </a:ext>
                  </a:extLst>
                </a:gridCol>
                <a:gridCol w="1146407">
                  <a:extLst>
                    <a:ext uri="{9D8B030D-6E8A-4147-A177-3AD203B41FA5}">
                      <a16:colId xmlns:a16="http://schemas.microsoft.com/office/drawing/2014/main" val="20002"/>
                    </a:ext>
                  </a:extLst>
                </a:gridCol>
                <a:gridCol w="1146407">
                  <a:extLst>
                    <a:ext uri="{9D8B030D-6E8A-4147-A177-3AD203B41FA5}">
                      <a16:colId xmlns:a16="http://schemas.microsoft.com/office/drawing/2014/main" val="20003"/>
                    </a:ext>
                  </a:extLst>
                </a:gridCol>
                <a:gridCol w="1146407">
                  <a:extLst>
                    <a:ext uri="{9D8B030D-6E8A-4147-A177-3AD203B41FA5}">
                      <a16:colId xmlns:a16="http://schemas.microsoft.com/office/drawing/2014/main" val="20004"/>
                    </a:ext>
                  </a:extLst>
                </a:gridCol>
              </a:tblGrid>
              <a:tr h="438433">
                <a:tc>
                  <a:txBody>
                    <a:bodyPr/>
                    <a:lstStyle/>
                    <a:p>
                      <a:pPr algn="ctr" fontAlgn="b"/>
                      <a:r>
                        <a:rPr lang="en-US" altLang="zh-CN" sz="900" b="1" i="0">
                          <a:solidFill>
                            <a:schemeClr val="bg1"/>
                          </a:solidFill>
                          <a:latin typeface="微软雅黑" panose="02010600030101010101" pitchFamily="2" charset="-122"/>
                          <a:ea typeface="微软雅黑" panose="02010600030101010101" pitchFamily="2" charset="-122"/>
                        </a:rPr>
                        <a:t>base_name</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1B2838"/>
                    </a:solidFill>
                  </a:tcPr>
                </a:tc>
                <a:tc>
                  <a:txBody>
                    <a:bodyPr/>
                    <a:lstStyle/>
                    <a:p>
                      <a:pPr algn="ctr" fontAlgn="b"/>
                      <a:r>
                        <a:rPr lang="en-US" altLang="zh-CN" sz="900" b="1" i="0">
                          <a:solidFill>
                            <a:schemeClr val="bg1"/>
                          </a:solidFill>
                          <a:latin typeface="微软雅黑" panose="02010600030101010101" pitchFamily="2" charset="-122"/>
                          <a:ea typeface="微软雅黑" panose="02010600030101010101" pitchFamily="2" charset="-122"/>
                        </a:rPr>
                        <a:t>difference_timestamp_count</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1B2838"/>
                    </a:solidFill>
                  </a:tcPr>
                </a:tc>
                <a:tc>
                  <a:txBody>
                    <a:bodyPr/>
                    <a:lstStyle/>
                    <a:p>
                      <a:pPr algn="ctr" fontAlgn="b"/>
                      <a:r>
                        <a:rPr lang="en-US" altLang="zh-CN" sz="900" b="1" i="0">
                          <a:solidFill>
                            <a:schemeClr val="bg1"/>
                          </a:solidFill>
                          <a:latin typeface="微软雅黑" panose="02010600030101010101" pitchFamily="2" charset="-122"/>
                          <a:ea typeface="微软雅黑" panose="02010600030101010101" pitchFamily="2" charset="-122"/>
                        </a:rPr>
                        <a:t>difference_day_count</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1B2838"/>
                    </a:solidFill>
                  </a:tcPr>
                </a:tc>
                <a:tc>
                  <a:txBody>
                    <a:bodyPr/>
                    <a:lstStyle/>
                    <a:p>
                      <a:pPr algn="ctr" fontAlgn="b"/>
                      <a:r>
                        <a:rPr lang="en-US" altLang="zh-CN" sz="900" b="1" i="0">
                          <a:solidFill>
                            <a:schemeClr val="bg1"/>
                          </a:solidFill>
                          <a:latin typeface="微软雅黑" panose="02010600030101010101" pitchFamily="2" charset="-122"/>
                          <a:ea typeface="微软雅黑" panose="02010600030101010101" pitchFamily="2" charset="-122"/>
                        </a:rPr>
                        <a:t>first_diff_date</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1B2838"/>
                    </a:solidFill>
                  </a:tcPr>
                </a:tc>
                <a:tc>
                  <a:txBody>
                    <a:bodyPr/>
                    <a:lstStyle/>
                    <a:p>
                      <a:pPr algn="ctr" fontAlgn="b"/>
                      <a:r>
                        <a:rPr lang="en-US" altLang="zh-CN" sz="900" b="1" i="0">
                          <a:solidFill>
                            <a:schemeClr val="bg1"/>
                          </a:solidFill>
                          <a:latin typeface="微软雅黑" panose="02010600030101010101" pitchFamily="2" charset="-122"/>
                          <a:ea typeface="微软雅黑" panose="02010600030101010101" pitchFamily="2" charset="-122"/>
                        </a:rPr>
                        <a:t>last_diff_date</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1B2838"/>
                    </a:solidFill>
                  </a:tcPr>
                </a:tc>
                <a:extLst>
                  <a:ext uri="{0D108BD9-81ED-4DB2-BD59-A6C34878D82A}">
                    <a16:rowId xmlns:a16="http://schemas.microsoft.com/office/drawing/2014/main" val="10000"/>
                  </a:ext>
                </a:extLst>
              </a:tr>
              <a:tr h="160712">
                <a:tc>
                  <a:txBody>
                    <a:bodyPr/>
                    <a:lstStyle/>
                    <a:p>
                      <a:pPr marL="0" algn="ctr" defTabSz="914400" rtl="0" eaLnBrk="1" fontAlgn="b" latinLnBrk="0" hangingPunct="1"/>
                      <a:r>
                        <a:rPr lang="zh-CN" altLang="en-US" sz="900" b="0" i="0" kern="1200">
                          <a:solidFill>
                            <a:schemeClr val="bg1"/>
                          </a:solidFill>
                          <a:latin typeface="微软雅黑" panose="02010600030101010101" pitchFamily="2" charset="-122"/>
                          <a:ea typeface="微软雅黑" panose="02010600030101010101" pitchFamily="2" charset="-122"/>
                          <a:cs typeface="+mn-cs"/>
                        </a:rPr>
                        <a:t>内蒙</a:t>
                      </a:r>
                      <a:r>
                        <a:rPr lang="en-US" altLang="zh-CN" sz="900" b="0" i="0" kern="1200">
                          <a:solidFill>
                            <a:schemeClr val="bg1"/>
                          </a:solidFill>
                          <a:latin typeface="微软雅黑" panose="02010600030101010101" pitchFamily="2" charset="-122"/>
                          <a:ea typeface="微软雅黑" panose="02010600030101010101" pitchFamily="2" charset="-122"/>
                          <a:cs typeface="+mn-cs"/>
                        </a:rPr>
                        <a:t>.</a:t>
                      </a:r>
                      <a:r>
                        <a:rPr lang="zh-CN" altLang="en-US" sz="900" b="0" i="0" kern="1200">
                          <a:solidFill>
                            <a:schemeClr val="bg1"/>
                          </a:solidFill>
                          <a:latin typeface="微软雅黑" panose="02010600030101010101" pitchFamily="2" charset="-122"/>
                          <a:ea typeface="微软雅黑" panose="02010600030101010101" pitchFamily="2" charset="-122"/>
                          <a:cs typeface="+mn-cs"/>
                        </a:rPr>
                        <a:t>阿拉腾站</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2C3E50"/>
                    </a:solidFill>
                  </a:tcPr>
                </a:tc>
                <a:tc>
                  <a:txBody>
                    <a:bodyPr/>
                    <a:lstStyle/>
                    <a:p>
                      <a:pPr marL="0" algn="ctr" defTabSz="914400" rtl="0" eaLnBrk="1" fontAlgn="b" latinLnBrk="0" hangingPunct="1"/>
                      <a:r>
                        <a:rPr lang="en-US" altLang="zh-CN" sz="900" b="0" i="0" kern="1200">
                          <a:solidFill>
                            <a:schemeClr val="bg1"/>
                          </a:solidFill>
                          <a:latin typeface="微软雅黑" panose="02010600030101010101" pitchFamily="2" charset="-122"/>
                          <a:ea typeface="微软雅黑" panose="02010600030101010101" pitchFamily="2" charset="-122"/>
                          <a:cs typeface="+mn-cs"/>
                        </a:rPr>
                        <a:t>1484</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2C3E50"/>
                    </a:solidFill>
                  </a:tcPr>
                </a:tc>
                <a:tc>
                  <a:txBody>
                    <a:bodyPr/>
                    <a:lstStyle/>
                    <a:p>
                      <a:pPr marL="0" algn="ctr" defTabSz="914400" rtl="0" eaLnBrk="1" fontAlgn="b" latinLnBrk="0" hangingPunct="1"/>
                      <a:r>
                        <a:rPr lang="en-US" altLang="zh-CN" sz="900" b="0" i="0" kern="1200">
                          <a:solidFill>
                            <a:schemeClr val="bg1"/>
                          </a:solidFill>
                          <a:latin typeface="微软雅黑" panose="02010600030101010101" pitchFamily="2" charset="-122"/>
                          <a:ea typeface="微软雅黑" panose="02010600030101010101" pitchFamily="2" charset="-122"/>
                          <a:cs typeface="+mn-cs"/>
                        </a:rPr>
                        <a:t>64</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2C3E50"/>
                    </a:solidFill>
                  </a:tcPr>
                </a:tc>
                <a:tc>
                  <a:txBody>
                    <a:bodyPr/>
                    <a:lstStyle/>
                    <a:p>
                      <a:pPr marL="0" algn="ctr" defTabSz="914400" rtl="0" eaLnBrk="1" fontAlgn="b" latinLnBrk="0" hangingPunct="1"/>
                      <a:r>
                        <a:rPr lang="en-US" altLang="zh-CN" sz="900" b="0" i="0" kern="1200">
                          <a:solidFill>
                            <a:schemeClr val="bg1"/>
                          </a:solidFill>
                          <a:latin typeface="微软雅黑" panose="02010600030101010101" pitchFamily="2" charset="-122"/>
                          <a:ea typeface="微软雅黑" panose="02010600030101010101" pitchFamily="2" charset="-122"/>
                          <a:cs typeface="+mn-cs"/>
                        </a:rPr>
                        <a:t>2026-01-03</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2C3E50"/>
                    </a:solidFill>
                  </a:tcPr>
                </a:tc>
                <a:tc>
                  <a:txBody>
                    <a:bodyPr/>
                    <a:lstStyle/>
                    <a:p>
                      <a:pPr marL="0" algn="ctr" defTabSz="914400" rtl="0" eaLnBrk="1" fontAlgn="b" latinLnBrk="0" hangingPunct="1"/>
                      <a:r>
                        <a:rPr lang="en-US" altLang="zh-CN" sz="900" b="0" i="0" kern="1200">
                          <a:solidFill>
                            <a:schemeClr val="bg1"/>
                          </a:solidFill>
                          <a:latin typeface="微软雅黑" panose="02010600030101010101" pitchFamily="2" charset="-122"/>
                          <a:ea typeface="微软雅黑" panose="02010600030101010101" pitchFamily="2" charset="-122"/>
                          <a:cs typeface="+mn-cs"/>
                        </a:rPr>
                        <a:t>2026-03-31</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2C3E50"/>
                    </a:solidFill>
                  </a:tcPr>
                </a:tc>
                <a:extLst>
                  <a:ext uri="{0D108BD9-81ED-4DB2-BD59-A6C34878D82A}">
                    <a16:rowId xmlns:a16="http://schemas.microsoft.com/office/drawing/2014/main" val="10001"/>
                  </a:ext>
                </a:extLst>
              </a:tr>
              <a:tr h="160712">
                <a:tc>
                  <a:txBody>
                    <a:bodyPr/>
                    <a:lstStyle/>
                    <a:p>
                      <a:pPr marL="0" algn="ctr" defTabSz="914400" rtl="0" eaLnBrk="1" fontAlgn="b" latinLnBrk="0" hangingPunct="1"/>
                      <a:r>
                        <a:rPr lang="zh-CN" altLang="en-US" sz="900" b="0" i="0" kern="1200">
                          <a:solidFill>
                            <a:srgbClr val="2C3E50"/>
                          </a:solidFill>
                          <a:latin typeface="微软雅黑" panose="02010600030101010101" pitchFamily="2" charset="-122"/>
                          <a:ea typeface="微软雅黑" panose="02010600030101010101" pitchFamily="2" charset="-122"/>
                          <a:cs typeface="+mn-cs"/>
                        </a:rPr>
                        <a:t>内蒙</a:t>
                      </a:r>
                      <a:r>
                        <a:rPr lang="en-US" altLang="zh-CN" sz="900" b="0" i="0" kern="1200">
                          <a:solidFill>
                            <a:srgbClr val="2C3E50"/>
                          </a:solidFill>
                          <a:latin typeface="微软雅黑" panose="02010600030101010101" pitchFamily="2" charset="-122"/>
                          <a:ea typeface="微软雅黑" panose="02010600030101010101" pitchFamily="2" charset="-122"/>
                          <a:cs typeface="+mn-cs"/>
                        </a:rPr>
                        <a:t>.</a:t>
                      </a:r>
                      <a:r>
                        <a:rPr lang="zh-CN" altLang="en-US" sz="900" b="0" i="0" kern="1200">
                          <a:solidFill>
                            <a:srgbClr val="2C3E50"/>
                          </a:solidFill>
                          <a:latin typeface="微软雅黑" panose="02010600030101010101" pitchFamily="2" charset="-122"/>
                          <a:ea typeface="微软雅黑" panose="02010600030101010101" pitchFamily="2" charset="-122"/>
                          <a:cs typeface="+mn-cs"/>
                        </a:rPr>
                        <a:t>旗下营站</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marL="0" algn="ctr" defTabSz="914400" rtl="0" eaLnBrk="1" fontAlgn="b" latinLnBrk="0" hangingPunct="1"/>
                      <a:r>
                        <a:rPr lang="en-US" altLang="zh-CN" sz="900" b="0" i="0" kern="1200">
                          <a:solidFill>
                            <a:srgbClr val="2C3E50"/>
                          </a:solidFill>
                          <a:latin typeface="微软雅黑" panose="02010600030101010101" pitchFamily="2" charset="-122"/>
                          <a:ea typeface="微软雅黑" panose="02010600030101010101" pitchFamily="2" charset="-122"/>
                          <a:cs typeface="+mn-cs"/>
                        </a:rPr>
                        <a:t>1182</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marL="0" algn="ctr" defTabSz="914400" rtl="0" eaLnBrk="1" fontAlgn="b" latinLnBrk="0" hangingPunct="1"/>
                      <a:r>
                        <a:rPr lang="en-US" altLang="zh-CN" sz="900" b="0" i="0" kern="1200">
                          <a:solidFill>
                            <a:srgbClr val="2C3E50"/>
                          </a:solidFill>
                          <a:latin typeface="微软雅黑" panose="02010600030101010101" pitchFamily="2" charset="-122"/>
                          <a:ea typeface="微软雅黑" panose="02010600030101010101" pitchFamily="2" charset="-122"/>
                          <a:cs typeface="+mn-cs"/>
                        </a:rPr>
                        <a:t>65</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marL="0" algn="ctr" defTabSz="914400" rtl="0" eaLnBrk="1" fontAlgn="b" latinLnBrk="0" hangingPunct="1"/>
                      <a:r>
                        <a:rPr lang="en-US" altLang="zh-CN" sz="900" b="0" i="0" kern="1200">
                          <a:solidFill>
                            <a:srgbClr val="2C3E50"/>
                          </a:solidFill>
                          <a:latin typeface="微软雅黑" panose="02010600030101010101" pitchFamily="2" charset="-122"/>
                          <a:ea typeface="微软雅黑" panose="02010600030101010101" pitchFamily="2" charset="-122"/>
                          <a:cs typeface="+mn-cs"/>
                        </a:rPr>
                        <a:t>2026-01-02</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marL="0" algn="ctr" defTabSz="914400" rtl="0" eaLnBrk="1" fontAlgn="b" latinLnBrk="0" hangingPunct="1"/>
                      <a:r>
                        <a:rPr lang="en-US" altLang="zh-CN" sz="900" b="0" i="0" kern="1200">
                          <a:solidFill>
                            <a:srgbClr val="2C3E50"/>
                          </a:solidFill>
                          <a:latin typeface="微软雅黑" panose="02010600030101010101" pitchFamily="2" charset="-122"/>
                          <a:ea typeface="微软雅黑" panose="02010600030101010101" pitchFamily="2" charset="-122"/>
                          <a:cs typeface="+mn-cs"/>
                        </a:rPr>
                        <a:t>2026-03-31</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extLst>
                  <a:ext uri="{0D108BD9-81ED-4DB2-BD59-A6C34878D82A}">
                    <a16:rowId xmlns:a16="http://schemas.microsoft.com/office/drawing/2014/main" val="10002"/>
                  </a:ext>
                </a:extLst>
              </a:tr>
              <a:tr h="160712">
                <a:tc>
                  <a:txBody>
                    <a:bodyPr/>
                    <a:lstStyle/>
                    <a:p>
                      <a:pPr algn="ctr" fontAlgn="b"/>
                      <a:r>
                        <a:rPr lang="zh-CN" altLang="en-US" sz="900" b="0" i="0">
                          <a:solidFill>
                            <a:srgbClr val="2C3E50"/>
                          </a:solidFill>
                          <a:latin typeface="微软雅黑" panose="02010600030101010101" pitchFamily="2" charset="-122"/>
                          <a:ea typeface="微软雅黑" panose="02010600030101010101" pitchFamily="2" charset="-122"/>
                        </a:rPr>
                        <a:t>内蒙</a:t>
                      </a:r>
                      <a:r>
                        <a:rPr lang="en-US" altLang="zh-CN" sz="900" b="0" i="0">
                          <a:solidFill>
                            <a:srgbClr val="2C3E50"/>
                          </a:solidFill>
                          <a:latin typeface="微软雅黑" panose="02010600030101010101" pitchFamily="2" charset="-122"/>
                          <a:ea typeface="微软雅黑" panose="02010600030101010101" pitchFamily="2" charset="-122"/>
                        </a:rPr>
                        <a:t>.</a:t>
                      </a:r>
                      <a:r>
                        <a:rPr lang="zh-CN" altLang="en-US" sz="900" b="0" i="0">
                          <a:solidFill>
                            <a:srgbClr val="2C3E50"/>
                          </a:solidFill>
                          <a:latin typeface="微软雅黑" panose="02010600030101010101" pitchFamily="2" charset="-122"/>
                          <a:ea typeface="微软雅黑" panose="02010600030101010101" pitchFamily="2" charset="-122"/>
                        </a:rPr>
                        <a:t>庆云站</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826</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67</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2026-01-03</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2026-03-31</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extLst>
                  <a:ext uri="{0D108BD9-81ED-4DB2-BD59-A6C34878D82A}">
                    <a16:rowId xmlns:a16="http://schemas.microsoft.com/office/drawing/2014/main" val="10003"/>
                  </a:ext>
                </a:extLst>
              </a:tr>
              <a:tr h="160712">
                <a:tc>
                  <a:txBody>
                    <a:bodyPr/>
                    <a:lstStyle/>
                    <a:p>
                      <a:pPr algn="ctr" fontAlgn="b"/>
                      <a:r>
                        <a:rPr lang="zh-CN" altLang="en-US" sz="900" b="0" i="0">
                          <a:solidFill>
                            <a:srgbClr val="2C3E50"/>
                          </a:solidFill>
                          <a:latin typeface="微软雅黑" panose="02010600030101010101" pitchFamily="2" charset="-122"/>
                          <a:ea typeface="微软雅黑" panose="02010600030101010101" pitchFamily="2" charset="-122"/>
                        </a:rPr>
                        <a:t>内蒙</a:t>
                      </a:r>
                      <a:r>
                        <a:rPr lang="en-US" altLang="zh-CN" sz="900" b="0" i="0">
                          <a:solidFill>
                            <a:srgbClr val="2C3E50"/>
                          </a:solidFill>
                          <a:latin typeface="微软雅黑" panose="02010600030101010101" pitchFamily="2" charset="-122"/>
                          <a:ea typeface="微软雅黑" panose="02010600030101010101" pitchFamily="2" charset="-122"/>
                        </a:rPr>
                        <a:t>.</a:t>
                      </a:r>
                      <a:r>
                        <a:rPr lang="zh-CN" altLang="en-US" sz="900" b="0" i="0">
                          <a:solidFill>
                            <a:srgbClr val="2C3E50"/>
                          </a:solidFill>
                          <a:latin typeface="微软雅黑" panose="02010600030101010101" pitchFamily="2" charset="-122"/>
                          <a:ea typeface="微软雅黑" panose="02010600030101010101" pitchFamily="2" charset="-122"/>
                        </a:rPr>
                        <a:t>灰腾梁站</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669</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44</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2026-01-05</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2026-03-31</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extLst>
                  <a:ext uri="{0D108BD9-81ED-4DB2-BD59-A6C34878D82A}">
                    <a16:rowId xmlns:a16="http://schemas.microsoft.com/office/drawing/2014/main" val="10004"/>
                  </a:ext>
                </a:extLst>
              </a:tr>
              <a:tr h="160712">
                <a:tc>
                  <a:txBody>
                    <a:bodyPr/>
                    <a:lstStyle/>
                    <a:p>
                      <a:pPr algn="ctr" fontAlgn="b"/>
                      <a:r>
                        <a:rPr lang="zh-CN" altLang="en-US" sz="900" b="0" i="0">
                          <a:solidFill>
                            <a:srgbClr val="2C3E50"/>
                          </a:solidFill>
                          <a:latin typeface="微软雅黑" panose="02010600030101010101" pitchFamily="2" charset="-122"/>
                          <a:ea typeface="微软雅黑" panose="02010600030101010101" pitchFamily="2" charset="-122"/>
                        </a:rPr>
                        <a:t>内蒙</a:t>
                      </a:r>
                      <a:r>
                        <a:rPr lang="en-US" altLang="zh-CN" sz="900" b="0" i="0">
                          <a:solidFill>
                            <a:srgbClr val="2C3E50"/>
                          </a:solidFill>
                          <a:latin typeface="微软雅黑" panose="02010600030101010101" pitchFamily="2" charset="-122"/>
                          <a:ea typeface="微软雅黑" panose="02010600030101010101" pitchFamily="2" charset="-122"/>
                        </a:rPr>
                        <a:t>.</a:t>
                      </a:r>
                      <a:r>
                        <a:rPr lang="zh-CN" altLang="en-US" sz="900" b="0" i="0">
                          <a:solidFill>
                            <a:srgbClr val="2C3E50"/>
                          </a:solidFill>
                          <a:latin typeface="微软雅黑" panose="02010600030101010101" pitchFamily="2" charset="-122"/>
                          <a:ea typeface="微软雅黑" panose="02010600030101010101" pitchFamily="2" charset="-122"/>
                        </a:rPr>
                        <a:t>土默特站</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505</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56</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2026-01-01</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2026-03-31</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extLst>
                  <a:ext uri="{0D108BD9-81ED-4DB2-BD59-A6C34878D82A}">
                    <a16:rowId xmlns:a16="http://schemas.microsoft.com/office/drawing/2014/main" val="10005"/>
                  </a:ext>
                </a:extLst>
              </a:tr>
              <a:tr h="160712">
                <a:tc>
                  <a:txBody>
                    <a:bodyPr/>
                    <a:lstStyle/>
                    <a:p>
                      <a:pPr algn="ctr" fontAlgn="b"/>
                      <a:r>
                        <a:rPr lang="zh-CN" altLang="en-US" sz="900" b="0" i="0">
                          <a:solidFill>
                            <a:srgbClr val="2C3E50"/>
                          </a:solidFill>
                          <a:latin typeface="微软雅黑" panose="02010600030101010101" pitchFamily="2" charset="-122"/>
                          <a:ea typeface="微软雅黑" panose="02010600030101010101" pitchFamily="2" charset="-122"/>
                        </a:rPr>
                        <a:t>内蒙</a:t>
                      </a:r>
                      <a:r>
                        <a:rPr lang="en-US" altLang="zh-CN" sz="900" b="0" i="0">
                          <a:solidFill>
                            <a:srgbClr val="2C3E50"/>
                          </a:solidFill>
                          <a:latin typeface="微软雅黑" panose="02010600030101010101" pitchFamily="2" charset="-122"/>
                          <a:ea typeface="微软雅黑" panose="02010600030101010101" pitchFamily="2" charset="-122"/>
                        </a:rPr>
                        <a:t>.</a:t>
                      </a:r>
                      <a:r>
                        <a:rPr lang="zh-CN" altLang="en-US" sz="900" b="0" i="0">
                          <a:solidFill>
                            <a:srgbClr val="2C3E50"/>
                          </a:solidFill>
                          <a:latin typeface="微软雅黑" panose="02010600030101010101" pitchFamily="2" charset="-122"/>
                          <a:ea typeface="微软雅黑" panose="02010600030101010101" pitchFamily="2" charset="-122"/>
                        </a:rPr>
                        <a:t>巴中站</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489</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43</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2026-01-05</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2026-03-31</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extLst>
                  <a:ext uri="{0D108BD9-81ED-4DB2-BD59-A6C34878D82A}">
                    <a16:rowId xmlns:a16="http://schemas.microsoft.com/office/drawing/2014/main" val="10006"/>
                  </a:ext>
                </a:extLst>
              </a:tr>
              <a:tr h="160712">
                <a:tc>
                  <a:txBody>
                    <a:bodyPr/>
                    <a:lstStyle/>
                    <a:p>
                      <a:pPr algn="ctr" fontAlgn="b"/>
                      <a:r>
                        <a:rPr lang="zh-CN" altLang="en-US" sz="900" b="0" i="0">
                          <a:solidFill>
                            <a:srgbClr val="2C3E50"/>
                          </a:solidFill>
                          <a:latin typeface="微软雅黑" panose="02010600030101010101" pitchFamily="2" charset="-122"/>
                          <a:ea typeface="微软雅黑" panose="02010600030101010101" pitchFamily="2" charset="-122"/>
                        </a:rPr>
                        <a:t>内蒙</a:t>
                      </a:r>
                      <a:r>
                        <a:rPr lang="en-US" altLang="zh-CN" sz="900" b="0" i="0">
                          <a:solidFill>
                            <a:srgbClr val="2C3E50"/>
                          </a:solidFill>
                          <a:latin typeface="微软雅黑" panose="02010600030101010101" pitchFamily="2" charset="-122"/>
                          <a:ea typeface="微软雅黑" panose="02010600030101010101" pitchFamily="2" charset="-122"/>
                        </a:rPr>
                        <a:t>.</a:t>
                      </a:r>
                      <a:r>
                        <a:rPr lang="zh-CN" altLang="en-US" sz="900" b="0" i="0">
                          <a:solidFill>
                            <a:srgbClr val="2C3E50"/>
                          </a:solidFill>
                          <a:latin typeface="微软雅黑" panose="02010600030101010101" pitchFamily="2" charset="-122"/>
                          <a:ea typeface="微软雅黑" panose="02010600030101010101" pitchFamily="2" charset="-122"/>
                        </a:rPr>
                        <a:t>杭锦电厂</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421</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30</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2026-01-15</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2026-03-30</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extLst>
                  <a:ext uri="{0D108BD9-81ED-4DB2-BD59-A6C34878D82A}">
                    <a16:rowId xmlns:a16="http://schemas.microsoft.com/office/drawing/2014/main" val="10007"/>
                  </a:ext>
                </a:extLst>
              </a:tr>
              <a:tr h="160712">
                <a:tc>
                  <a:txBody>
                    <a:bodyPr/>
                    <a:lstStyle/>
                    <a:p>
                      <a:pPr algn="ctr" fontAlgn="b"/>
                      <a:r>
                        <a:rPr lang="zh-CN" altLang="en-US" sz="900" b="0" i="0">
                          <a:solidFill>
                            <a:srgbClr val="2C3E50"/>
                          </a:solidFill>
                          <a:latin typeface="微软雅黑" panose="02010600030101010101" pitchFamily="2" charset="-122"/>
                          <a:ea typeface="微软雅黑" panose="02010600030101010101" pitchFamily="2" charset="-122"/>
                        </a:rPr>
                        <a:t>内蒙</a:t>
                      </a:r>
                      <a:r>
                        <a:rPr lang="en-US" altLang="zh-CN" sz="900" b="0" i="0">
                          <a:solidFill>
                            <a:srgbClr val="2C3E50"/>
                          </a:solidFill>
                          <a:latin typeface="微软雅黑" panose="02010600030101010101" pitchFamily="2" charset="-122"/>
                          <a:ea typeface="微软雅黑" panose="02010600030101010101" pitchFamily="2" charset="-122"/>
                        </a:rPr>
                        <a:t>.</a:t>
                      </a:r>
                      <a:r>
                        <a:rPr lang="zh-CN" altLang="en-US" sz="900" b="0" i="0">
                          <a:solidFill>
                            <a:srgbClr val="2C3E50"/>
                          </a:solidFill>
                          <a:latin typeface="微软雅黑" panose="02010600030101010101" pitchFamily="2" charset="-122"/>
                          <a:ea typeface="微软雅黑" panose="02010600030101010101" pitchFamily="2" charset="-122"/>
                        </a:rPr>
                        <a:t>红梁站</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375</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36</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2026-01-02</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2026-03-29</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extLst>
                  <a:ext uri="{0D108BD9-81ED-4DB2-BD59-A6C34878D82A}">
                    <a16:rowId xmlns:a16="http://schemas.microsoft.com/office/drawing/2014/main" val="10008"/>
                  </a:ext>
                </a:extLst>
              </a:tr>
              <a:tr h="160712">
                <a:tc>
                  <a:txBody>
                    <a:bodyPr/>
                    <a:lstStyle/>
                    <a:p>
                      <a:pPr algn="ctr" fontAlgn="b"/>
                      <a:r>
                        <a:rPr lang="zh-CN" altLang="en-US" sz="900" b="0" i="0">
                          <a:solidFill>
                            <a:srgbClr val="2C3E50"/>
                          </a:solidFill>
                          <a:latin typeface="微软雅黑" panose="02010600030101010101" pitchFamily="2" charset="-122"/>
                          <a:ea typeface="微软雅黑" panose="02010600030101010101" pitchFamily="2" charset="-122"/>
                        </a:rPr>
                        <a:t>内蒙</a:t>
                      </a:r>
                      <a:r>
                        <a:rPr lang="en-US" altLang="zh-CN" sz="900" b="0" i="0">
                          <a:solidFill>
                            <a:srgbClr val="2C3E50"/>
                          </a:solidFill>
                          <a:latin typeface="微软雅黑" panose="02010600030101010101" pitchFamily="2" charset="-122"/>
                          <a:ea typeface="微软雅黑" panose="02010600030101010101" pitchFamily="2" charset="-122"/>
                        </a:rPr>
                        <a:t>.</a:t>
                      </a:r>
                      <a:r>
                        <a:rPr lang="zh-CN" altLang="en-US" sz="900" b="0" i="0">
                          <a:solidFill>
                            <a:srgbClr val="2C3E50"/>
                          </a:solidFill>
                          <a:latin typeface="微软雅黑" panose="02010600030101010101" pitchFamily="2" charset="-122"/>
                          <a:ea typeface="微软雅黑" panose="02010600030101010101" pitchFamily="2" charset="-122"/>
                        </a:rPr>
                        <a:t>汗海站</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307</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26</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2026-01-01</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2026-03-30</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extLst>
                  <a:ext uri="{0D108BD9-81ED-4DB2-BD59-A6C34878D82A}">
                    <a16:rowId xmlns:a16="http://schemas.microsoft.com/office/drawing/2014/main" val="10009"/>
                  </a:ext>
                </a:extLst>
              </a:tr>
              <a:tr h="160712">
                <a:tc>
                  <a:txBody>
                    <a:bodyPr/>
                    <a:lstStyle/>
                    <a:p>
                      <a:pPr algn="ctr" fontAlgn="b"/>
                      <a:r>
                        <a:rPr lang="zh-CN" altLang="en-US" sz="900" b="0" i="0">
                          <a:solidFill>
                            <a:srgbClr val="2C3E50"/>
                          </a:solidFill>
                          <a:latin typeface="微软雅黑" panose="02010600030101010101" pitchFamily="2" charset="-122"/>
                          <a:ea typeface="微软雅黑" panose="02010600030101010101" pitchFamily="2" charset="-122"/>
                        </a:rPr>
                        <a:t>内蒙</a:t>
                      </a:r>
                      <a:r>
                        <a:rPr lang="en-US" altLang="zh-CN" sz="900" b="0" i="0">
                          <a:solidFill>
                            <a:srgbClr val="2C3E50"/>
                          </a:solidFill>
                          <a:latin typeface="微软雅黑" panose="02010600030101010101" pitchFamily="2" charset="-122"/>
                          <a:ea typeface="微软雅黑" panose="02010600030101010101" pitchFamily="2" charset="-122"/>
                        </a:rPr>
                        <a:t>.</a:t>
                      </a:r>
                      <a:r>
                        <a:rPr lang="zh-CN" altLang="en-US" sz="900" b="0" i="0">
                          <a:solidFill>
                            <a:srgbClr val="2C3E50"/>
                          </a:solidFill>
                          <a:latin typeface="微软雅黑" panose="02010600030101010101" pitchFamily="2" charset="-122"/>
                          <a:ea typeface="微软雅黑" panose="02010600030101010101" pitchFamily="2" charset="-122"/>
                        </a:rPr>
                        <a:t>定远营站</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186</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26</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2026-01-02</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2026-03-29</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extLst>
                  <a:ext uri="{0D108BD9-81ED-4DB2-BD59-A6C34878D82A}">
                    <a16:rowId xmlns:a16="http://schemas.microsoft.com/office/drawing/2014/main" val="10010"/>
                  </a:ext>
                </a:extLst>
              </a:tr>
              <a:tr h="160712">
                <a:tc>
                  <a:txBody>
                    <a:bodyPr/>
                    <a:lstStyle/>
                    <a:p>
                      <a:pPr algn="ctr" fontAlgn="b"/>
                      <a:r>
                        <a:rPr lang="zh-CN" altLang="en-US" sz="900" b="0" i="0">
                          <a:solidFill>
                            <a:srgbClr val="2C3E50"/>
                          </a:solidFill>
                          <a:latin typeface="微软雅黑" panose="02010600030101010101" pitchFamily="2" charset="-122"/>
                          <a:ea typeface="微软雅黑" panose="02010600030101010101" pitchFamily="2" charset="-122"/>
                        </a:rPr>
                        <a:t>内蒙</a:t>
                      </a:r>
                      <a:r>
                        <a:rPr lang="en-US" altLang="zh-CN" sz="900" b="0" i="0">
                          <a:solidFill>
                            <a:srgbClr val="2C3E50"/>
                          </a:solidFill>
                          <a:latin typeface="微软雅黑" panose="02010600030101010101" pitchFamily="2" charset="-122"/>
                          <a:ea typeface="微软雅黑" panose="02010600030101010101" pitchFamily="2" charset="-122"/>
                        </a:rPr>
                        <a:t>.</a:t>
                      </a:r>
                      <a:r>
                        <a:rPr lang="zh-CN" altLang="en-US" sz="900" b="0" i="0">
                          <a:solidFill>
                            <a:srgbClr val="2C3E50"/>
                          </a:solidFill>
                          <a:latin typeface="微软雅黑" panose="02010600030101010101" pitchFamily="2" charset="-122"/>
                          <a:ea typeface="微软雅黑" panose="02010600030101010101" pitchFamily="2" charset="-122"/>
                        </a:rPr>
                        <a:t>永圣域站</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142</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28</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2026-01-02</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2026-03-29</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extLst>
                  <a:ext uri="{0D108BD9-81ED-4DB2-BD59-A6C34878D82A}">
                    <a16:rowId xmlns:a16="http://schemas.microsoft.com/office/drawing/2014/main" val="10011"/>
                  </a:ext>
                </a:extLst>
              </a:tr>
              <a:tr h="160712">
                <a:tc>
                  <a:txBody>
                    <a:bodyPr/>
                    <a:lstStyle/>
                    <a:p>
                      <a:pPr algn="ctr" fontAlgn="b"/>
                      <a:r>
                        <a:rPr lang="zh-CN" altLang="en-US" sz="900" b="0" i="0">
                          <a:solidFill>
                            <a:srgbClr val="2C3E50"/>
                          </a:solidFill>
                          <a:latin typeface="微软雅黑" panose="02010600030101010101" pitchFamily="2" charset="-122"/>
                          <a:ea typeface="微软雅黑" panose="02010600030101010101" pitchFamily="2" charset="-122"/>
                        </a:rPr>
                        <a:t>内蒙</a:t>
                      </a:r>
                      <a:r>
                        <a:rPr lang="en-US" altLang="zh-CN" sz="900" b="0" i="0">
                          <a:solidFill>
                            <a:srgbClr val="2C3E50"/>
                          </a:solidFill>
                          <a:latin typeface="微软雅黑" panose="02010600030101010101" pitchFamily="2" charset="-122"/>
                          <a:ea typeface="微软雅黑" panose="02010600030101010101" pitchFamily="2" charset="-122"/>
                        </a:rPr>
                        <a:t>.</a:t>
                      </a:r>
                      <a:r>
                        <a:rPr lang="zh-CN" altLang="en-US" sz="900" b="0" i="0">
                          <a:solidFill>
                            <a:srgbClr val="2C3E50"/>
                          </a:solidFill>
                          <a:latin typeface="微软雅黑" panose="02010600030101010101" pitchFamily="2" charset="-122"/>
                          <a:ea typeface="微软雅黑" panose="02010600030101010101" pitchFamily="2" charset="-122"/>
                        </a:rPr>
                        <a:t>高新站</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128</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7</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2026-01-25</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2026-03-18</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extLst>
                  <a:ext uri="{0D108BD9-81ED-4DB2-BD59-A6C34878D82A}">
                    <a16:rowId xmlns:a16="http://schemas.microsoft.com/office/drawing/2014/main" val="10012"/>
                  </a:ext>
                </a:extLst>
              </a:tr>
              <a:tr h="160712">
                <a:tc>
                  <a:txBody>
                    <a:bodyPr/>
                    <a:lstStyle/>
                    <a:p>
                      <a:pPr algn="ctr" fontAlgn="b"/>
                      <a:r>
                        <a:rPr lang="zh-CN" altLang="en-US" sz="900" b="0" i="0">
                          <a:solidFill>
                            <a:srgbClr val="2C3E50"/>
                          </a:solidFill>
                          <a:latin typeface="微软雅黑" panose="02010600030101010101" pitchFamily="2" charset="-122"/>
                          <a:ea typeface="微软雅黑" panose="02010600030101010101" pitchFamily="2" charset="-122"/>
                        </a:rPr>
                        <a:t>内蒙</a:t>
                      </a:r>
                      <a:r>
                        <a:rPr lang="en-US" altLang="zh-CN" sz="900" b="0" i="0">
                          <a:solidFill>
                            <a:srgbClr val="2C3E50"/>
                          </a:solidFill>
                          <a:latin typeface="微软雅黑" panose="02010600030101010101" pitchFamily="2" charset="-122"/>
                          <a:ea typeface="微软雅黑" panose="02010600030101010101" pitchFamily="2" charset="-122"/>
                        </a:rPr>
                        <a:t>.</a:t>
                      </a:r>
                      <a:r>
                        <a:rPr lang="zh-CN" altLang="en-US" sz="900" b="0" i="0">
                          <a:solidFill>
                            <a:srgbClr val="2C3E50"/>
                          </a:solidFill>
                          <a:latin typeface="微软雅黑" panose="02010600030101010101" pitchFamily="2" charset="-122"/>
                          <a:ea typeface="微软雅黑" panose="02010600030101010101" pitchFamily="2" charset="-122"/>
                        </a:rPr>
                        <a:t>谷山梁站</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126</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26</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2026-01-04</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2026-03-30</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extLst>
                  <a:ext uri="{0D108BD9-81ED-4DB2-BD59-A6C34878D82A}">
                    <a16:rowId xmlns:a16="http://schemas.microsoft.com/office/drawing/2014/main" val="10013"/>
                  </a:ext>
                </a:extLst>
              </a:tr>
              <a:tr h="160712">
                <a:tc>
                  <a:txBody>
                    <a:bodyPr/>
                    <a:lstStyle/>
                    <a:p>
                      <a:pPr algn="ctr" fontAlgn="b"/>
                      <a:r>
                        <a:rPr lang="zh-CN" altLang="en-US" sz="900" b="0" i="0">
                          <a:solidFill>
                            <a:srgbClr val="2C3E50"/>
                          </a:solidFill>
                          <a:latin typeface="微软雅黑" panose="02010600030101010101" pitchFamily="2" charset="-122"/>
                          <a:ea typeface="微软雅黑" panose="02010600030101010101" pitchFamily="2" charset="-122"/>
                        </a:rPr>
                        <a:t>内蒙</a:t>
                      </a:r>
                      <a:r>
                        <a:rPr lang="en-US" altLang="zh-CN" sz="900" b="0" i="0">
                          <a:solidFill>
                            <a:srgbClr val="2C3E50"/>
                          </a:solidFill>
                          <a:latin typeface="微软雅黑" panose="02010600030101010101" pitchFamily="2" charset="-122"/>
                          <a:ea typeface="微软雅黑" panose="02010600030101010101" pitchFamily="2" charset="-122"/>
                        </a:rPr>
                        <a:t>.</a:t>
                      </a:r>
                      <a:r>
                        <a:rPr lang="zh-CN" altLang="en-US" sz="900" b="0" i="0">
                          <a:solidFill>
                            <a:srgbClr val="2C3E50"/>
                          </a:solidFill>
                          <a:latin typeface="微软雅黑" panose="02010600030101010101" pitchFamily="2" charset="-122"/>
                          <a:ea typeface="微软雅黑" panose="02010600030101010101" pitchFamily="2" charset="-122"/>
                        </a:rPr>
                        <a:t>威俊站</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122</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23</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2026-01-01</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2026-03-23</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extLst>
                  <a:ext uri="{0D108BD9-81ED-4DB2-BD59-A6C34878D82A}">
                    <a16:rowId xmlns:a16="http://schemas.microsoft.com/office/drawing/2014/main" val="10014"/>
                  </a:ext>
                </a:extLst>
              </a:tr>
              <a:tr h="167911">
                <a:tc>
                  <a:txBody>
                    <a:bodyPr/>
                    <a:lstStyle/>
                    <a:p>
                      <a:pPr algn="ctr" fontAlgn="b"/>
                      <a:r>
                        <a:rPr lang="zh-CN" altLang="en-US" sz="900" b="0" i="0">
                          <a:solidFill>
                            <a:srgbClr val="2C3E50"/>
                          </a:solidFill>
                          <a:latin typeface="微软雅黑" panose="02010600030101010101" pitchFamily="2" charset="-122"/>
                          <a:ea typeface="微软雅黑" panose="02010600030101010101" pitchFamily="2" charset="-122"/>
                        </a:rPr>
                        <a:t>内蒙</a:t>
                      </a:r>
                      <a:r>
                        <a:rPr lang="en-US" altLang="zh-CN" sz="900" b="0" i="0">
                          <a:solidFill>
                            <a:srgbClr val="2C3E50"/>
                          </a:solidFill>
                          <a:latin typeface="微软雅黑" panose="02010600030101010101" pitchFamily="2" charset="-122"/>
                          <a:ea typeface="微软雅黑" panose="02010600030101010101" pitchFamily="2" charset="-122"/>
                        </a:rPr>
                        <a:t>.</a:t>
                      </a:r>
                      <a:r>
                        <a:rPr lang="zh-CN" altLang="en-US" sz="900" b="0" i="0">
                          <a:solidFill>
                            <a:srgbClr val="2C3E50"/>
                          </a:solidFill>
                          <a:latin typeface="微软雅黑" panose="02010600030101010101" pitchFamily="2" charset="-122"/>
                          <a:ea typeface="微软雅黑" panose="02010600030101010101" pitchFamily="2" charset="-122"/>
                        </a:rPr>
                        <a:t>白音高勒站</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83</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16</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2026-01-02</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2026-03-31</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extLst>
                  <a:ext uri="{0D108BD9-81ED-4DB2-BD59-A6C34878D82A}">
                    <a16:rowId xmlns:a16="http://schemas.microsoft.com/office/drawing/2014/main" val="10015"/>
                  </a:ext>
                </a:extLst>
              </a:tr>
              <a:tr h="160712">
                <a:tc>
                  <a:txBody>
                    <a:bodyPr/>
                    <a:lstStyle/>
                    <a:p>
                      <a:pPr algn="ctr" fontAlgn="b"/>
                      <a:r>
                        <a:rPr lang="zh-CN" altLang="en-US" sz="900" b="0" i="0">
                          <a:solidFill>
                            <a:srgbClr val="2C3E50"/>
                          </a:solidFill>
                          <a:latin typeface="微软雅黑" panose="02010600030101010101" pitchFamily="2" charset="-122"/>
                          <a:ea typeface="微软雅黑" panose="02010600030101010101" pitchFamily="2" charset="-122"/>
                        </a:rPr>
                        <a:t>内蒙</a:t>
                      </a:r>
                      <a:r>
                        <a:rPr lang="en-US" altLang="zh-CN" sz="900" b="0" i="0">
                          <a:solidFill>
                            <a:srgbClr val="2C3E50"/>
                          </a:solidFill>
                          <a:latin typeface="微软雅黑" panose="02010600030101010101" pitchFamily="2" charset="-122"/>
                          <a:ea typeface="微软雅黑" panose="02010600030101010101" pitchFamily="2" charset="-122"/>
                        </a:rPr>
                        <a:t>.</a:t>
                      </a:r>
                      <a:r>
                        <a:rPr lang="zh-CN" altLang="en-US" sz="900" b="0" i="0">
                          <a:solidFill>
                            <a:srgbClr val="2C3E50"/>
                          </a:solidFill>
                          <a:latin typeface="微软雅黑" panose="02010600030101010101" pitchFamily="2" charset="-122"/>
                          <a:ea typeface="微软雅黑" panose="02010600030101010101" pitchFamily="2" charset="-122"/>
                        </a:rPr>
                        <a:t>梅力更站</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73</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4</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2026-01-25</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2026-03-09</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extLst>
                  <a:ext uri="{0D108BD9-81ED-4DB2-BD59-A6C34878D82A}">
                    <a16:rowId xmlns:a16="http://schemas.microsoft.com/office/drawing/2014/main" val="10016"/>
                  </a:ext>
                </a:extLst>
              </a:tr>
              <a:tr h="160712">
                <a:tc>
                  <a:txBody>
                    <a:bodyPr/>
                    <a:lstStyle/>
                    <a:p>
                      <a:pPr algn="ctr" fontAlgn="b"/>
                      <a:r>
                        <a:rPr lang="zh-CN" altLang="en-US" sz="900" b="0" i="0">
                          <a:solidFill>
                            <a:srgbClr val="2C3E50"/>
                          </a:solidFill>
                          <a:latin typeface="微软雅黑" panose="02010600030101010101" pitchFamily="2" charset="-122"/>
                          <a:ea typeface="微软雅黑" panose="02010600030101010101" pitchFamily="2" charset="-122"/>
                        </a:rPr>
                        <a:t>内蒙</a:t>
                      </a:r>
                      <a:r>
                        <a:rPr lang="en-US" altLang="zh-CN" sz="900" b="0" i="0">
                          <a:solidFill>
                            <a:srgbClr val="2C3E50"/>
                          </a:solidFill>
                          <a:latin typeface="微软雅黑" panose="02010600030101010101" pitchFamily="2" charset="-122"/>
                          <a:ea typeface="微软雅黑" panose="02010600030101010101" pitchFamily="2" charset="-122"/>
                        </a:rPr>
                        <a:t>.</a:t>
                      </a:r>
                      <a:r>
                        <a:rPr lang="zh-CN" altLang="en-US" sz="900" b="0" i="0">
                          <a:solidFill>
                            <a:srgbClr val="2C3E50"/>
                          </a:solidFill>
                          <a:latin typeface="微软雅黑" panose="02010600030101010101" pitchFamily="2" charset="-122"/>
                          <a:ea typeface="微软雅黑" panose="02010600030101010101" pitchFamily="2" charset="-122"/>
                        </a:rPr>
                        <a:t>武川站</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71</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3</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2026-01-09</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2026-01-11</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extLst>
                  <a:ext uri="{0D108BD9-81ED-4DB2-BD59-A6C34878D82A}">
                    <a16:rowId xmlns:a16="http://schemas.microsoft.com/office/drawing/2014/main" val="10017"/>
                  </a:ext>
                </a:extLst>
              </a:tr>
              <a:tr h="160712">
                <a:tc>
                  <a:txBody>
                    <a:bodyPr/>
                    <a:lstStyle/>
                    <a:p>
                      <a:pPr algn="ctr" fontAlgn="b"/>
                      <a:r>
                        <a:rPr lang="zh-CN" altLang="en-US" sz="900" b="0" i="0">
                          <a:solidFill>
                            <a:srgbClr val="2C3E50"/>
                          </a:solidFill>
                          <a:latin typeface="微软雅黑" panose="02010600030101010101" pitchFamily="2" charset="-122"/>
                          <a:ea typeface="微软雅黑" panose="02010600030101010101" pitchFamily="2" charset="-122"/>
                        </a:rPr>
                        <a:t>内蒙</a:t>
                      </a:r>
                      <a:r>
                        <a:rPr lang="en-US" altLang="zh-CN" sz="900" b="0" i="0">
                          <a:solidFill>
                            <a:srgbClr val="2C3E50"/>
                          </a:solidFill>
                          <a:latin typeface="微软雅黑" panose="02010600030101010101" pitchFamily="2" charset="-122"/>
                          <a:ea typeface="微软雅黑" panose="02010600030101010101" pitchFamily="2" charset="-122"/>
                        </a:rPr>
                        <a:t>.</a:t>
                      </a:r>
                      <a:r>
                        <a:rPr lang="zh-CN" altLang="en-US" sz="900" b="0" i="0">
                          <a:solidFill>
                            <a:srgbClr val="2C3E50"/>
                          </a:solidFill>
                          <a:latin typeface="微软雅黑" panose="02010600030101010101" pitchFamily="2" charset="-122"/>
                          <a:ea typeface="微软雅黑" panose="02010600030101010101" pitchFamily="2" charset="-122"/>
                        </a:rPr>
                        <a:t>包头北站</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37</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11</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2026-01-01</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2026-03-30</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extLst>
                  <a:ext uri="{0D108BD9-81ED-4DB2-BD59-A6C34878D82A}">
                    <a16:rowId xmlns:a16="http://schemas.microsoft.com/office/drawing/2014/main" val="10018"/>
                  </a:ext>
                </a:extLst>
              </a:tr>
              <a:tr h="160712">
                <a:tc>
                  <a:txBody>
                    <a:bodyPr/>
                    <a:lstStyle/>
                    <a:p>
                      <a:pPr algn="ctr" fontAlgn="b"/>
                      <a:r>
                        <a:rPr lang="zh-CN" altLang="en-US" sz="900" b="0" i="0">
                          <a:solidFill>
                            <a:srgbClr val="2C3E50"/>
                          </a:solidFill>
                          <a:latin typeface="微软雅黑" panose="02010600030101010101" pitchFamily="2" charset="-122"/>
                          <a:ea typeface="微软雅黑" panose="02010600030101010101" pitchFamily="2" charset="-122"/>
                        </a:rPr>
                        <a:t>内蒙</a:t>
                      </a:r>
                      <a:r>
                        <a:rPr lang="en-US" altLang="zh-CN" sz="900" b="0" i="0">
                          <a:solidFill>
                            <a:srgbClr val="2C3E50"/>
                          </a:solidFill>
                          <a:latin typeface="微软雅黑" panose="02010600030101010101" pitchFamily="2" charset="-122"/>
                          <a:ea typeface="微软雅黑" panose="02010600030101010101" pitchFamily="2" charset="-122"/>
                        </a:rPr>
                        <a:t>.</a:t>
                      </a:r>
                      <a:r>
                        <a:rPr lang="zh-CN" altLang="en-US" sz="900" b="0" i="0">
                          <a:solidFill>
                            <a:srgbClr val="2C3E50"/>
                          </a:solidFill>
                          <a:latin typeface="微软雅黑" panose="02010600030101010101" pitchFamily="2" charset="-122"/>
                          <a:ea typeface="微软雅黑" panose="02010600030101010101" pitchFamily="2" charset="-122"/>
                        </a:rPr>
                        <a:t>渡口站</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37</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5</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2026-01-06</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2026-03-11</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extLst>
                  <a:ext uri="{0D108BD9-81ED-4DB2-BD59-A6C34878D82A}">
                    <a16:rowId xmlns:a16="http://schemas.microsoft.com/office/drawing/2014/main" val="10019"/>
                  </a:ext>
                </a:extLst>
              </a:tr>
              <a:tr h="160712">
                <a:tc>
                  <a:txBody>
                    <a:bodyPr/>
                    <a:lstStyle/>
                    <a:p>
                      <a:pPr algn="ctr" fontAlgn="b"/>
                      <a:r>
                        <a:rPr lang="zh-CN" altLang="en-US" sz="900" b="0" i="0">
                          <a:solidFill>
                            <a:srgbClr val="2C3E50"/>
                          </a:solidFill>
                          <a:latin typeface="微软雅黑" panose="02010600030101010101" pitchFamily="2" charset="-122"/>
                          <a:ea typeface="微软雅黑" panose="02010600030101010101" pitchFamily="2" charset="-122"/>
                        </a:rPr>
                        <a:t>内蒙</a:t>
                      </a:r>
                      <a:r>
                        <a:rPr lang="en-US" altLang="zh-CN" sz="900" b="0" i="0">
                          <a:solidFill>
                            <a:srgbClr val="2C3E50"/>
                          </a:solidFill>
                          <a:latin typeface="微软雅黑" panose="02010600030101010101" pitchFamily="2" charset="-122"/>
                          <a:ea typeface="微软雅黑" panose="02010600030101010101" pitchFamily="2" charset="-122"/>
                        </a:rPr>
                        <a:t>.</a:t>
                      </a:r>
                      <a:r>
                        <a:rPr lang="zh-CN" altLang="en-US" sz="900" b="0" i="0">
                          <a:solidFill>
                            <a:srgbClr val="2C3E50"/>
                          </a:solidFill>
                          <a:latin typeface="微软雅黑" panose="02010600030101010101" pitchFamily="2" charset="-122"/>
                          <a:ea typeface="微软雅黑" panose="02010600030101010101" pitchFamily="2" charset="-122"/>
                        </a:rPr>
                        <a:t>春坤山站</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27</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1</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2026-01-07</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2026-01-07</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extLst>
                  <a:ext uri="{0D108BD9-81ED-4DB2-BD59-A6C34878D82A}">
                    <a16:rowId xmlns:a16="http://schemas.microsoft.com/office/drawing/2014/main" val="10020"/>
                  </a:ext>
                </a:extLst>
              </a:tr>
              <a:tr h="160712">
                <a:tc>
                  <a:txBody>
                    <a:bodyPr/>
                    <a:lstStyle/>
                    <a:p>
                      <a:pPr algn="ctr" fontAlgn="b"/>
                      <a:r>
                        <a:rPr lang="zh-CN" altLang="en-US" sz="900" b="0" i="0">
                          <a:solidFill>
                            <a:srgbClr val="2C3E50"/>
                          </a:solidFill>
                          <a:latin typeface="微软雅黑" panose="02010600030101010101" pitchFamily="2" charset="-122"/>
                          <a:ea typeface="微软雅黑" panose="02010600030101010101" pitchFamily="2" charset="-122"/>
                        </a:rPr>
                        <a:t>内蒙</a:t>
                      </a:r>
                      <a:r>
                        <a:rPr lang="en-US" altLang="zh-CN" sz="900" b="0" i="0">
                          <a:solidFill>
                            <a:srgbClr val="2C3E50"/>
                          </a:solidFill>
                          <a:latin typeface="微软雅黑" panose="02010600030101010101" pitchFamily="2" charset="-122"/>
                          <a:ea typeface="微软雅黑" panose="02010600030101010101" pitchFamily="2" charset="-122"/>
                        </a:rPr>
                        <a:t>.</a:t>
                      </a:r>
                      <a:r>
                        <a:rPr lang="zh-CN" altLang="en-US" sz="900" b="0" i="0">
                          <a:solidFill>
                            <a:srgbClr val="2C3E50"/>
                          </a:solidFill>
                          <a:latin typeface="微软雅黑" panose="02010600030101010101" pitchFamily="2" charset="-122"/>
                          <a:ea typeface="微软雅黑" panose="02010600030101010101" pitchFamily="2" charset="-122"/>
                        </a:rPr>
                        <a:t>百灵站</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23</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5</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2026-01-08</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2026-03-17</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extLst>
                  <a:ext uri="{0D108BD9-81ED-4DB2-BD59-A6C34878D82A}">
                    <a16:rowId xmlns:a16="http://schemas.microsoft.com/office/drawing/2014/main" val="10021"/>
                  </a:ext>
                </a:extLst>
              </a:tr>
              <a:tr h="160712">
                <a:tc>
                  <a:txBody>
                    <a:bodyPr/>
                    <a:lstStyle/>
                    <a:p>
                      <a:pPr algn="ctr" fontAlgn="b"/>
                      <a:r>
                        <a:rPr lang="zh-CN" altLang="en-US" sz="900" b="0" i="0">
                          <a:solidFill>
                            <a:srgbClr val="2C3E50"/>
                          </a:solidFill>
                          <a:latin typeface="微软雅黑" panose="02010600030101010101" pitchFamily="2" charset="-122"/>
                          <a:ea typeface="微软雅黑" panose="02010600030101010101" pitchFamily="2" charset="-122"/>
                        </a:rPr>
                        <a:t>内蒙</a:t>
                      </a:r>
                      <a:r>
                        <a:rPr lang="en-US" altLang="zh-CN" sz="900" b="0" i="0">
                          <a:solidFill>
                            <a:srgbClr val="2C3E50"/>
                          </a:solidFill>
                          <a:latin typeface="微软雅黑" panose="02010600030101010101" pitchFamily="2" charset="-122"/>
                          <a:ea typeface="微软雅黑" panose="02010600030101010101" pitchFamily="2" charset="-122"/>
                        </a:rPr>
                        <a:t>.</a:t>
                      </a:r>
                      <a:r>
                        <a:rPr lang="zh-CN" altLang="en-US" sz="900" b="0" i="0">
                          <a:solidFill>
                            <a:srgbClr val="2C3E50"/>
                          </a:solidFill>
                          <a:latin typeface="微软雅黑" panose="02010600030101010101" pitchFamily="2" charset="-122"/>
                          <a:ea typeface="微软雅黑" panose="02010600030101010101" pitchFamily="2" charset="-122"/>
                        </a:rPr>
                        <a:t>沙井站</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5</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2026-02-16</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2026-03-30</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extLst>
                  <a:ext uri="{0D108BD9-81ED-4DB2-BD59-A6C34878D82A}">
                    <a16:rowId xmlns:a16="http://schemas.microsoft.com/office/drawing/2014/main" val="10022"/>
                  </a:ext>
                </a:extLst>
              </a:tr>
              <a:tr h="160712">
                <a:tc>
                  <a:txBody>
                    <a:bodyPr/>
                    <a:lstStyle/>
                    <a:p>
                      <a:pPr algn="ctr" fontAlgn="b"/>
                      <a:r>
                        <a:rPr lang="zh-CN" altLang="en-US" sz="900" b="0" i="0">
                          <a:solidFill>
                            <a:srgbClr val="2C3E50"/>
                          </a:solidFill>
                          <a:latin typeface="微软雅黑" panose="02010600030101010101" pitchFamily="2" charset="-122"/>
                          <a:ea typeface="微软雅黑" panose="02010600030101010101" pitchFamily="2" charset="-122"/>
                        </a:rPr>
                        <a:t>内蒙</a:t>
                      </a:r>
                      <a:r>
                        <a:rPr lang="en-US" altLang="zh-CN" sz="900" b="0" i="0">
                          <a:solidFill>
                            <a:srgbClr val="2C3E50"/>
                          </a:solidFill>
                          <a:latin typeface="微软雅黑" panose="02010600030101010101" pitchFamily="2" charset="-122"/>
                          <a:ea typeface="微软雅黑" panose="02010600030101010101" pitchFamily="2" charset="-122"/>
                        </a:rPr>
                        <a:t>.</a:t>
                      </a:r>
                      <a:r>
                        <a:rPr lang="zh-CN" altLang="en-US" sz="900" b="0" i="0">
                          <a:solidFill>
                            <a:srgbClr val="2C3E50"/>
                          </a:solidFill>
                          <a:latin typeface="微软雅黑" panose="02010600030101010101" pitchFamily="2" charset="-122"/>
                          <a:ea typeface="微软雅黑" panose="02010600030101010101" pitchFamily="2" charset="-122"/>
                        </a:rPr>
                        <a:t>赛罕站</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14</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2026-01-07</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2026-01-16</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extLst>
                  <a:ext uri="{0D108BD9-81ED-4DB2-BD59-A6C34878D82A}">
                    <a16:rowId xmlns:a16="http://schemas.microsoft.com/office/drawing/2014/main" val="10023"/>
                  </a:ext>
                </a:extLst>
              </a:tr>
              <a:tr h="160712">
                <a:tc>
                  <a:txBody>
                    <a:bodyPr/>
                    <a:lstStyle/>
                    <a:p>
                      <a:pPr algn="ctr" fontAlgn="b"/>
                      <a:r>
                        <a:rPr lang="zh-CN" altLang="en-US" sz="900" b="0" i="0">
                          <a:solidFill>
                            <a:srgbClr val="2C3E50"/>
                          </a:solidFill>
                          <a:latin typeface="微软雅黑" panose="02010600030101010101" pitchFamily="2" charset="-122"/>
                          <a:ea typeface="微软雅黑" panose="02010600030101010101" pitchFamily="2" charset="-122"/>
                        </a:rPr>
                        <a:t>内蒙</a:t>
                      </a:r>
                      <a:r>
                        <a:rPr lang="en-US" altLang="zh-CN" sz="900" b="0" i="0">
                          <a:solidFill>
                            <a:srgbClr val="2C3E50"/>
                          </a:solidFill>
                          <a:latin typeface="微软雅黑" panose="02010600030101010101" pitchFamily="2" charset="-122"/>
                          <a:ea typeface="微软雅黑" panose="02010600030101010101" pitchFamily="2" charset="-122"/>
                        </a:rPr>
                        <a:t>.</a:t>
                      </a:r>
                      <a:r>
                        <a:rPr lang="zh-CN" altLang="en-US" sz="900" b="0" i="0">
                          <a:solidFill>
                            <a:srgbClr val="2C3E50"/>
                          </a:solidFill>
                          <a:latin typeface="微软雅黑" panose="02010600030101010101" pitchFamily="2" charset="-122"/>
                          <a:ea typeface="微软雅黑" panose="02010600030101010101" pitchFamily="2" charset="-122"/>
                        </a:rPr>
                        <a:t>德岭山站</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6</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1</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2026-03-28</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2026-03-28</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extLst>
                  <a:ext uri="{0D108BD9-81ED-4DB2-BD59-A6C34878D82A}">
                    <a16:rowId xmlns:a16="http://schemas.microsoft.com/office/drawing/2014/main" val="10024"/>
                  </a:ext>
                </a:extLst>
              </a:tr>
              <a:tr h="160712">
                <a:tc>
                  <a:txBody>
                    <a:bodyPr/>
                    <a:lstStyle/>
                    <a:p>
                      <a:pPr algn="ctr" fontAlgn="b"/>
                      <a:r>
                        <a:rPr lang="zh-CN" altLang="en-US" sz="900" b="0" i="0">
                          <a:solidFill>
                            <a:srgbClr val="2C3E50"/>
                          </a:solidFill>
                          <a:latin typeface="微软雅黑" panose="02010600030101010101" pitchFamily="2" charset="-122"/>
                          <a:ea typeface="微软雅黑" panose="02010600030101010101" pitchFamily="2" charset="-122"/>
                        </a:rPr>
                        <a:t>内蒙</a:t>
                      </a:r>
                      <a:r>
                        <a:rPr lang="en-US" altLang="zh-CN" sz="900" b="0" i="0">
                          <a:solidFill>
                            <a:srgbClr val="2C3E50"/>
                          </a:solidFill>
                          <a:latin typeface="微软雅黑" panose="02010600030101010101" pitchFamily="2" charset="-122"/>
                          <a:ea typeface="微软雅黑" panose="02010600030101010101" pitchFamily="2" charset="-122"/>
                        </a:rPr>
                        <a:t>.</a:t>
                      </a:r>
                      <a:r>
                        <a:rPr lang="zh-CN" altLang="en-US" sz="900" b="0" i="0">
                          <a:solidFill>
                            <a:srgbClr val="2C3E50"/>
                          </a:solidFill>
                          <a:latin typeface="微软雅黑" panose="02010600030101010101" pitchFamily="2" charset="-122"/>
                          <a:ea typeface="微软雅黑" panose="02010600030101010101" pitchFamily="2" charset="-122"/>
                        </a:rPr>
                        <a:t>乌后旗站</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4</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4</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2026-01-08</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2026-03-04</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extLst>
                  <a:ext uri="{0D108BD9-81ED-4DB2-BD59-A6C34878D82A}">
                    <a16:rowId xmlns:a16="http://schemas.microsoft.com/office/drawing/2014/main" val="10025"/>
                  </a:ext>
                </a:extLst>
              </a:tr>
              <a:tr h="160712">
                <a:tc>
                  <a:txBody>
                    <a:bodyPr/>
                    <a:lstStyle/>
                    <a:p>
                      <a:pPr algn="ctr" fontAlgn="b"/>
                      <a:r>
                        <a:rPr lang="zh-CN" altLang="en-US" sz="900" b="0" i="0">
                          <a:solidFill>
                            <a:srgbClr val="2C3E50"/>
                          </a:solidFill>
                          <a:latin typeface="微软雅黑" panose="02010600030101010101" pitchFamily="2" charset="-122"/>
                          <a:ea typeface="微软雅黑" panose="02010600030101010101" pitchFamily="2" charset="-122"/>
                        </a:rPr>
                        <a:t>内蒙</a:t>
                      </a:r>
                      <a:r>
                        <a:rPr lang="en-US" altLang="zh-CN" sz="900" b="0" i="0">
                          <a:solidFill>
                            <a:srgbClr val="2C3E50"/>
                          </a:solidFill>
                          <a:latin typeface="微软雅黑" panose="02010600030101010101" pitchFamily="2" charset="-122"/>
                          <a:ea typeface="微软雅黑" panose="02010600030101010101" pitchFamily="2" charset="-122"/>
                        </a:rPr>
                        <a:t>.</a:t>
                      </a:r>
                      <a:r>
                        <a:rPr lang="zh-CN" altLang="en-US" sz="900" b="0" i="0">
                          <a:solidFill>
                            <a:srgbClr val="2C3E50"/>
                          </a:solidFill>
                          <a:latin typeface="微软雅黑" panose="02010600030101010101" pitchFamily="2" charset="-122"/>
                          <a:ea typeface="微软雅黑" panose="02010600030101010101" pitchFamily="2" charset="-122"/>
                        </a:rPr>
                        <a:t>甘迪尔站</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3</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3</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2026-01-04</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2026-01-18</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extLst>
                  <a:ext uri="{0D108BD9-81ED-4DB2-BD59-A6C34878D82A}">
                    <a16:rowId xmlns:a16="http://schemas.microsoft.com/office/drawing/2014/main" val="10026"/>
                  </a:ext>
                </a:extLst>
              </a:tr>
              <a:tr h="160712">
                <a:tc>
                  <a:txBody>
                    <a:bodyPr/>
                    <a:lstStyle/>
                    <a:p>
                      <a:pPr algn="ctr" fontAlgn="b"/>
                      <a:r>
                        <a:rPr lang="zh-CN" altLang="en-US" sz="900" b="0" i="0">
                          <a:solidFill>
                            <a:srgbClr val="2C3E50"/>
                          </a:solidFill>
                          <a:latin typeface="微软雅黑" panose="02010600030101010101" pitchFamily="2" charset="-122"/>
                          <a:ea typeface="微软雅黑" panose="02010600030101010101" pitchFamily="2" charset="-122"/>
                        </a:rPr>
                        <a:t>内蒙</a:t>
                      </a:r>
                      <a:r>
                        <a:rPr lang="en-US" altLang="zh-CN" sz="900" b="0" i="0">
                          <a:solidFill>
                            <a:srgbClr val="2C3E50"/>
                          </a:solidFill>
                          <a:latin typeface="微软雅黑" panose="02010600030101010101" pitchFamily="2" charset="-122"/>
                          <a:ea typeface="微软雅黑" panose="02010600030101010101" pitchFamily="2" charset="-122"/>
                        </a:rPr>
                        <a:t>.</a:t>
                      </a:r>
                      <a:r>
                        <a:rPr lang="zh-CN" altLang="en-US" sz="900" b="0" i="0">
                          <a:solidFill>
                            <a:srgbClr val="2C3E50"/>
                          </a:solidFill>
                          <a:latin typeface="微软雅黑" panose="02010600030101010101" pitchFamily="2" charset="-122"/>
                          <a:ea typeface="微软雅黑" panose="02010600030101010101" pitchFamily="2" charset="-122"/>
                        </a:rPr>
                        <a:t>布日都站</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2026-01-04</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2026-01-17</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extLst>
                  <a:ext uri="{0D108BD9-81ED-4DB2-BD59-A6C34878D82A}">
                    <a16:rowId xmlns:a16="http://schemas.microsoft.com/office/drawing/2014/main" val="10027"/>
                  </a:ext>
                </a:extLst>
              </a:tr>
              <a:tr h="160712">
                <a:tc>
                  <a:txBody>
                    <a:bodyPr/>
                    <a:lstStyle/>
                    <a:p>
                      <a:pPr algn="ctr" fontAlgn="b"/>
                      <a:r>
                        <a:rPr lang="zh-CN" altLang="en-US" sz="900" b="0" i="0">
                          <a:solidFill>
                            <a:srgbClr val="2C3E50"/>
                          </a:solidFill>
                          <a:latin typeface="微软雅黑" panose="02010600030101010101" pitchFamily="2" charset="-122"/>
                          <a:ea typeface="微软雅黑" panose="02010600030101010101" pitchFamily="2" charset="-122"/>
                        </a:rPr>
                        <a:t>内蒙</a:t>
                      </a:r>
                      <a:r>
                        <a:rPr lang="en-US" altLang="zh-CN" sz="900" b="0" i="0">
                          <a:solidFill>
                            <a:srgbClr val="2C3E50"/>
                          </a:solidFill>
                          <a:latin typeface="微软雅黑" panose="02010600030101010101" pitchFamily="2" charset="-122"/>
                          <a:ea typeface="微软雅黑" panose="02010600030101010101" pitchFamily="2" charset="-122"/>
                        </a:rPr>
                        <a:t>.</a:t>
                      </a:r>
                      <a:r>
                        <a:rPr lang="zh-CN" altLang="en-US" sz="900" b="0" i="0">
                          <a:solidFill>
                            <a:srgbClr val="2C3E50"/>
                          </a:solidFill>
                          <a:latin typeface="微软雅黑" panose="02010600030101010101" pitchFamily="2" charset="-122"/>
                          <a:ea typeface="微软雅黑" panose="02010600030101010101" pitchFamily="2" charset="-122"/>
                        </a:rPr>
                        <a:t>德义站</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1</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2026-03-31</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2026-03-31</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extLst>
                  <a:ext uri="{0D108BD9-81ED-4DB2-BD59-A6C34878D82A}">
                    <a16:rowId xmlns:a16="http://schemas.microsoft.com/office/drawing/2014/main" val="10028"/>
                  </a:ext>
                </a:extLst>
              </a:tr>
              <a:tr h="160712">
                <a:tc>
                  <a:txBody>
                    <a:bodyPr/>
                    <a:lstStyle/>
                    <a:p>
                      <a:pPr algn="ctr" fontAlgn="b"/>
                      <a:r>
                        <a:rPr lang="zh-CN" altLang="en-US" sz="900" b="0" i="0">
                          <a:solidFill>
                            <a:srgbClr val="2C3E50"/>
                          </a:solidFill>
                          <a:latin typeface="微软雅黑" panose="02010600030101010101" pitchFamily="2" charset="-122"/>
                          <a:ea typeface="微软雅黑" panose="02010600030101010101" pitchFamily="2" charset="-122"/>
                        </a:rPr>
                        <a:t>内蒙</a:t>
                      </a:r>
                      <a:r>
                        <a:rPr lang="en-US" altLang="zh-CN" sz="900" b="0" i="0">
                          <a:solidFill>
                            <a:srgbClr val="2C3E50"/>
                          </a:solidFill>
                          <a:latin typeface="微软雅黑" panose="02010600030101010101" pitchFamily="2" charset="-122"/>
                          <a:ea typeface="微软雅黑" panose="02010600030101010101" pitchFamily="2" charset="-122"/>
                        </a:rPr>
                        <a:t>.</a:t>
                      </a:r>
                      <a:r>
                        <a:rPr lang="zh-CN" altLang="en-US" sz="900" b="0" i="0">
                          <a:solidFill>
                            <a:srgbClr val="2C3E50"/>
                          </a:solidFill>
                          <a:latin typeface="微软雅黑" panose="02010600030101010101" pitchFamily="2" charset="-122"/>
                          <a:ea typeface="微软雅黑" panose="02010600030101010101" pitchFamily="2" charset="-122"/>
                        </a:rPr>
                        <a:t>河套站</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2026-02-10</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2026-02-17</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extLst>
                  <a:ext uri="{0D108BD9-81ED-4DB2-BD59-A6C34878D82A}">
                    <a16:rowId xmlns:a16="http://schemas.microsoft.com/office/drawing/2014/main" val="10029"/>
                  </a:ext>
                </a:extLst>
              </a:tr>
              <a:tr h="160712">
                <a:tc>
                  <a:txBody>
                    <a:bodyPr/>
                    <a:lstStyle/>
                    <a:p>
                      <a:pPr algn="ctr" fontAlgn="b"/>
                      <a:r>
                        <a:rPr lang="zh-CN" altLang="en-US" sz="900" b="0" i="0">
                          <a:solidFill>
                            <a:srgbClr val="2C3E50"/>
                          </a:solidFill>
                          <a:latin typeface="微软雅黑" panose="02010600030101010101" pitchFamily="2" charset="-122"/>
                          <a:ea typeface="微软雅黑" panose="02010600030101010101" pitchFamily="2" charset="-122"/>
                        </a:rPr>
                        <a:t>内蒙</a:t>
                      </a:r>
                      <a:r>
                        <a:rPr lang="en-US" altLang="zh-CN" sz="900" b="0" i="0">
                          <a:solidFill>
                            <a:srgbClr val="2C3E50"/>
                          </a:solidFill>
                          <a:latin typeface="微软雅黑" panose="02010600030101010101" pitchFamily="2" charset="-122"/>
                          <a:ea typeface="微软雅黑" panose="02010600030101010101" pitchFamily="2" charset="-122"/>
                        </a:rPr>
                        <a:t>.</a:t>
                      </a:r>
                      <a:r>
                        <a:rPr lang="zh-CN" altLang="en-US" sz="900" b="0" i="0">
                          <a:solidFill>
                            <a:srgbClr val="2C3E50"/>
                          </a:solidFill>
                          <a:latin typeface="微软雅黑" panose="02010600030101010101" pitchFamily="2" charset="-122"/>
                          <a:ea typeface="微软雅黑" panose="02010600030101010101" pitchFamily="2" charset="-122"/>
                        </a:rPr>
                        <a:t>吉兰太站</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1</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1</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2026-03-29</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2026-03-29</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extLst>
                  <a:ext uri="{0D108BD9-81ED-4DB2-BD59-A6C34878D82A}">
                    <a16:rowId xmlns:a16="http://schemas.microsoft.com/office/drawing/2014/main" val="10030"/>
                  </a:ext>
                </a:extLst>
              </a:tr>
              <a:tr h="160712">
                <a:tc>
                  <a:txBody>
                    <a:bodyPr/>
                    <a:lstStyle/>
                    <a:p>
                      <a:pPr algn="ctr" fontAlgn="b"/>
                      <a:r>
                        <a:rPr lang="zh-CN" altLang="en-US" sz="900" b="0" i="0">
                          <a:solidFill>
                            <a:srgbClr val="2C3E50"/>
                          </a:solidFill>
                          <a:latin typeface="微软雅黑" panose="02010600030101010101" pitchFamily="2" charset="-122"/>
                          <a:ea typeface="微软雅黑" panose="02010600030101010101" pitchFamily="2" charset="-122"/>
                        </a:rPr>
                        <a:t>内蒙</a:t>
                      </a:r>
                      <a:r>
                        <a:rPr lang="en-US" altLang="zh-CN" sz="900" b="0" i="0">
                          <a:solidFill>
                            <a:srgbClr val="2C3E50"/>
                          </a:solidFill>
                          <a:latin typeface="微软雅黑" panose="02010600030101010101" pitchFamily="2" charset="-122"/>
                          <a:ea typeface="微软雅黑" panose="02010600030101010101" pitchFamily="2" charset="-122"/>
                        </a:rPr>
                        <a:t>.</a:t>
                      </a:r>
                      <a:r>
                        <a:rPr lang="zh-CN" altLang="en-US" sz="900" b="0" i="0">
                          <a:solidFill>
                            <a:srgbClr val="2C3E50"/>
                          </a:solidFill>
                          <a:latin typeface="微软雅黑" panose="02010600030101010101" pitchFamily="2" charset="-122"/>
                          <a:ea typeface="微软雅黑" panose="02010600030101010101" pitchFamily="2" charset="-122"/>
                        </a:rPr>
                        <a:t>祥泰站</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1</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1</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2026-02-10</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tc>
                  <a:txBody>
                    <a:bodyPr/>
                    <a:lstStyle/>
                    <a:p>
                      <a:pPr algn="ctr" fontAlgn="b"/>
                      <a:r>
                        <a:rPr lang="en-US" altLang="zh-CN" sz="900" b="0" i="0">
                          <a:solidFill>
                            <a:srgbClr val="2C3E50"/>
                          </a:solidFill>
                          <a:latin typeface="微软雅黑" panose="02010600030101010101" pitchFamily="2" charset="-122"/>
                          <a:ea typeface="微软雅黑" panose="02010600030101010101" pitchFamily="2" charset="-122"/>
                        </a:rPr>
                        <a:t>2026-02-10</a:t>
                      </a:r>
                    </a:p>
                  </a:txBody>
                  <a:tcPr marL="15000" marR="15000" marT="8000" marB="80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5F7FA"/>
                    </a:solidFill>
                  </a:tcPr>
                </a:tc>
                <a:extLst>
                  <a:ext uri="{0D108BD9-81ED-4DB2-BD59-A6C34878D82A}">
                    <a16:rowId xmlns:a16="http://schemas.microsoft.com/office/drawing/2014/main" val="10031"/>
                  </a:ext>
                </a:extLst>
              </a:tr>
            </a:tbl>
          </a:graphicData>
        </a:graphic>
      </p:graphicFrame>
    </p:spTree>
    <p:extLst>
      <p:ext uri="{BB962C8B-B14F-4D97-AF65-F5344CB8AC3E}">
        <p14:creationId xmlns:p14="http://schemas.microsoft.com/office/powerpoint/2010/main" val="4195171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8282E-9A65-D9E8-AD69-0532175585AD}"/>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B8F0B50A-9F74-273F-6A89-75532C490278}"/>
              </a:ext>
            </a:extLst>
          </p:cNvPr>
          <p:cNvSpPr/>
          <p:nvPr/>
        </p:nvSpPr>
        <p:spPr>
          <a:xfrm>
            <a:off x="0" y="0"/>
            <a:ext cx="12192000" cy="574177"/>
          </a:xfrm>
          <a:prstGeom prst="rect">
            <a:avLst/>
          </a:prstGeom>
          <a:solidFill>
            <a:srgbClr val="3B3B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DengXian"/>
              <a:ea typeface="DengXian" panose="02010600030101010101" pitchFamily="2" charset="-122"/>
              <a:cs typeface="+mn-cs"/>
            </a:endParaRPr>
          </a:p>
        </p:txBody>
      </p:sp>
      <p:sp>
        <p:nvSpPr>
          <p:cNvPr id="3" name="文本框 2">
            <a:extLst>
              <a:ext uri="{FF2B5EF4-FFF2-40B4-BE49-F238E27FC236}">
                <a16:creationId xmlns:a16="http://schemas.microsoft.com/office/drawing/2014/main" id="{D3CBC83F-0B6B-0F9B-54D4-3DAFA900A848}"/>
              </a:ext>
            </a:extLst>
          </p:cNvPr>
          <p:cNvSpPr txBox="1"/>
          <p:nvPr/>
        </p:nvSpPr>
        <p:spPr>
          <a:xfrm>
            <a:off x="283884" y="715082"/>
            <a:ext cx="11624232"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a:solidFill>
                  <a:prstClr val="black"/>
                </a:solidFill>
                <a:latin typeface="微软雅黑" panose="020B0503020204020204" pitchFamily="34" charset="-122"/>
                <a:ea typeface="微软雅黑" panose="020B0503020204020204" pitchFamily="34" charset="-122"/>
              </a:rPr>
              <a:t>四子王、苏右所在节点价区对应呼包东地区，由于中午阻塞充电成本太高价差缩小，还会有</a:t>
            </a:r>
            <a:r>
              <a:rPr lang="zh-CN" altLang="en-US" b="1">
                <a:solidFill>
                  <a:srgbClr val="C00000"/>
                </a:solidFill>
                <a:latin typeface="微软雅黑" panose="020B0503020204020204" pitchFamily="34" charset="-122"/>
                <a:ea typeface="微软雅黑" panose="020B0503020204020204" pitchFamily="34" charset="-122"/>
              </a:rPr>
              <a:t>非常严重的出清校核</a:t>
            </a:r>
            <a:r>
              <a:rPr lang="zh-CN" altLang="en-US" b="1">
                <a:solidFill>
                  <a:prstClr val="black"/>
                </a:solidFill>
                <a:latin typeface="微软雅黑" panose="020B0503020204020204" pitchFamily="34" charset="-122"/>
                <a:ea typeface="微软雅黑" panose="020B0503020204020204" pitchFamily="34" charset="-122"/>
              </a:rPr>
              <a:t>。以苏右场站为例，</a:t>
            </a:r>
            <a:r>
              <a:rPr lang="en-US" altLang="zh-CN" b="1">
                <a:solidFill>
                  <a:prstClr val="black"/>
                </a:solidFill>
                <a:latin typeface="微软雅黑" panose="020B0503020204020204" pitchFamily="34" charset="-122"/>
                <a:ea typeface="微软雅黑" panose="020B0503020204020204" pitchFamily="34" charset="-122"/>
              </a:rPr>
              <a:t>3</a:t>
            </a:r>
            <a:r>
              <a:rPr lang="zh-CN" altLang="en-US" b="1">
                <a:solidFill>
                  <a:prstClr val="black"/>
                </a:solidFill>
                <a:latin typeface="微软雅黑" panose="020B0503020204020204" pitchFamily="34" charset="-122"/>
                <a:ea typeface="微软雅黑" panose="020B0503020204020204" pitchFamily="34" charset="-122"/>
              </a:rPr>
              <a:t>月实际出清放电量约为</a:t>
            </a:r>
            <a:r>
              <a:rPr lang="en-US" altLang="zh-CN" b="1">
                <a:solidFill>
                  <a:prstClr val="black"/>
                </a:solidFill>
                <a:latin typeface="微软雅黑" panose="020B0503020204020204" pitchFamily="34" charset="-122"/>
                <a:ea typeface="微软雅黑" panose="020B0503020204020204" pitchFamily="34" charset="-122"/>
              </a:rPr>
              <a:t>14619MWh</a:t>
            </a:r>
            <a:r>
              <a:rPr lang="zh-CN" altLang="en-US" b="1">
                <a:solidFill>
                  <a:prstClr val="black"/>
                </a:solidFill>
                <a:latin typeface="微软雅黑" panose="020B0503020204020204" pitchFamily="34" charset="-122"/>
                <a:ea typeface="微软雅黑" panose="020B0503020204020204" pitchFamily="34" charset="-122"/>
              </a:rPr>
              <a:t>，而日前、实时校核放电量约为</a:t>
            </a:r>
            <a:r>
              <a:rPr lang="en-US" altLang="zh-CN" b="1">
                <a:solidFill>
                  <a:prstClr val="black"/>
                </a:solidFill>
                <a:latin typeface="微软雅黑" panose="020B0503020204020204" pitchFamily="34" charset="-122"/>
                <a:ea typeface="微软雅黑" panose="020B0503020204020204" pitchFamily="34" charset="-122"/>
              </a:rPr>
              <a:t>152MWh</a:t>
            </a:r>
            <a:r>
              <a:rPr lang="zh-CN" altLang="en-US" b="1">
                <a:solidFill>
                  <a:prstClr val="black"/>
                </a:solidFill>
                <a:latin typeface="微软雅黑" panose="020B0503020204020204" pitchFamily="34" charset="-122"/>
                <a:ea typeface="微软雅黑" panose="020B0503020204020204" pitchFamily="34" charset="-122"/>
              </a:rPr>
              <a:t>，</a:t>
            </a:r>
            <a:r>
              <a:rPr lang="zh-CN" altLang="en-US" b="1">
                <a:solidFill>
                  <a:srgbClr val="C00000"/>
                </a:solidFill>
                <a:latin typeface="微软雅黑" panose="020B0503020204020204" pitchFamily="34" charset="-122"/>
                <a:ea typeface="微软雅黑" panose="020B0503020204020204" pitchFamily="34" charset="-122"/>
              </a:rPr>
              <a:t>占比超过</a:t>
            </a:r>
            <a:r>
              <a:rPr lang="en-US" altLang="zh-CN" b="1">
                <a:solidFill>
                  <a:srgbClr val="C00000"/>
                </a:solidFill>
                <a:latin typeface="微软雅黑" panose="020B0503020204020204" pitchFamily="34" charset="-122"/>
                <a:ea typeface="微软雅黑" panose="020B0503020204020204" pitchFamily="34" charset="-122"/>
              </a:rPr>
              <a:t>10%</a:t>
            </a:r>
            <a:r>
              <a:rPr lang="zh-CN" altLang="en-US" b="1">
                <a:solidFill>
                  <a:prstClr val="black"/>
                </a:solidFill>
                <a:latin typeface="微软雅黑" panose="020B0503020204020204" pitchFamily="34" charset="-122"/>
                <a:ea typeface="微软雅黑" panose="020B0503020204020204" pitchFamily="34" charset="-122"/>
              </a:rPr>
              <a:t>，这一比例在</a:t>
            </a:r>
            <a:r>
              <a:rPr lang="en-US" altLang="zh-CN" b="1">
                <a:solidFill>
                  <a:prstClr val="black"/>
                </a:solidFill>
                <a:latin typeface="微软雅黑" panose="020B0503020204020204" pitchFamily="34" charset="-122"/>
                <a:ea typeface="微软雅黑" panose="020B0503020204020204" pitchFamily="34" charset="-122"/>
              </a:rPr>
              <a:t>4</a:t>
            </a:r>
            <a:r>
              <a:rPr lang="zh-CN" altLang="en-US" b="1">
                <a:solidFill>
                  <a:prstClr val="black"/>
                </a:solidFill>
                <a:latin typeface="微软雅黑" panose="020B0503020204020204" pitchFamily="34" charset="-122"/>
                <a:ea typeface="微软雅黑" panose="020B0503020204020204" pitchFamily="34" charset="-122"/>
              </a:rPr>
              <a:t>月份进一步提高达到</a:t>
            </a:r>
            <a:r>
              <a:rPr lang="en-US" altLang="zh-CN" b="1">
                <a:solidFill>
                  <a:srgbClr val="FF0000"/>
                </a:solidFill>
                <a:latin typeface="微软雅黑" panose="020B0503020204020204" pitchFamily="34" charset="-122"/>
                <a:ea typeface="微软雅黑" panose="020B0503020204020204" pitchFamily="34" charset="-122"/>
              </a:rPr>
              <a:t>20%</a:t>
            </a:r>
            <a:r>
              <a:rPr lang="zh-CN" altLang="en-US" b="1">
                <a:solidFill>
                  <a:prstClr val="black"/>
                </a:solidFill>
                <a:latin typeface="微软雅黑" panose="020B0503020204020204" pitchFamily="34" charset="-122"/>
                <a:ea typeface="微软雅黑" panose="020B0503020204020204" pitchFamily="34" charset="-122"/>
              </a:rPr>
              <a:t>。</a:t>
            </a:r>
            <a:endParaRPr kumimoji="0" lang="zh-CN" altLang="en-US"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 name="文本框 7">
            <a:extLst>
              <a:ext uri="{FF2B5EF4-FFF2-40B4-BE49-F238E27FC236}">
                <a16:creationId xmlns:a16="http://schemas.microsoft.com/office/drawing/2014/main" id="{6D2D4EAC-5218-9961-9383-B2B13B3F35BD}"/>
              </a:ext>
            </a:extLst>
          </p:cNvPr>
          <p:cNvSpPr txBox="1"/>
          <p:nvPr/>
        </p:nvSpPr>
        <p:spPr>
          <a:xfrm>
            <a:off x="8848726" y="1819387"/>
            <a:ext cx="3209924" cy="411151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60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1.</a:t>
            </a:r>
            <a:r>
              <a:rPr kumimoji="0" lang="zh-CN" altLang="en-US" sz="160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中午橙色时段，呼包东价区出现高价</a:t>
            </a:r>
            <a:endParaRPr lang="en-US" altLang="zh-CN" sz="1600">
              <a:solidFill>
                <a:prstClr val="black"/>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60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160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受</a:t>
            </a:r>
            <a:r>
              <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电网阻塞影响</a:t>
            </a:r>
            <a:r>
              <a:rPr kumimoji="0" lang="zh-CN" altLang="en-US" sz="160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，便宜的呼包西新能源无法送到呼包东，使得呼包东价格抬高</a:t>
            </a:r>
            <a:endParaRPr kumimoji="0" lang="en-US" altLang="zh-CN" sz="160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CN" sz="1600">
                <a:solidFill>
                  <a:prstClr val="black"/>
                </a:solidFill>
                <a:latin typeface="微软雅黑" panose="020B0503020204020204" pitchFamily="34" charset="-122"/>
                <a:ea typeface="微软雅黑" panose="020B0503020204020204" pitchFamily="34" charset="-122"/>
              </a:rPr>
              <a:t>2.</a:t>
            </a:r>
            <a:r>
              <a:rPr lang="zh-CN" altLang="en-US" sz="1600">
                <a:solidFill>
                  <a:prstClr val="black"/>
                </a:solidFill>
                <a:latin typeface="微软雅黑" panose="020B0503020204020204" pitchFamily="34" charset="-122"/>
                <a:ea typeface="微软雅黑" panose="020B0503020204020204" pitchFamily="34" charset="-122"/>
              </a:rPr>
              <a:t>晚高峰红色区域，几乎全部放电量被校核，虽然价格较高，但无法放电实现价值</a:t>
            </a:r>
            <a:endParaRPr lang="en-US" altLang="zh-CN" sz="1600">
              <a:solidFill>
                <a:prstClr val="black"/>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CN" sz="1600">
                <a:solidFill>
                  <a:prstClr val="black"/>
                </a:solidFill>
                <a:latin typeface="微软雅黑" panose="020B0503020204020204" pitchFamily="34" charset="-122"/>
                <a:ea typeface="微软雅黑" panose="020B0503020204020204" pitchFamily="34" charset="-122"/>
              </a:rPr>
              <a:t>--</a:t>
            </a:r>
            <a:r>
              <a:rPr lang="zh-CN" altLang="en-US" sz="1600">
                <a:solidFill>
                  <a:prstClr val="black"/>
                </a:solidFill>
                <a:latin typeface="微软雅黑" panose="020B0503020204020204" pitchFamily="34" charset="-122"/>
                <a:ea typeface="微软雅黑" panose="020B0503020204020204" pitchFamily="34" charset="-122"/>
              </a:rPr>
              <a:t>咨询调度，呼包东</a:t>
            </a:r>
            <a:r>
              <a:rPr lang="zh-CN" altLang="en-US" sz="1600" b="1">
                <a:solidFill>
                  <a:prstClr val="black"/>
                </a:solidFill>
                <a:latin typeface="微软雅黑" panose="020B0503020204020204" pitchFamily="34" charset="-122"/>
                <a:ea typeface="微软雅黑" panose="020B0503020204020204" pitchFamily="34" charset="-122"/>
              </a:rPr>
              <a:t>“旗下营”变电站送出受限</a:t>
            </a:r>
            <a:r>
              <a:rPr lang="zh-CN" altLang="en-US" sz="1600">
                <a:solidFill>
                  <a:prstClr val="black"/>
                </a:solidFill>
                <a:latin typeface="微软雅黑" panose="020B0503020204020204" pitchFamily="34" charset="-122"/>
                <a:ea typeface="微软雅黑" panose="020B0503020204020204" pitchFamily="34" charset="-122"/>
              </a:rPr>
              <a:t>，部分节点送出校核，同时供需紧张价格高企</a:t>
            </a:r>
            <a:endParaRPr lang="en-US" altLang="zh-CN" sz="1600">
              <a:solidFill>
                <a:prstClr val="black"/>
              </a:solidFill>
              <a:latin typeface="微软雅黑" panose="020B0503020204020204" pitchFamily="34" charset="-122"/>
              <a:ea typeface="微软雅黑" panose="020B0503020204020204" pitchFamily="34" charset="-122"/>
            </a:endParaRPr>
          </a:p>
        </p:txBody>
      </p:sp>
      <p:grpSp>
        <p:nvGrpSpPr>
          <p:cNvPr id="6" name="组合 5">
            <a:extLst>
              <a:ext uri="{FF2B5EF4-FFF2-40B4-BE49-F238E27FC236}">
                <a16:creationId xmlns:a16="http://schemas.microsoft.com/office/drawing/2014/main" id="{A7FD7E47-9CD8-D541-8EC7-43C8741316BE}"/>
              </a:ext>
            </a:extLst>
          </p:cNvPr>
          <p:cNvGrpSpPr/>
          <p:nvPr/>
        </p:nvGrpSpPr>
        <p:grpSpPr>
          <a:xfrm>
            <a:off x="493324" y="1782646"/>
            <a:ext cx="8355402" cy="4302357"/>
            <a:chOff x="493323" y="1601671"/>
            <a:chExt cx="8986457" cy="4302357"/>
          </a:xfrm>
        </p:grpSpPr>
        <p:pic>
          <p:nvPicPr>
            <p:cNvPr id="15" name="图片 14">
              <a:extLst>
                <a:ext uri="{FF2B5EF4-FFF2-40B4-BE49-F238E27FC236}">
                  <a16:creationId xmlns:a16="http://schemas.microsoft.com/office/drawing/2014/main" id="{A5B943D3-E38D-B636-ACDA-A9ED746E49B6}"/>
                </a:ext>
              </a:extLst>
            </p:cNvPr>
            <p:cNvPicPr>
              <a:picLocks noChangeAspect="1"/>
            </p:cNvPicPr>
            <p:nvPr/>
          </p:nvPicPr>
          <p:blipFill>
            <a:blip r:embed="rId3"/>
            <a:stretch>
              <a:fillRect/>
            </a:stretch>
          </p:blipFill>
          <p:spPr>
            <a:xfrm>
              <a:off x="493323" y="1601671"/>
              <a:ext cx="8777018" cy="4302357"/>
            </a:xfrm>
            <a:prstGeom prst="rect">
              <a:avLst/>
            </a:prstGeom>
          </p:spPr>
        </p:pic>
        <p:sp>
          <p:nvSpPr>
            <p:cNvPr id="5" name="矩形 4">
              <a:extLst>
                <a:ext uri="{FF2B5EF4-FFF2-40B4-BE49-F238E27FC236}">
                  <a16:creationId xmlns:a16="http://schemas.microsoft.com/office/drawing/2014/main" id="{88E1A6BF-CBD0-F1B4-9D61-46AFF25682F8}"/>
                </a:ext>
              </a:extLst>
            </p:cNvPr>
            <p:cNvSpPr/>
            <p:nvPr/>
          </p:nvSpPr>
          <p:spPr>
            <a:xfrm>
              <a:off x="6372225" y="3086100"/>
              <a:ext cx="885825" cy="1457325"/>
            </a:xfrm>
            <a:prstGeom prst="rect">
              <a:avLst/>
            </a:prstGeom>
            <a:solidFill>
              <a:srgbClr val="C0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箭头连接符 8">
              <a:extLst>
                <a:ext uri="{FF2B5EF4-FFF2-40B4-BE49-F238E27FC236}">
                  <a16:creationId xmlns:a16="http://schemas.microsoft.com/office/drawing/2014/main" id="{9E94BCC5-927C-4CBD-4EFE-58386D708818}"/>
                </a:ext>
              </a:extLst>
            </p:cNvPr>
            <p:cNvCxnSpPr>
              <a:cxnSpLocks/>
            </p:cNvCxnSpPr>
            <p:nvPr/>
          </p:nvCxnSpPr>
          <p:spPr>
            <a:xfrm flipV="1">
              <a:off x="3743325" y="2286000"/>
              <a:ext cx="5736455" cy="146685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2" name="直接箭头连接符 11">
              <a:extLst>
                <a:ext uri="{FF2B5EF4-FFF2-40B4-BE49-F238E27FC236}">
                  <a16:creationId xmlns:a16="http://schemas.microsoft.com/office/drawing/2014/main" id="{966CC103-53A7-FCCC-D420-21ED7A7ED532}"/>
                </a:ext>
              </a:extLst>
            </p:cNvPr>
            <p:cNvCxnSpPr>
              <a:cxnSpLocks/>
              <a:stCxn id="5" idx="3"/>
            </p:cNvCxnSpPr>
            <p:nvPr/>
          </p:nvCxnSpPr>
          <p:spPr>
            <a:xfrm flipV="1">
              <a:off x="7258050" y="3789591"/>
              <a:ext cx="2109836" cy="2517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grpSp>
      <p:sp>
        <p:nvSpPr>
          <p:cNvPr id="4" name="文本框 3">
            <a:extLst>
              <a:ext uri="{FF2B5EF4-FFF2-40B4-BE49-F238E27FC236}">
                <a16:creationId xmlns:a16="http://schemas.microsoft.com/office/drawing/2014/main" id="{47221E3D-20EA-2237-5505-061BD3314C76}"/>
              </a:ext>
            </a:extLst>
          </p:cNvPr>
          <p:cNvSpPr txBox="1"/>
          <p:nvPr/>
        </p:nvSpPr>
        <p:spPr>
          <a:xfrm>
            <a:off x="126998" y="102938"/>
            <a:ext cx="11624232" cy="369332"/>
          </a:xfrm>
          <a:prstGeom prst="rect">
            <a:avLst/>
          </a:prstGeom>
          <a:noFill/>
        </p:spPr>
        <p:txBody>
          <a:bodyPr wrap="square" rtlCol="0">
            <a:spAutoFit/>
          </a:bodyPr>
          <a:lstStyle/>
          <a:p>
            <a:pPr lvl="0">
              <a:defRPr/>
            </a:pPr>
            <a:r>
              <a:rPr kumimoji="0" lang="en-US" altLang="zh-CN"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3. </a:t>
            </a:r>
            <a:r>
              <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当前蒙西</a:t>
            </a:r>
            <a:r>
              <a:rPr lang="zh-CN" altLang="en-US">
                <a:solidFill>
                  <a:prstClr val="white"/>
                </a:solidFill>
                <a:latin typeface="微软雅黑" panose="020B0503020204020204" pitchFamily="34" charset="-122"/>
                <a:ea typeface="微软雅黑" panose="020B0503020204020204" pitchFamily="34" charset="-122"/>
              </a:rPr>
              <a:t>各场站运营问题与应对方式</a:t>
            </a:r>
            <a:r>
              <a:rPr lang="en-US" altLang="zh-CN">
                <a:solidFill>
                  <a:schemeClr val="accent4">
                    <a:lumMod val="20000"/>
                    <a:lumOff val="80000"/>
                  </a:schemeClr>
                </a:solidFill>
                <a:latin typeface="微软雅黑" panose="020B0503020204020204" pitchFamily="34" charset="-122"/>
                <a:ea typeface="微软雅黑" panose="020B0503020204020204" pitchFamily="34" charset="-122"/>
              </a:rPr>
              <a:t>–</a:t>
            </a:r>
            <a:r>
              <a:rPr lang="zh-CN" altLang="en-US">
                <a:solidFill>
                  <a:schemeClr val="accent4">
                    <a:lumMod val="20000"/>
                    <a:lumOff val="80000"/>
                  </a:schemeClr>
                </a:solidFill>
                <a:latin typeface="微软雅黑" panose="020B0503020204020204" pitchFamily="34" charset="-122"/>
                <a:ea typeface="微软雅黑" panose="020B0503020204020204" pitchFamily="34" charset="-122"/>
              </a:rPr>
              <a:t>苏右、四子王受“阻塞”影响，午晚价差小，晚高峰放电校核严重</a:t>
            </a:r>
            <a:endParaRPr kumimoji="0" lang="zh-CN" altLang="en-US" sz="1800" b="0" i="0" u="none" strike="noStrike" kern="1200" cap="none" spc="0" normalizeH="0" baseline="0" noProof="0">
              <a:ln>
                <a:noFill/>
              </a:ln>
              <a:solidFill>
                <a:schemeClr val="accent4">
                  <a:lumMod val="20000"/>
                  <a:lumOff val="80000"/>
                </a:schemeClr>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397827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D5269-1708-E65A-5F18-51CF76790D1C}"/>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979FB00C-207B-4EF1-8D3B-6BCB744A2478}"/>
              </a:ext>
            </a:extLst>
          </p:cNvPr>
          <p:cNvSpPr/>
          <p:nvPr/>
        </p:nvSpPr>
        <p:spPr>
          <a:xfrm>
            <a:off x="0" y="0"/>
            <a:ext cx="12192000" cy="574177"/>
          </a:xfrm>
          <a:prstGeom prst="rect">
            <a:avLst/>
          </a:prstGeom>
          <a:solidFill>
            <a:srgbClr val="3B3B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DengXian"/>
              <a:ea typeface="DengXian" panose="02010600030101010101" pitchFamily="2" charset="-122"/>
              <a:cs typeface="+mn-cs"/>
            </a:endParaRPr>
          </a:p>
        </p:txBody>
      </p:sp>
      <p:sp>
        <p:nvSpPr>
          <p:cNvPr id="4" name="文本框 3">
            <a:extLst>
              <a:ext uri="{FF2B5EF4-FFF2-40B4-BE49-F238E27FC236}">
                <a16:creationId xmlns:a16="http://schemas.microsoft.com/office/drawing/2014/main" id="{72B8D0EF-ED04-A6F3-F6B5-9EDCECFD6D14}"/>
              </a:ext>
            </a:extLst>
          </p:cNvPr>
          <p:cNvSpPr txBox="1"/>
          <p:nvPr/>
        </p:nvSpPr>
        <p:spPr>
          <a:xfrm>
            <a:off x="126998" y="102938"/>
            <a:ext cx="11624232" cy="646331"/>
          </a:xfrm>
          <a:prstGeom prst="rect">
            <a:avLst/>
          </a:prstGeom>
          <a:noFill/>
        </p:spPr>
        <p:txBody>
          <a:bodyPr wrap="square" rtlCol="0">
            <a:spAutoFit/>
          </a:bodyPr>
          <a:lstStyle/>
          <a:p>
            <a:pPr lvl="0">
              <a:defRPr/>
            </a:pPr>
            <a:r>
              <a:rPr kumimoji="0" lang="en-US" altLang="zh-CN"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3. </a:t>
            </a:r>
            <a:r>
              <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当前蒙西</a:t>
            </a:r>
            <a:r>
              <a:rPr lang="zh-CN" altLang="en-US">
                <a:solidFill>
                  <a:prstClr val="white"/>
                </a:solidFill>
                <a:latin typeface="微软雅黑" panose="020B0503020204020204" pitchFamily="34" charset="-122"/>
                <a:ea typeface="微软雅黑" panose="020B0503020204020204" pitchFamily="34" charset="-122"/>
              </a:rPr>
              <a:t>各场站运营问题与应对方式</a:t>
            </a:r>
            <a:r>
              <a:rPr lang="en-US" altLang="zh-CN">
                <a:solidFill>
                  <a:schemeClr val="accent4">
                    <a:lumMod val="20000"/>
                    <a:lumOff val="80000"/>
                  </a:schemeClr>
                </a:solidFill>
                <a:latin typeface="微软雅黑" panose="020B0503020204020204" pitchFamily="34" charset="-122"/>
                <a:ea typeface="微软雅黑" panose="020B0503020204020204" pitchFamily="34" charset="-122"/>
              </a:rPr>
              <a:t>–</a:t>
            </a:r>
            <a:r>
              <a:rPr lang="zh-CN" altLang="en-US">
                <a:solidFill>
                  <a:schemeClr val="accent4">
                    <a:lumMod val="20000"/>
                    <a:lumOff val="80000"/>
                  </a:schemeClr>
                </a:solidFill>
                <a:latin typeface="微软雅黑" panose="020B0503020204020204" pitchFamily="34" charset="-122"/>
                <a:ea typeface="微软雅黑" panose="020B0503020204020204" pitchFamily="34" charset="-122"/>
              </a:rPr>
              <a:t>杭锦旗，受涉网试验和日内校核影响，实际执行偏差较大</a:t>
            </a:r>
          </a:p>
          <a:p>
            <a:pPr lvl="0">
              <a:defRPr/>
            </a:pPr>
            <a:endParaRPr kumimoji="0" lang="zh-CN" altLang="en-US" sz="1800" b="0" i="0" u="none" strike="noStrike" kern="1200" cap="none" spc="0" normalizeH="0" baseline="0" noProof="0">
              <a:ln>
                <a:noFill/>
              </a:ln>
              <a:solidFill>
                <a:schemeClr val="accent4">
                  <a:lumMod val="20000"/>
                  <a:lumOff val="80000"/>
                </a:schemeClr>
              </a:solidFill>
              <a:effectLst/>
              <a:uLnTx/>
              <a:uFillTx/>
              <a:latin typeface="微软雅黑" panose="020B0503020204020204" pitchFamily="34" charset="-122"/>
              <a:ea typeface="微软雅黑" panose="020B0503020204020204" pitchFamily="34" charset="-122"/>
              <a:cs typeface="+mn-cs"/>
            </a:endParaRPr>
          </a:p>
        </p:txBody>
      </p:sp>
      <p:sp>
        <p:nvSpPr>
          <p:cNvPr id="3" name="文本框 2">
            <a:extLst>
              <a:ext uri="{FF2B5EF4-FFF2-40B4-BE49-F238E27FC236}">
                <a16:creationId xmlns:a16="http://schemas.microsoft.com/office/drawing/2014/main" id="{5C239FDE-F939-7459-76C0-8B3CED52C258}"/>
              </a:ext>
            </a:extLst>
          </p:cNvPr>
          <p:cNvSpPr txBox="1"/>
          <p:nvPr/>
        </p:nvSpPr>
        <p:spPr>
          <a:xfrm>
            <a:off x="126998" y="626239"/>
            <a:ext cx="11813989" cy="418191"/>
          </a:xfrm>
          <a:prstGeom prst="rect">
            <a:avLst/>
          </a:prstGeom>
          <a:noFill/>
        </p:spPr>
        <p:txBody>
          <a:bodyPr wrap="square">
            <a:spAutoFit/>
          </a:bodyPr>
          <a:lstStyle/>
          <a:p>
            <a:pPr>
              <a:lnSpc>
                <a:spcPct val="150000"/>
              </a:lnSpc>
            </a:pPr>
            <a:r>
              <a:rPr lang="zh-CN" altLang="en-US" sz="1600">
                <a:latin typeface="微软雅黑" panose="020B0503020204020204" pitchFamily="34" charset="-122"/>
                <a:ea typeface="微软雅黑" panose="020B0503020204020204" pitchFamily="34" charset="-122"/>
              </a:rPr>
              <a:t>杭锦旗电量及收益下降主要受涉网试验、弃风弃光及调度约束等因素影响，非电站自身运行或策略问题，后续具备恢复空间。</a:t>
            </a:r>
          </a:p>
        </p:txBody>
      </p:sp>
      <p:sp>
        <p:nvSpPr>
          <p:cNvPr id="7" name="文本框 6">
            <a:extLst>
              <a:ext uri="{FF2B5EF4-FFF2-40B4-BE49-F238E27FC236}">
                <a16:creationId xmlns:a16="http://schemas.microsoft.com/office/drawing/2014/main" id="{952C18D3-7C9F-8694-C3B4-8303FEF945EB}"/>
              </a:ext>
            </a:extLst>
          </p:cNvPr>
          <p:cNvSpPr txBox="1"/>
          <p:nvPr/>
        </p:nvSpPr>
        <p:spPr>
          <a:xfrm>
            <a:off x="126997" y="1171637"/>
            <a:ext cx="11938010" cy="1895519"/>
          </a:xfrm>
          <a:prstGeom prst="rect">
            <a:avLst/>
          </a:prstGeom>
          <a:noFill/>
        </p:spPr>
        <p:txBody>
          <a:bodyPr wrap="square">
            <a:spAutoFit/>
          </a:bodyPr>
          <a:lstStyle/>
          <a:p>
            <a:pPr>
              <a:lnSpc>
                <a:spcPct val="150000"/>
              </a:lnSpc>
              <a:buNone/>
            </a:pPr>
            <a:r>
              <a:rPr lang="zh-CN" altLang="en-US" sz="1600" b="1">
                <a:latin typeface="微软雅黑" panose="020B0503020204020204" pitchFamily="34" charset="-122"/>
                <a:ea typeface="微软雅黑" panose="020B0503020204020204" pitchFamily="34" charset="-122"/>
              </a:rPr>
              <a:t>充放电量下降原因分析</a:t>
            </a:r>
            <a:endParaRPr lang="zh-CN" altLang="en-US" sz="1600">
              <a:latin typeface="微软雅黑" panose="020B0503020204020204" pitchFamily="34" charset="-122"/>
              <a:ea typeface="微软雅黑" panose="020B0503020204020204" pitchFamily="34" charset="-122"/>
            </a:endParaRPr>
          </a:p>
          <a:p>
            <a:pPr>
              <a:lnSpc>
                <a:spcPct val="150000"/>
              </a:lnSpc>
              <a:buFont typeface="+mj-lt"/>
              <a:buAutoNum type="arabicPeriod"/>
            </a:pPr>
            <a:r>
              <a:rPr lang="zh-CN" altLang="en-US" sz="1600">
                <a:latin typeface="微软雅黑" panose="020B0503020204020204" pitchFamily="34" charset="-122"/>
                <a:ea typeface="微软雅黑" panose="020B0503020204020204" pitchFamily="34" charset="-122"/>
              </a:rPr>
              <a:t> 涉网试验影响：试验期间电站</a:t>
            </a:r>
            <a:r>
              <a:rPr lang="en-US" altLang="zh-CN" sz="1600">
                <a:latin typeface="微软雅黑" panose="020B0503020204020204" pitchFamily="34" charset="-122"/>
                <a:ea typeface="微软雅黑" panose="020B0503020204020204" pitchFamily="34" charset="-122"/>
              </a:rPr>
              <a:t>AGC</a:t>
            </a:r>
            <a:r>
              <a:rPr lang="zh-CN" altLang="en-US" sz="1600">
                <a:latin typeface="微软雅黑" panose="020B0503020204020204" pitchFamily="34" charset="-122"/>
                <a:ea typeface="微软雅黑" panose="020B0503020204020204" pitchFamily="34" charset="-122"/>
              </a:rPr>
              <a:t>退出，由人工下发功率指令，无法按照申报曲线执行充放电，导致充放电量低于计划水平，收益同步下降。  </a:t>
            </a:r>
          </a:p>
          <a:p>
            <a:pPr>
              <a:lnSpc>
                <a:spcPct val="150000"/>
              </a:lnSpc>
              <a:buFont typeface="+mj-lt"/>
              <a:buAutoNum type="arabicPeriod"/>
            </a:pPr>
            <a:r>
              <a:rPr lang="zh-CN" altLang="en-US" sz="1600">
                <a:latin typeface="微软雅黑" panose="020B0503020204020204" pitchFamily="34" charset="-122"/>
                <a:ea typeface="微软雅黑" panose="020B0503020204020204" pitchFamily="34" charset="-122"/>
              </a:rPr>
              <a:t> 调度曲线核减：受电网负荷调控及运行安全要求影响，调度侧对多日充放电曲线进行核减，包括降低放电功率、缩短放电时长及限制总量，电站需被动执行，导致电量和收益同步下降。</a:t>
            </a:r>
          </a:p>
        </p:txBody>
      </p:sp>
      <p:graphicFrame>
        <p:nvGraphicFramePr>
          <p:cNvPr id="5" name="表格 4">
            <a:extLst>
              <a:ext uri="{FF2B5EF4-FFF2-40B4-BE49-F238E27FC236}">
                <a16:creationId xmlns:a16="http://schemas.microsoft.com/office/drawing/2014/main" id="{04AD7948-0997-F9D3-4C77-D3A370E0A1FC}"/>
              </a:ext>
            </a:extLst>
          </p:cNvPr>
          <p:cNvGraphicFramePr>
            <a:graphicFrameLocks noGrp="1"/>
          </p:cNvGraphicFramePr>
          <p:nvPr>
            <p:extLst>
              <p:ext uri="{D42A27DB-BD31-4B8C-83A1-F6EECF244321}">
                <p14:modId xmlns:p14="http://schemas.microsoft.com/office/powerpoint/2010/main" val="3433508519"/>
              </p:ext>
            </p:extLst>
          </p:nvPr>
        </p:nvGraphicFramePr>
        <p:xfrm>
          <a:off x="126997" y="3273343"/>
          <a:ext cx="11938010" cy="2813690"/>
        </p:xfrm>
        <a:graphic>
          <a:graphicData uri="http://schemas.openxmlformats.org/drawingml/2006/table">
            <a:tbl>
              <a:tblPr>
                <a:tableStyleId>{5C22544A-7EE6-4342-B048-85BDC9FD1C3A}</a:tableStyleId>
              </a:tblPr>
              <a:tblGrid>
                <a:gridCol w="1193801">
                  <a:extLst>
                    <a:ext uri="{9D8B030D-6E8A-4147-A177-3AD203B41FA5}">
                      <a16:colId xmlns:a16="http://schemas.microsoft.com/office/drawing/2014/main" val="3824616004"/>
                    </a:ext>
                  </a:extLst>
                </a:gridCol>
                <a:gridCol w="1193801">
                  <a:extLst>
                    <a:ext uri="{9D8B030D-6E8A-4147-A177-3AD203B41FA5}">
                      <a16:colId xmlns:a16="http://schemas.microsoft.com/office/drawing/2014/main" val="1020971466"/>
                    </a:ext>
                  </a:extLst>
                </a:gridCol>
                <a:gridCol w="1193801">
                  <a:extLst>
                    <a:ext uri="{9D8B030D-6E8A-4147-A177-3AD203B41FA5}">
                      <a16:colId xmlns:a16="http://schemas.microsoft.com/office/drawing/2014/main" val="3504297184"/>
                    </a:ext>
                  </a:extLst>
                </a:gridCol>
                <a:gridCol w="1193801">
                  <a:extLst>
                    <a:ext uri="{9D8B030D-6E8A-4147-A177-3AD203B41FA5}">
                      <a16:colId xmlns:a16="http://schemas.microsoft.com/office/drawing/2014/main" val="2749294192"/>
                    </a:ext>
                  </a:extLst>
                </a:gridCol>
                <a:gridCol w="1193801">
                  <a:extLst>
                    <a:ext uri="{9D8B030D-6E8A-4147-A177-3AD203B41FA5}">
                      <a16:colId xmlns:a16="http://schemas.microsoft.com/office/drawing/2014/main" val="2297346072"/>
                    </a:ext>
                  </a:extLst>
                </a:gridCol>
                <a:gridCol w="1193801">
                  <a:extLst>
                    <a:ext uri="{9D8B030D-6E8A-4147-A177-3AD203B41FA5}">
                      <a16:colId xmlns:a16="http://schemas.microsoft.com/office/drawing/2014/main" val="3592225169"/>
                    </a:ext>
                  </a:extLst>
                </a:gridCol>
                <a:gridCol w="1193801">
                  <a:extLst>
                    <a:ext uri="{9D8B030D-6E8A-4147-A177-3AD203B41FA5}">
                      <a16:colId xmlns:a16="http://schemas.microsoft.com/office/drawing/2014/main" val="2481268815"/>
                    </a:ext>
                  </a:extLst>
                </a:gridCol>
                <a:gridCol w="1193801">
                  <a:extLst>
                    <a:ext uri="{9D8B030D-6E8A-4147-A177-3AD203B41FA5}">
                      <a16:colId xmlns:a16="http://schemas.microsoft.com/office/drawing/2014/main" val="1419425731"/>
                    </a:ext>
                  </a:extLst>
                </a:gridCol>
                <a:gridCol w="1193801">
                  <a:extLst>
                    <a:ext uri="{9D8B030D-6E8A-4147-A177-3AD203B41FA5}">
                      <a16:colId xmlns:a16="http://schemas.microsoft.com/office/drawing/2014/main" val="4167173822"/>
                    </a:ext>
                  </a:extLst>
                </a:gridCol>
                <a:gridCol w="1193801">
                  <a:extLst>
                    <a:ext uri="{9D8B030D-6E8A-4147-A177-3AD203B41FA5}">
                      <a16:colId xmlns:a16="http://schemas.microsoft.com/office/drawing/2014/main" val="1167829295"/>
                    </a:ext>
                  </a:extLst>
                </a:gridCol>
              </a:tblGrid>
              <a:tr h="562738">
                <a:tc rowSpan="2">
                  <a:txBody>
                    <a:bodyPr/>
                    <a:lstStyle/>
                    <a:p>
                      <a:pPr algn="ctr" fontAlgn="ctr"/>
                      <a:r>
                        <a:rPr lang="zh-CN" altLang="en-US" sz="1400" b="1" u="none" strike="noStrike">
                          <a:solidFill>
                            <a:schemeClr val="bg1"/>
                          </a:solidFill>
                          <a:effectLst/>
                          <a:latin typeface="微软雅黑" panose="020B0503020204020204" pitchFamily="34" charset="-122"/>
                          <a:ea typeface="微软雅黑" panose="020B0503020204020204" pitchFamily="34" charset="-122"/>
                        </a:rPr>
                        <a:t>曲线</a:t>
                      </a:r>
                      <a:endParaRPr lang="zh-CN" altLang="en-US" sz="1400" b="1" i="0" u="none" strike="noStrike">
                        <a:solidFill>
                          <a:schemeClr val="bg1"/>
                        </a:solidFill>
                        <a:effectLst/>
                        <a:latin typeface="微软雅黑" panose="020B0503020204020204" pitchFamily="34" charset="-122"/>
                        <a:ea typeface="微软雅黑" panose="020B0503020204020204" pitchFamily="34" charset="-122"/>
                      </a:endParaRPr>
                    </a:p>
                  </a:txBody>
                  <a:tcPr marL="4686" marR="4686" marT="4686"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1F4E79"/>
                    </a:solidFill>
                  </a:tcPr>
                </a:tc>
                <a:tc gridSpan="3">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1600" b="1" u="none" strike="noStrike">
                          <a:solidFill>
                            <a:schemeClr val="bg1"/>
                          </a:solidFill>
                          <a:effectLst/>
                          <a:latin typeface="微软雅黑" panose="020B0503020204020204" pitchFamily="34" charset="-122"/>
                          <a:ea typeface="微软雅黑" panose="020B0503020204020204" pitchFamily="34" charset="-122"/>
                        </a:rPr>
                        <a:t>悦杭独贵 </a:t>
                      </a:r>
                      <a:r>
                        <a:rPr lang="en-US" altLang="zh-CN" sz="1600" b="1" u="none" strike="noStrike">
                          <a:solidFill>
                            <a:schemeClr val="bg1"/>
                          </a:solidFill>
                          <a:effectLst/>
                          <a:latin typeface="微软雅黑" panose="020B0503020204020204" pitchFamily="34" charset="-122"/>
                          <a:ea typeface="微软雅黑" panose="020B0503020204020204" pitchFamily="34" charset="-122"/>
                        </a:rPr>
                        <a:t>3</a:t>
                      </a:r>
                      <a:r>
                        <a:rPr lang="zh-CN" altLang="en-US" sz="1600" b="1" u="none" strike="noStrike">
                          <a:solidFill>
                            <a:schemeClr val="bg1"/>
                          </a:solidFill>
                          <a:effectLst/>
                          <a:latin typeface="微软雅黑" panose="020B0503020204020204" pitchFamily="34" charset="-122"/>
                          <a:ea typeface="微软雅黑" panose="020B0503020204020204" pitchFamily="34" charset="-122"/>
                        </a:rPr>
                        <a:t>月</a:t>
                      </a:r>
                      <a:endParaRPr lang="zh-CN" altLang="en-US" sz="1600" b="1" i="0" u="none" strike="noStrike">
                        <a:solidFill>
                          <a:schemeClr val="bg1"/>
                        </a:solidFill>
                        <a:effectLst/>
                        <a:latin typeface="微软雅黑" panose="020B0503020204020204" pitchFamily="34" charset="-122"/>
                        <a:ea typeface="微软雅黑" panose="020B0503020204020204" pitchFamily="34" charset="-122"/>
                      </a:endParaRPr>
                    </a:p>
                  </a:txBody>
                  <a:tcPr marL="4686" marR="4686" marT="4686"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F4E79"/>
                    </a:solidFill>
                  </a:tcPr>
                </a:tc>
                <a:tc hMerge="1">
                  <a:txBody>
                    <a:bodyPr/>
                    <a:lstStyle/>
                    <a:p>
                      <a:endParaRPr lang="zh-CN" altLang="en-US"/>
                    </a:p>
                  </a:txBody>
                  <a:tcPr>
                    <a:lnL w="12700" cmpd="sng">
                      <a:noFill/>
                    </a:lnL>
                  </a:tcPr>
                </a:tc>
                <a:tc hMerge="1">
                  <a:txBody>
                    <a:bodyPr/>
                    <a:lstStyle/>
                    <a:p>
                      <a:endParaRPr lang="zh-CN" altLang="en-US"/>
                    </a:p>
                  </a:txBody>
                  <a:tcPr/>
                </a:tc>
                <a:tc gridSpan="3">
                  <a:txBody>
                    <a:bodyPr/>
                    <a:lstStyle/>
                    <a:p>
                      <a:pPr algn="ctr" fontAlgn="ctr"/>
                      <a:r>
                        <a:rPr lang="zh-CN" altLang="en-US" sz="1600" b="1" u="none" strike="noStrike">
                          <a:solidFill>
                            <a:schemeClr val="bg1"/>
                          </a:solidFill>
                          <a:effectLst/>
                          <a:latin typeface="微软雅黑" panose="020B0503020204020204" pitchFamily="34" charset="-122"/>
                          <a:ea typeface="微软雅黑" panose="020B0503020204020204" pitchFamily="34" charset="-122"/>
                        </a:rPr>
                        <a:t>悦杭独贵 </a:t>
                      </a:r>
                      <a:r>
                        <a:rPr lang="en-US" altLang="zh-CN" sz="1600" b="1" u="none" strike="noStrike">
                          <a:solidFill>
                            <a:schemeClr val="bg1"/>
                          </a:solidFill>
                          <a:effectLst/>
                          <a:latin typeface="微软雅黑" panose="020B0503020204020204" pitchFamily="34" charset="-122"/>
                          <a:ea typeface="微软雅黑" panose="020B0503020204020204" pitchFamily="34" charset="-122"/>
                        </a:rPr>
                        <a:t>4</a:t>
                      </a:r>
                      <a:r>
                        <a:rPr lang="zh-CN" altLang="en-US" sz="1600" b="1" u="none" strike="noStrike">
                          <a:solidFill>
                            <a:schemeClr val="bg1"/>
                          </a:solidFill>
                          <a:effectLst/>
                          <a:latin typeface="微软雅黑" panose="020B0503020204020204" pitchFamily="34" charset="-122"/>
                          <a:ea typeface="微软雅黑" panose="020B0503020204020204" pitchFamily="34" charset="-122"/>
                        </a:rPr>
                        <a:t>月</a:t>
                      </a:r>
                      <a:endParaRPr lang="zh-CN" altLang="en-US" sz="1600" b="1" i="0" u="none" strike="noStrike">
                        <a:solidFill>
                          <a:schemeClr val="bg1"/>
                        </a:solidFill>
                        <a:effectLst/>
                        <a:latin typeface="微软雅黑" panose="020B0503020204020204" pitchFamily="34" charset="-122"/>
                        <a:ea typeface="微软雅黑" panose="020B0503020204020204" pitchFamily="34" charset="-122"/>
                      </a:endParaRPr>
                    </a:p>
                  </a:txBody>
                  <a:tcPr marL="4686" marR="4686" marT="4686" marB="0"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F4E79"/>
                    </a:solidFill>
                  </a:tcPr>
                </a:tc>
                <a:tc hMerge="1">
                  <a:txBody>
                    <a:bodyPr/>
                    <a:lstStyle/>
                    <a:p>
                      <a:endParaRPr lang="zh-CN" altLang="en-US"/>
                    </a:p>
                  </a:txBody>
                  <a:tcPr/>
                </a:tc>
                <a:tc hMerge="1">
                  <a:txBody>
                    <a:bodyPr/>
                    <a:lstStyle/>
                    <a:p>
                      <a:endParaRPr lang="zh-CN" altLang="en-US"/>
                    </a:p>
                  </a:txBody>
                  <a:tcPr/>
                </a:tc>
                <a:tc gridSpan="3">
                  <a:txBody>
                    <a:bodyPr/>
                    <a:lstStyle/>
                    <a:p>
                      <a:pPr algn="ctr" fontAlgn="ctr"/>
                      <a:r>
                        <a:rPr lang="zh-CN" altLang="en-US" sz="1600" b="1" u="none" strike="noStrike">
                          <a:solidFill>
                            <a:schemeClr val="bg1"/>
                          </a:solidFill>
                          <a:effectLst/>
                          <a:latin typeface="微软雅黑" panose="020B0503020204020204" pitchFamily="34" charset="-122"/>
                          <a:ea typeface="微软雅黑" panose="020B0503020204020204" pitchFamily="34" charset="-122"/>
                        </a:rPr>
                        <a:t>悦杭独贵 </a:t>
                      </a:r>
                      <a:r>
                        <a:rPr lang="en-US" altLang="zh-CN" sz="1600" b="1" u="none" strike="noStrike">
                          <a:solidFill>
                            <a:schemeClr val="bg1"/>
                          </a:solidFill>
                          <a:effectLst/>
                          <a:latin typeface="微软雅黑" panose="020B0503020204020204" pitchFamily="34" charset="-122"/>
                          <a:ea typeface="微软雅黑" panose="020B0503020204020204" pitchFamily="34" charset="-122"/>
                        </a:rPr>
                        <a:t>5</a:t>
                      </a:r>
                      <a:r>
                        <a:rPr lang="zh-CN" altLang="en-US" sz="1600" b="1" u="none" strike="noStrike">
                          <a:solidFill>
                            <a:schemeClr val="bg1"/>
                          </a:solidFill>
                          <a:effectLst/>
                          <a:latin typeface="微软雅黑" panose="020B0503020204020204" pitchFamily="34" charset="-122"/>
                          <a:ea typeface="微软雅黑" panose="020B0503020204020204" pitchFamily="34" charset="-122"/>
                        </a:rPr>
                        <a:t>月</a:t>
                      </a:r>
                      <a:endParaRPr lang="zh-CN" altLang="en-US" sz="1600" b="1" i="0" u="none" strike="noStrike">
                        <a:solidFill>
                          <a:schemeClr val="bg1"/>
                        </a:solidFill>
                        <a:effectLst/>
                        <a:latin typeface="微软雅黑" panose="020B0503020204020204" pitchFamily="34" charset="-122"/>
                        <a:ea typeface="微软雅黑" panose="020B0503020204020204" pitchFamily="34" charset="-122"/>
                      </a:endParaRPr>
                    </a:p>
                  </a:txBody>
                  <a:tcPr marL="4686" marR="4686" marT="4686"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1F4E79"/>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176025657"/>
                  </a:ext>
                </a:extLst>
              </a:tr>
              <a:tr h="562738">
                <a:tc vMerge="1">
                  <a:txBody>
                    <a:bodyPr/>
                    <a:lstStyle/>
                    <a:p>
                      <a:endParaRPr lang="zh-CN" altLang="en-US"/>
                    </a:p>
                  </a:txBody>
                  <a:tcPr/>
                </a:tc>
                <a:tc>
                  <a:txBody>
                    <a:bodyPr/>
                    <a:lstStyle/>
                    <a:p>
                      <a:pPr algn="ctr" fontAlgn="ctr"/>
                      <a:r>
                        <a:rPr lang="zh-CN" altLang="en-US" sz="1400" u="none" strike="noStrike">
                          <a:solidFill>
                            <a:schemeClr val="bg1"/>
                          </a:solidFill>
                          <a:effectLst/>
                          <a:latin typeface="微软雅黑" panose="020B0503020204020204" pitchFamily="34" charset="-122"/>
                          <a:ea typeface="微软雅黑" panose="020B0503020204020204" pitchFamily="34" charset="-122"/>
                        </a:rPr>
                        <a:t>收益</a:t>
                      </a:r>
                      <a:r>
                        <a:rPr lang="en-US" altLang="zh-CN" sz="1400" u="none" strike="noStrike">
                          <a:solidFill>
                            <a:schemeClr val="bg1"/>
                          </a:solidFill>
                          <a:effectLst/>
                          <a:latin typeface="微软雅黑" panose="020B0503020204020204" pitchFamily="34" charset="-122"/>
                          <a:ea typeface="微软雅黑" panose="020B0503020204020204" pitchFamily="34" charset="-122"/>
                        </a:rPr>
                        <a:t>(</a:t>
                      </a:r>
                      <a:r>
                        <a:rPr lang="zh-CN" altLang="en-US" sz="1400" u="none" strike="noStrike">
                          <a:solidFill>
                            <a:schemeClr val="bg1"/>
                          </a:solidFill>
                          <a:effectLst/>
                          <a:latin typeface="微软雅黑" panose="020B0503020204020204" pitchFamily="34" charset="-122"/>
                          <a:ea typeface="微软雅黑" panose="020B0503020204020204" pitchFamily="34" charset="-122"/>
                        </a:rPr>
                        <a:t>万元</a:t>
                      </a:r>
                      <a:r>
                        <a:rPr lang="en-US" altLang="zh-CN" sz="1400" u="none" strike="noStrike">
                          <a:solidFill>
                            <a:schemeClr val="bg1"/>
                          </a:solidFill>
                          <a:effectLst/>
                          <a:latin typeface="微软雅黑" panose="020B0503020204020204" pitchFamily="34" charset="-122"/>
                          <a:ea typeface="微软雅黑" panose="020B0503020204020204" pitchFamily="34" charset="-122"/>
                        </a:rPr>
                        <a:t>)</a:t>
                      </a:r>
                      <a:endParaRPr lang="en-US" altLang="zh-CN" sz="1400" b="1" i="0" u="none" strike="noStrike">
                        <a:solidFill>
                          <a:schemeClr val="bg1"/>
                        </a:solidFill>
                        <a:effectLst/>
                        <a:latin typeface="微软雅黑" panose="020B0503020204020204" pitchFamily="34" charset="-122"/>
                        <a:ea typeface="微软雅黑" panose="020B0503020204020204" pitchFamily="34" charset="-122"/>
                      </a:endParaRPr>
                    </a:p>
                  </a:txBody>
                  <a:tcPr marL="4686" marR="4686" marT="4686"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2E75B6"/>
                    </a:solidFill>
                  </a:tcPr>
                </a:tc>
                <a:tc>
                  <a:txBody>
                    <a:bodyPr/>
                    <a:lstStyle/>
                    <a:p>
                      <a:pPr algn="ctr" fontAlgn="ctr"/>
                      <a:r>
                        <a:rPr lang="zh-CN" altLang="en-US" sz="1400" u="none" strike="noStrike">
                          <a:solidFill>
                            <a:schemeClr val="bg1"/>
                          </a:solidFill>
                          <a:effectLst/>
                          <a:latin typeface="微软雅黑" panose="020B0503020204020204" pitchFamily="34" charset="-122"/>
                          <a:ea typeface="微软雅黑" panose="020B0503020204020204" pitchFamily="34" charset="-122"/>
                        </a:rPr>
                        <a:t>充电量</a:t>
                      </a:r>
                      <a:r>
                        <a:rPr lang="en-US" altLang="zh-CN" sz="1400" u="none" strike="noStrike">
                          <a:solidFill>
                            <a:schemeClr val="bg1"/>
                          </a:solidFill>
                          <a:effectLst/>
                          <a:latin typeface="微软雅黑" panose="020B0503020204020204" pitchFamily="34" charset="-122"/>
                          <a:ea typeface="微软雅黑" panose="020B0503020204020204" pitchFamily="34" charset="-122"/>
                        </a:rPr>
                        <a:t>(</a:t>
                      </a:r>
                      <a:r>
                        <a:rPr lang="en-US" sz="1400" u="none" strike="noStrike">
                          <a:solidFill>
                            <a:schemeClr val="bg1"/>
                          </a:solidFill>
                          <a:effectLst/>
                          <a:latin typeface="微软雅黑" panose="020B0503020204020204" pitchFamily="34" charset="-122"/>
                          <a:ea typeface="微软雅黑" panose="020B0503020204020204" pitchFamily="34" charset="-122"/>
                        </a:rPr>
                        <a:t>MWh)</a:t>
                      </a:r>
                      <a:endParaRPr lang="en-US" sz="1400" b="1" i="0" u="none" strike="noStrike">
                        <a:solidFill>
                          <a:schemeClr val="bg1"/>
                        </a:solidFill>
                        <a:effectLst/>
                        <a:latin typeface="微软雅黑" panose="020B0503020204020204" pitchFamily="34" charset="-122"/>
                        <a:ea typeface="微软雅黑" panose="020B0503020204020204" pitchFamily="34" charset="-122"/>
                      </a:endParaRPr>
                    </a:p>
                  </a:txBody>
                  <a:tcPr marL="4686" marR="4686" marT="4686"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chemeClr val="bg2">
                          <a:lumMod val="75000"/>
                        </a:schemeClr>
                      </a:solidFill>
                      <a:prstDash val="solid"/>
                      <a:round/>
                      <a:headEnd type="none" w="med" len="med"/>
                      <a:tailEnd type="none" w="med" len="med"/>
                    </a:lnB>
                    <a:solidFill>
                      <a:srgbClr val="2E75B6"/>
                    </a:solidFill>
                  </a:tcPr>
                </a:tc>
                <a:tc>
                  <a:txBody>
                    <a:bodyPr/>
                    <a:lstStyle/>
                    <a:p>
                      <a:pPr algn="ctr" fontAlgn="ctr"/>
                      <a:r>
                        <a:rPr lang="zh-CN" altLang="en-US" sz="1400" u="none" strike="noStrike">
                          <a:solidFill>
                            <a:schemeClr val="bg1"/>
                          </a:solidFill>
                          <a:effectLst/>
                          <a:latin typeface="微软雅黑" panose="020B0503020204020204" pitchFamily="34" charset="-122"/>
                          <a:ea typeface="微软雅黑" panose="020B0503020204020204" pitchFamily="34" charset="-122"/>
                        </a:rPr>
                        <a:t>放电量</a:t>
                      </a:r>
                      <a:r>
                        <a:rPr lang="en-US" altLang="zh-CN" sz="1400" u="none" strike="noStrike">
                          <a:solidFill>
                            <a:schemeClr val="bg1"/>
                          </a:solidFill>
                          <a:effectLst/>
                          <a:latin typeface="微软雅黑" panose="020B0503020204020204" pitchFamily="34" charset="-122"/>
                          <a:ea typeface="微软雅黑" panose="020B0503020204020204" pitchFamily="34" charset="-122"/>
                        </a:rPr>
                        <a:t>(</a:t>
                      </a:r>
                      <a:r>
                        <a:rPr lang="en-US" sz="1400" u="none" strike="noStrike">
                          <a:solidFill>
                            <a:schemeClr val="bg1"/>
                          </a:solidFill>
                          <a:effectLst/>
                          <a:latin typeface="微软雅黑" panose="020B0503020204020204" pitchFamily="34" charset="-122"/>
                          <a:ea typeface="微软雅黑" panose="020B0503020204020204" pitchFamily="34" charset="-122"/>
                        </a:rPr>
                        <a:t>MWh)</a:t>
                      </a:r>
                      <a:endParaRPr lang="en-US" sz="1400" b="1" i="0" u="none" strike="noStrike">
                        <a:solidFill>
                          <a:schemeClr val="bg1"/>
                        </a:solidFill>
                        <a:effectLst/>
                        <a:latin typeface="微软雅黑" panose="020B0503020204020204" pitchFamily="34" charset="-122"/>
                        <a:ea typeface="微软雅黑" panose="020B0503020204020204" pitchFamily="34" charset="-122"/>
                      </a:endParaRPr>
                    </a:p>
                  </a:txBody>
                  <a:tcPr marL="4686" marR="4686" marT="4686"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chemeClr val="bg2">
                          <a:lumMod val="75000"/>
                        </a:schemeClr>
                      </a:solidFill>
                      <a:prstDash val="solid"/>
                      <a:round/>
                      <a:headEnd type="none" w="med" len="med"/>
                      <a:tailEnd type="none" w="med" len="med"/>
                    </a:lnB>
                    <a:solidFill>
                      <a:srgbClr val="2E75B6"/>
                    </a:solidFill>
                  </a:tcPr>
                </a:tc>
                <a:tc>
                  <a:txBody>
                    <a:bodyPr/>
                    <a:lstStyle/>
                    <a:p>
                      <a:pPr algn="ctr" fontAlgn="ctr"/>
                      <a:r>
                        <a:rPr lang="zh-CN" altLang="en-US" sz="1400" u="none" strike="noStrike">
                          <a:solidFill>
                            <a:schemeClr val="bg1"/>
                          </a:solidFill>
                          <a:effectLst/>
                          <a:latin typeface="微软雅黑" panose="020B0503020204020204" pitchFamily="34" charset="-122"/>
                          <a:ea typeface="微软雅黑" panose="020B0503020204020204" pitchFamily="34" charset="-122"/>
                        </a:rPr>
                        <a:t>收益</a:t>
                      </a:r>
                      <a:r>
                        <a:rPr lang="en-US" altLang="zh-CN" sz="1400" u="none" strike="noStrike">
                          <a:solidFill>
                            <a:schemeClr val="bg1"/>
                          </a:solidFill>
                          <a:effectLst/>
                          <a:latin typeface="微软雅黑" panose="020B0503020204020204" pitchFamily="34" charset="-122"/>
                          <a:ea typeface="微软雅黑" panose="020B0503020204020204" pitchFamily="34" charset="-122"/>
                        </a:rPr>
                        <a:t>(</a:t>
                      </a:r>
                      <a:r>
                        <a:rPr lang="zh-CN" altLang="en-US" sz="1400" u="none" strike="noStrike">
                          <a:solidFill>
                            <a:schemeClr val="bg1"/>
                          </a:solidFill>
                          <a:effectLst/>
                          <a:latin typeface="微软雅黑" panose="020B0503020204020204" pitchFamily="34" charset="-122"/>
                          <a:ea typeface="微软雅黑" panose="020B0503020204020204" pitchFamily="34" charset="-122"/>
                        </a:rPr>
                        <a:t>万元</a:t>
                      </a:r>
                      <a:r>
                        <a:rPr lang="en-US" altLang="zh-CN" sz="1400" u="none" strike="noStrike">
                          <a:solidFill>
                            <a:schemeClr val="bg1"/>
                          </a:solidFill>
                          <a:effectLst/>
                          <a:latin typeface="微软雅黑" panose="020B0503020204020204" pitchFamily="34" charset="-122"/>
                          <a:ea typeface="微软雅黑" panose="020B0503020204020204" pitchFamily="34" charset="-122"/>
                        </a:rPr>
                        <a:t>)</a:t>
                      </a:r>
                      <a:endParaRPr lang="en-US" altLang="zh-CN" sz="1400" b="1" i="0" u="none" strike="noStrike">
                        <a:solidFill>
                          <a:schemeClr val="bg1"/>
                        </a:solidFill>
                        <a:effectLst/>
                        <a:latin typeface="微软雅黑" panose="020B0503020204020204" pitchFamily="34" charset="-122"/>
                        <a:ea typeface="微软雅黑" panose="020B0503020204020204" pitchFamily="34" charset="-122"/>
                      </a:endParaRPr>
                    </a:p>
                  </a:txBody>
                  <a:tcPr marL="4686" marR="4686" marT="4686"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2E75B6"/>
                    </a:solidFill>
                  </a:tcPr>
                </a:tc>
                <a:tc>
                  <a:txBody>
                    <a:bodyPr/>
                    <a:lstStyle/>
                    <a:p>
                      <a:pPr algn="ctr" fontAlgn="ctr"/>
                      <a:r>
                        <a:rPr lang="zh-CN" altLang="en-US" sz="1400" u="none" strike="noStrike">
                          <a:solidFill>
                            <a:schemeClr val="bg1"/>
                          </a:solidFill>
                          <a:effectLst/>
                          <a:latin typeface="微软雅黑" panose="020B0503020204020204" pitchFamily="34" charset="-122"/>
                          <a:ea typeface="微软雅黑" panose="020B0503020204020204" pitchFamily="34" charset="-122"/>
                        </a:rPr>
                        <a:t>充电量</a:t>
                      </a:r>
                      <a:r>
                        <a:rPr lang="en-US" altLang="zh-CN" sz="1400" u="none" strike="noStrike">
                          <a:solidFill>
                            <a:schemeClr val="bg1"/>
                          </a:solidFill>
                          <a:effectLst/>
                          <a:latin typeface="微软雅黑" panose="020B0503020204020204" pitchFamily="34" charset="-122"/>
                          <a:ea typeface="微软雅黑" panose="020B0503020204020204" pitchFamily="34" charset="-122"/>
                        </a:rPr>
                        <a:t>(</a:t>
                      </a:r>
                      <a:r>
                        <a:rPr lang="en-US" sz="1400" u="none" strike="noStrike">
                          <a:solidFill>
                            <a:schemeClr val="bg1"/>
                          </a:solidFill>
                          <a:effectLst/>
                          <a:latin typeface="微软雅黑" panose="020B0503020204020204" pitchFamily="34" charset="-122"/>
                          <a:ea typeface="微软雅黑" panose="020B0503020204020204" pitchFamily="34" charset="-122"/>
                        </a:rPr>
                        <a:t>MWh)</a:t>
                      </a:r>
                      <a:endParaRPr lang="en-US" sz="1400" b="1" i="0" u="none" strike="noStrike">
                        <a:solidFill>
                          <a:schemeClr val="bg1"/>
                        </a:solidFill>
                        <a:effectLst/>
                        <a:latin typeface="微软雅黑" panose="020B0503020204020204" pitchFamily="34" charset="-122"/>
                        <a:ea typeface="微软雅黑" panose="020B0503020204020204" pitchFamily="34" charset="-122"/>
                      </a:endParaRPr>
                    </a:p>
                  </a:txBody>
                  <a:tcPr marL="4686" marR="4686" marT="4686"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2E75B6"/>
                    </a:solidFill>
                  </a:tcPr>
                </a:tc>
                <a:tc>
                  <a:txBody>
                    <a:bodyPr/>
                    <a:lstStyle/>
                    <a:p>
                      <a:pPr algn="ctr" fontAlgn="ctr"/>
                      <a:r>
                        <a:rPr lang="zh-CN" altLang="en-US" sz="1400" u="none" strike="noStrike">
                          <a:solidFill>
                            <a:schemeClr val="bg1"/>
                          </a:solidFill>
                          <a:effectLst/>
                          <a:latin typeface="微软雅黑" panose="020B0503020204020204" pitchFamily="34" charset="-122"/>
                          <a:ea typeface="微软雅黑" panose="020B0503020204020204" pitchFamily="34" charset="-122"/>
                        </a:rPr>
                        <a:t>放电量</a:t>
                      </a:r>
                      <a:r>
                        <a:rPr lang="en-US" altLang="zh-CN" sz="1400" u="none" strike="noStrike">
                          <a:solidFill>
                            <a:schemeClr val="bg1"/>
                          </a:solidFill>
                          <a:effectLst/>
                          <a:latin typeface="微软雅黑" panose="020B0503020204020204" pitchFamily="34" charset="-122"/>
                          <a:ea typeface="微软雅黑" panose="020B0503020204020204" pitchFamily="34" charset="-122"/>
                        </a:rPr>
                        <a:t>(</a:t>
                      </a:r>
                      <a:r>
                        <a:rPr lang="en-US" sz="1400" u="none" strike="noStrike">
                          <a:solidFill>
                            <a:schemeClr val="bg1"/>
                          </a:solidFill>
                          <a:effectLst/>
                          <a:latin typeface="微软雅黑" panose="020B0503020204020204" pitchFamily="34" charset="-122"/>
                          <a:ea typeface="微软雅黑" panose="020B0503020204020204" pitchFamily="34" charset="-122"/>
                        </a:rPr>
                        <a:t>MWh)</a:t>
                      </a:r>
                      <a:endParaRPr lang="en-US" sz="1400" b="1" i="0" u="none" strike="noStrike">
                        <a:solidFill>
                          <a:schemeClr val="bg1"/>
                        </a:solidFill>
                        <a:effectLst/>
                        <a:latin typeface="微软雅黑" panose="020B0503020204020204" pitchFamily="34" charset="-122"/>
                        <a:ea typeface="微软雅黑" panose="020B0503020204020204" pitchFamily="34" charset="-122"/>
                      </a:endParaRPr>
                    </a:p>
                  </a:txBody>
                  <a:tcPr marL="4686" marR="4686" marT="4686"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2E75B6"/>
                    </a:solidFill>
                  </a:tcPr>
                </a:tc>
                <a:tc>
                  <a:txBody>
                    <a:bodyPr/>
                    <a:lstStyle/>
                    <a:p>
                      <a:pPr algn="ctr" fontAlgn="ctr"/>
                      <a:r>
                        <a:rPr lang="zh-CN" altLang="en-US" sz="1400" u="none" strike="noStrike">
                          <a:solidFill>
                            <a:schemeClr val="bg1"/>
                          </a:solidFill>
                          <a:effectLst/>
                          <a:latin typeface="微软雅黑" panose="020B0503020204020204" pitchFamily="34" charset="-122"/>
                          <a:ea typeface="微软雅黑" panose="020B0503020204020204" pitchFamily="34" charset="-122"/>
                        </a:rPr>
                        <a:t>收益</a:t>
                      </a:r>
                      <a:r>
                        <a:rPr lang="en-US" altLang="zh-CN" sz="1400" u="none" strike="noStrike">
                          <a:solidFill>
                            <a:schemeClr val="bg1"/>
                          </a:solidFill>
                          <a:effectLst/>
                          <a:latin typeface="微软雅黑" panose="020B0503020204020204" pitchFamily="34" charset="-122"/>
                          <a:ea typeface="微软雅黑" panose="020B0503020204020204" pitchFamily="34" charset="-122"/>
                        </a:rPr>
                        <a:t>(</a:t>
                      </a:r>
                      <a:r>
                        <a:rPr lang="zh-CN" altLang="en-US" sz="1400" u="none" strike="noStrike">
                          <a:solidFill>
                            <a:schemeClr val="bg1"/>
                          </a:solidFill>
                          <a:effectLst/>
                          <a:latin typeface="微软雅黑" panose="020B0503020204020204" pitchFamily="34" charset="-122"/>
                          <a:ea typeface="微软雅黑" panose="020B0503020204020204" pitchFamily="34" charset="-122"/>
                        </a:rPr>
                        <a:t>万元</a:t>
                      </a:r>
                      <a:r>
                        <a:rPr lang="en-US" altLang="zh-CN" sz="1400" u="none" strike="noStrike">
                          <a:solidFill>
                            <a:schemeClr val="bg1"/>
                          </a:solidFill>
                          <a:effectLst/>
                          <a:latin typeface="微软雅黑" panose="020B0503020204020204" pitchFamily="34" charset="-122"/>
                          <a:ea typeface="微软雅黑" panose="020B0503020204020204" pitchFamily="34" charset="-122"/>
                        </a:rPr>
                        <a:t>)</a:t>
                      </a:r>
                      <a:endParaRPr lang="en-US" altLang="zh-CN" sz="1400" b="1" i="0" u="none" strike="noStrike">
                        <a:solidFill>
                          <a:schemeClr val="bg1"/>
                        </a:solidFill>
                        <a:effectLst/>
                        <a:latin typeface="微软雅黑" panose="020B0503020204020204" pitchFamily="34" charset="-122"/>
                        <a:ea typeface="微软雅黑" panose="020B0503020204020204" pitchFamily="34" charset="-122"/>
                      </a:endParaRPr>
                    </a:p>
                  </a:txBody>
                  <a:tcPr marL="4686" marR="4686" marT="4686"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2E75B6"/>
                    </a:solidFill>
                  </a:tcPr>
                </a:tc>
                <a:tc>
                  <a:txBody>
                    <a:bodyPr/>
                    <a:lstStyle/>
                    <a:p>
                      <a:pPr algn="ctr" fontAlgn="ctr"/>
                      <a:r>
                        <a:rPr lang="zh-CN" altLang="en-US" sz="1400" u="none" strike="noStrike">
                          <a:solidFill>
                            <a:schemeClr val="bg1"/>
                          </a:solidFill>
                          <a:effectLst/>
                          <a:latin typeface="微软雅黑" panose="020B0503020204020204" pitchFamily="34" charset="-122"/>
                          <a:ea typeface="微软雅黑" panose="020B0503020204020204" pitchFamily="34" charset="-122"/>
                        </a:rPr>
                        <a:t>充电量</a:t>
                      </a:r>
                      <a:r>
                        <a:rPr lang="en-US" altLang="zh-CN" sz="1400" u="none" strike="noStrike">
                          <a:solidFill>
                            <a:schemeClr val="bg1"/>
                          </a:solidFill>
                          <a:effectLst/>
                          <a:latin typeface="微软雅黑" panose="020B0503020204020204" pitchFamily="34" charset="-122"/>
                          <a:ea typeface="微软雅黑" panose="020B0503020204020204" pitchFamily="34" charset="-122"/>
                        </a:rPr>
                        <a:t>(</a:t>
                      </a:r>
                      <a:r>
                        <a:rPr lang="en-US" sz="1400" u="none" strike="noStrike">
                          <a:solidFill>
                            <a:schemeClr val="bg1"/>
                          </a:solidFill>
                          <a:effectLst/>
                          <a:latin typeface="微软雅黑" panose="020B0503020204020204" pitchFamily="34" charset="-122"/>
                          <a:ea typeface="微软雅黑" panose="020B0503020204020204" pitchFamily="34" charset="-122"/>
                        </a:rPr>
                        <a:t>MWh)</a:t>
                      </a:r>
                      <a:endParaRPr lang="en-US" sz="1400" b="1" i="0" u="none" strike="noStrike">
                        <a:solidFill>
                          <a:schemeClr val="bg1"/>
                        </a:solidFill>
                        <a:effectLst/>
                        <a:latin typeface="微软雅黑" panose="020B0503020204020204" pitchFamily="34" charset="-122"/>
                        <a:ea typeface="微软雅黑" panose="020B0503020204020204" pitchFamily="34" charset="-122"/>
                      </a:endParaRPr>
                    </a:p>
                  </a:txBody>
                  <a:tcPr marL="4686" marR="4686" marT="4686"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2E75B6"/>
                    </a:solidFill>
                  </a:tcPr>
                </a:tc>
                <a:tc>
                  <a:txBody>
                    <a:bodyPr/>
                    <a:lstStyle/>
                    <a:p>
                      <a:pPr algn="ctr" fontAlgn="ctr"/>
                      <a:r>
                        <a:rPr lang="zh-CN" altLang="en-US" sz="1400" u="none" strike="noStrike">
                          <a:solidFill>
                            <a:schemeClr val="bg1"/>
                          </a:solidFill>
                          <a:effectLst/>
                          <a:latin typeface="微软雅黑" panose="020B0503020204020204" pitchFamily="34" charset="-122"/>
                          <a:ea typeface="微软雅黑" panose="020B0503020204020204" pitchFamily="34" charset="-122"/>
                        </a:rPr>
                        <a:t>放电量</a:t>
                      </a:r>
                      <a:r>
                        <a:rPr lang="en-US" altLang="zh-CN" sz="1400" u="none" strike="noStrike">
                          <a:solidFill>
                            <a:schemeClr val="bg1"/>
                          </a:solidFill>
                          <a:effectLst/>
                          <a:latin typeface="微软雅黑" panose="020B0503020204020204" pitchFamily="34" charset="-122"/>
                          <a:ea typeface="微软雅黑" panose="020B0503020204020204" pitchFamily="34" charset="-122"/>
                        </a:rPr>
                        <a:t>(</a:t>
                      </a:r>
                      <a:r>
                        <a:rPr lang="en-US" sz="1400" u="none" strike="noStrike">
                          <a:solidFill>
                            <a:schemeClr val="bg1"/>
                          </a:solidFill>
                          <a:effectLst/>
                          <a:latin typeface="微软雅黑" panose="020B0503020204020204" pitchFamily="34" charset="-122"/>
                          <a:ea typeface="微软雅黑" panose="020B0503020204020204" pitchFamily="34" charset="-122"/>
                        </a:rPr>
                        <a:t>MWh)</a:t>
                      </a:r>
                      <a:endParaRPr lang="en-US" sz="1400" b="1" i="0" u="none" strike="noStrike">
                        <a:solidFill>
                          <a:schemeClr val="bg1"/>
                        </a:solidFill>
                        <a:effectLst/>
                        <a:latin typeface="微软雅黑" panose="020B0503020204020204" pitchFamily="34" charset="-122"/>
                        <a:ea typeface="微软雅黑" panose="020B0503020204020204" pitchFamily="34" charset="-122"/>
                      </a:endParaRPr>
                    </a:p>
                  </a:txBody>
                  <a:tcPr marL="4686" marR="4686" marT="4686"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2E75B6"/>
                    </a:solidFill>
                  </a:tcPr>
                </a:tc>
                <a:extLst>
                  <a:ext uri="{0D108BD9-81ED-4DB2-BD59-A6C34878D82A}">
                    <a16:rowId xmlns:a16="http://schemas.microsoft.com/office/drawing/2014/main" val="1364611432"/>
                  </a:ext>
                </a:extLst>
              </a:tr>
              <a:tr h="562738">
                <a:tc>
                  <a:txBody>
                    <a:bodyPr/>
                    <a:lstStyle/>
                    <a:p>
                      <a:pPr algn="ctr" fontAlgn="ctr"/>
                      <a:r>
                        <a:rPr lang="zh-CN" altLang="en-US" sz="1200" b="1" u="none" strike="noStrike">
                          <a:solidFill>
                            <a:schemeClr val="tx1"/>
                          </a:solidFill>
                          <a:effectLst/>
                          <a:latin typeface="微软雅黑" panose="020B0503020204020204" pitchFamily="34" charset="-122"/>
                          <a:ea typeface="微软雅黑" panose="020B0503020204020204" pitchFamily="34" charset="-122"/>
                        </a:rPr>
                        <a:t>实时出清收益</a:t>
                      </a:r>
                      <a:endParaRPr lang="zh-CN" altLang="en-US" sz="1200" b="1" i="0" u="none" strike="noStrike">
                        <a:solidFill>
                          <a:schemeClr val="tx1"/>
                        </a:solidFill>
                        <a:effectLst/>
                        <a:latin typeface="微软雅黑" panose="020B0503020204020204" pitchFamily="34" charset="-122"/>
                        <a:ea typeface="微软雅黑" panose="020B0503020204020204" pitchFamily="34" charset="-122"/>
                      </a:endParaRPr>
                    </a:p>
                  </a:txBody>
                  <a:tcPr marL="4686" marR="4686" marT="4686"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altLang="zh-CN" sz="1200" b="1" i="0" u="none" strike="noStrike">
                          <a:solidFill>
                            <a:schemeClr val="tx1"/>
                          </a:solidFill>
                          <a:effectLst/>
                          <a:latin typeface="微软雅黑" panose="020B0503020204020204" pitchFamily="34" charset="-122"/>
                          <a:ea typeface="微软雅黑" panose="020B0503020204020204" pitchFamily="34" charset="-122"/>
                        </a:rPr>
                        <a:t>715.44</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200" b="0" i="0" u="none" strike="noStrike" kern="1200">
                          <a:solidFill>
                            <a:schemeClr val="tx1"/>
                          </a:solidFill>
                          <a:effectLst/>
                          <a:latin typeface="微软雅黑" panose="020B0503020204020204" pitchFamily="34" charset="-122"/>
                          <a:ea typeface="微软雅黑" panose="020B0503020204020204" pitchFamily="34" charset="-122"/>
                          <a:cs typeface="+mn-cs"/>
                        </a:rPr>
                        <a:t>16,450.65 </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200" b="0" i="0" u="none" strike="noStrike" kern="1200">
                          <a:solidFill>
                            <a:schemeClr val="tx1"/>
                          </a:solidFill>
                          <a:effectLst/>
                          <a:latin typeface="微软雅黑" panose="020B0503020204020204" pitchFamily="34" charset="-122"/>
                          <a:ea typeface="微软雅黑" panose="020B0503020204020204" pitchFamily="34" charset="-122"/>
                          <a:cs typeface="+mn-cs"/>
                        </a:rPr>
                        <a:t>15,218.74 </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altLang="zh-CN" sz="1200" b="1" i="0" u="none" strike="noStrike" kern="1200">
                          <a:solidFill>
                            <a:schemeClr val="tx1"/>
                          </a:solidFill>
                          <a:effectLst/>
                          <a:latin typeface="微软雅黑" panose="020B0503020204020204" pitchFamily="34" charset="-122"/>
                          <a:ea typeface="微软雅黑" panose="020B0503020204020204" pitchFamily="34" charset="-122"/>
                          <a:cs typeface="+mn-cs"/>
                        </a:rPr>
                        <a:t>673.37</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b" latinLnBrk="0" hangingPunct="1"/>
                      <a:r>
                        <a:rPr lang="en-US" altLang="zh-CN" sz="1200" b="0" i="0" u="none" strike="noStrike" kern="1200">
                          <a:solidFill>
                            <a:schemeClr val="tx1"/>
                          </a:solidFill>
                          <a:effectLst/>
                          <a:latin typeface="微软雅黑" panose="020B0503020204020204" pitchFamily="34" charset="-122"/>
                          <a:ea typeface="微软雅黑" panose="020B0503020204020204" pitchFamily="34" charset="-122"/>
                          <a:cs typeface="+mn-cs"/>
                        </a:rPr>
                        <a:t>15992.166 </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b" latinLnBrk="0" hangingPunct="1"/>
                      <a:r>
                        <a:rPr lang="en-US" altLang="zh-CN" sz="1200" b="0" i="0" u="none" strike="noStrike" kern="1200">
                          <a:solidFill>
                            <a:schemeClr val="tx1"/>
                          </a:solidFill>
                          <a:effectLst/>
                          <a:latin typeface="微软雅黑" panose="020B0503020204020204" pitchFamily="34" charset="-122"/>
                          <a:ea typeface="微软雅黑" panose="020B0503020204020204" pitchFamily="34" charset="-122"/>
                          <a:cs typeface="+mn-cs"/>
                        </a:rPr>
                        <a:t>14534.399</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altLang="zh-CN" sz="1200" b="1" i="0" u="none" strike="noStrike" kern="1200">
                          <a:solidFill>
                            <a:schemeClr val="tx1"/>
                          </a:solidFill>
                          <a:effectLst/>
                          <a:latin typeface="微软雅黑" panose="020B0503020204020204" pitchFamily="34" charset="-122"/>
                          <a:ea typeface="微软雅黑" panose="020B0503020204020204" pitchFamily="34" charset="-122"/>
                          <a:cs typeface="+mn-cs"/>
                        </a:rPr>
                        <a:t>750.64</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b" latinLnBrk="0" hangingPunct="1"/>
                      <a:r>
                        <a:rPr lang="en-US" altLang="zh-CN" sz="1200" b="0" i="0" u="none" strike="noStrike" kern="1200">
                          <a:solidFill>
                            <a:schemeClr val="tx1"/>
                          </a:solidFill>
                          <a:effectLst/>
                          <a:latin typeface="微软雅黑" panose="020B0503020204020204" pitchFamily="34" charset="-122"/>
                          <a:ea typeface="微软雅黑" panose="020B0503020204020204" pitchFamily="34" charset="-122"/>
                          <a:cs typeface="+mn-cs"/>
                        </a:rPr>
                        <a:t>17614.38</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b" latinLnBrk="0" hangingPunct="1"/>
                      <a:r>
                        <a:rPr lang="en-US" altLang="zh-CN" sz="1200" b="0" i="0" u="none" strike="noStrike" kern="1200">
                          <a:solidFill>
                            <a:schemeClr val="tx1"/>
                          </a:solidFill>
                          <a:effectLst/>
                          <a:latin typeface="微软雅黑" panose="020B0503020204020204" pitchFamily="34" charset="-122"/>
                          <a:ea typeface="微软雅黑" panose="020B0503020204020204" pitchFamily="34" charset="-122"/>
                          <a:cs typeface="+mn-cs"/>
                        </a:rPr>
                        <a:t>15979.98</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28136202"/>
                  </a:ext>
                </a:extLst>
              </a:tr>
              <a:tr h="562738">
                <a:tc>
                  <a:txBody>
                    <a:bodyPr/>
                    <a:lstStyle/>
                    <a:p>
                      <a:pPr algn="ctr" fontAlgn="ctr"/>
                      <a:r>
                        <a:rPr lang="zh-CN" altLang="en-US" sz="1200" b="1" u="none" strike="noStrike">
                          <a:solidFill>
                            <a:schemeClr val="tx1"/>
                          </a:solidFill>
                          <a:effectLst/>
                          <a:latin typeface="微软雅黑" panose="020B0503020204020204" pitchFamily="34" charset="-122"/>
                          <a:ea typeface="微软雅黑" panose="020B0503020204020204" pitchFamily="34" charset="-122"/>
                        </a:rPr>
                        <a:t>实际执行收益</a:t>
                      </a:r>
                      <a:endParaRPr lang="zh-CN" altLang="en-US" sz="1200" b="1" i="0" u="none" strike="noStrike">
                        <a:solidFill>
                          <a:schemeClr val="tx1"/>
                        </a:solidFill>
                        <a:effectLst/>
                        <a:latin typeface="微软雅黑" panose="020B0503020204020204" pitchFamily="34" charset="-122"/>
                        <a:ea typeface="微软雅黑" panose="020B0503020204020204" pitchFamily="34" charset="-122"/>
                      </a:endParaRPr>
                    </a:p>
                  </a:txBody>
                  <a:tcPr marL="4686" marR="4686" marT="4686"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altLang="zh-CN" sz="1200" b="0" i="0" u="none" strike="noStrike">
                          <a:solidFill>
                            <a:schemeClr val="tx1"/>
                          </a:solidFill>
                          <a:effectLst/>
                          <a:latin typeface="微软雅黑" panose="020B0503020204020204" pitchFamily="34" charset="-122"/>
                          <a:ea typeface="微软雅黑" panose="020B0503020204020204" pitchFamily="34" charset="-122"/>
                        </a:rPr>
                        <a:t>609.05 </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altLang="zh-CN" sz="1200" b="0" i="0" u="none" strike="noStrike" kern="1200">
                          <a:solidFill>
                            <a:schemeClr val="tx1"/>
                          </a:solidFill>
                          <a:effectLst/>
                          <a:latin typeface="微软雅黑" panose="020B0503020204020204" pitchFamily="34" charset="-122"/>
                          <a:ea typeface="微软雅黑" panose="020B0503020204020204" pitchFamily="34" charset="-122"/>
                          <a:cs typeface="+mn-cs"/>
                        </a:rPr>
                        <a:t>14,498.04 </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altLang="zh-CN" sz="1200" b="0" i="0" u="none" strike="noStrike" kern="1200">
                          <a:solidFill>
                            <a:schemeClr val="tx1"/>
                          </a:solidFill>
                          <a:effectLst/>
                          <a:latin typeface="微软雅黑" panose="020B0503020204020204" pitchFamily="34" charset="-122"/>
                          <a:ea typeface="微软雅黑" panose="020B0503020204020204" pitchFamily="34" charset="-122"/>
                          <a:cs typeface="+mn-cs"/>
                        </a:rPr>
                        <a:t>13,154.81 </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altLang="zh-CN" sz="1200" b="0" i="0" u="none" strike="noStrike" kern="1200">
                          <a:solidFill>
                            <a:schemeClr val="tx1"/>
                          </a:solidFill>
                          <a:effectLst/>
                          <a:latin typeface="微软雅黑" panose="020B0503020204020204" pitchFamily="34" charset="-122"/>
                          <a:ea typeface="微软雅黑" panose="020B0503020204020204" pitchFamily="34" charset="-122"/>
                          <a:cs typeface="+mn-cs"/>
                        </a:rPr>
                        <a:t>582.65</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altLang="zh-CN" sz="1200" b="0" i="0" u="none" strike="noStrike" kern="1200">
                          <a:solidFill>
                            <a:schemeClr val="tx1"/>
                          </a:solidFill>
                          <a:effectLst/>
                          <a:latin typeface="微软雅黑" panose="020B0503020204020204" pitchFamily="34" charset="-122"/>
                          <a:ea typeface="微软雅黑" panose="020B0503020204020204" pitchFamily="34" charset="-122"/>
                          <a:cs typeface="+mn-cs"/>
                        </a:rPr>
                        <a:t>14537.61</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altLang="zh-CN" sz="1200" b="0" i="0" u="none" strike="noStrike" kern="1200">
                          <a:solidFill>
                            <a:schemeClr val="tx1"/>
                          </a:solidFill>
                          <a:effectLst/>
                          <a:latin typeface="微软雅黑" panose="020B0503020204020204" pitchFamily="34" charset="-122"/>
                          <a:ea typeface="微软雅黑" panose="020B0503020204020204" pitchFamily="34" charset="-122"/>
                          <a:cs typeface="+mn-cs"/>
                        </a:rPr>
                        <a:t>12778.28</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altLang="zh-CN" sz="1200" b="0" i="0" u="none" strike="noStrike" kern="1200">
                          <a:solidFill>
                            <a:schemeClr val="tx1"/>
                          </a:solidFill>
                          <a:effectLst/>
                          <a:latin typeface="微软雅黑" panose="020B0503020204020204" pitchFamily="34" charset="-122"/>
                          <a:ea typeface="微软雅黑" panose="020B0503020204020204" pitchFamily="34" charset="-122"/>
                          <a:cs typeface="+mn-cs"/>
                        </a:rPr>
                        <a:t>704.49</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altLang="zh-CN" sz="1200" b="0" i="0" u="none" strike="noStrike" kern="1200">
                          <a:solidFill>
                            <a:schemeClr val="tx1"/>
                          </a:solidFill>
                          <a:effectLst/>
                          <a:latin typeface="微软雅黑" panose="020B0503020204020204" pitchFamily="34" charset="-122"/>
                          <a:ea typeface="微软雅黑" panose="020B0503020204020204" pitchFamily="34" charset="-122"/>
                          <a:cs typeface="+mn-cs"/>
                        </a:rPr>
                        <a:t>15742.79</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altLang="zh-CN" sz="1200" b="0" i="0" u="none" strike="noStrike" kern="1200">
                          <a:solidFill>
                            <a:schemeClr val="tx1"/>
                          </a:solidFill>
                          <a:effectLst/>
                          <a:latin typeface="微软雅黑" panose="020B0503020204020204" pitchFamily="34" charset="-122"/>
                          <a:ea typeface="微软雅黑" panose="020B0503020204020204" pitchFamily="34" charset="-122"/>
                          <a:cs typeface="+mn-cs"/>
                        </a:rPr>
                        <a:t>14373.61</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6141358"/>
                  </a:ext>
                </a:extLst>
              </a:tr>
              <a:tr h="562738">
                <a:tc>
                  <a:txBody>
                    <a:bodyPr/>
                    <a:lstStyle/>
                    <a:p>
                      <a:pPr algn="ctr" fontAlgn="ctr"/>
                      <a:r>
                        <a:rPr lang="zh-CN" altLang="en-US" sz="1200" b="1" u="none" strike="noStrike">
                          <a:solidFill>
                            <a:schemeClr val="tx1"/>
                          </a:solidFill>
                          <a:effectLst/>
                          <a:latin typeface="微软雅黑" panose="020B0503020204020204" pitchFamily="34" charset="-122"/>
                          <a:ea typeface="微软雅黑" panose="020B0503020204020204" pitchFamily="34" charset="-122"/>
                        </a:rPr>
                        <a:t>执行偏差</a:t>
                      </a:r>
                      <a:endParaRPr lang="zh-CN" altLang="en-US" sz="1200" b="1" i="0" u="none" strike="noStrike">
                        <a:solidFill>
                          <a:schemeClr val="tx1"/>
                        </a:solidFill>
                        <a:effectLst/>
                        <a:latin typeface="微软雅黑" panose="020B0503020204020204" pitchFamily="34" charset="-122"/>
                        <a:ea typeface="微软雅黑" panose="020B0503020204020204" pitchFamily="34" charset="-122"/>
                      </a:endParaRPr>
                    </a:p>
                  </a:txBody>
                  <a:tcPr marL="4686" marR="4686" marT="4686"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altLang="zh-CN" sz="1200" b="1" i="0" u="none" strike="noStrike" kern="1200">
                          <a:solidFill>
                            <a:srgbClr val="C00000"/>
                          </a:solidFill>
                          <a:effectLst/>
                          <a:latin typeface="微软雅黑" panose="020B0503020204020204" pitchFamily="34" charset="-122"/>
                          <a:ea typeface="微软雅黑" panose="020B0503020204020204" pitchFamily="34" charset="-122"/>
                          <a:cs typeface="+mn-cs"/>
                        </a:rPr>
                        <a:t>-106.40</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altLang="zh-CN" sz="1200" b="0" i="0" u="none" strike="noStrike" kern="1200">
                          <a:solidFill>
                            <a:schemeClr val="tx1"/>
                          </a:solidFill>
                          <a:effectLst/>
                          <a:latin typeface="微软雅黑" panose="020B0503020204020204" pitchFamily="34" charset="-122"/>
                          <a:ea typeface="微软雅黑" panose="020B0503020204020204" pitchFamily="34" charset="-122"/>
                          <a:cs typeface="+mn-cs"/>
                        </a:rPr>
                        <a:t>-1,952.61 </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altLang="zh-CN" sz="1200" b="0" i="0" u="none" strike="noStrike" kern="1200">
                          <a:solidFill>
                            <a:schemeClr val="tx1"/>
                          </a:solidFill>
                          <a:effectLst/>
                          <a:latin typeface="微软雅黑" panose="020B0503020204020204" pitchFamily="34" charset="-122"/>
                          <a:ea typeface="微软雅黑" panose="020B0503020204020204" pitchFamily="34" charset="-122"/>
                          <a:cs typeface="+mn-cs"/>
                        </a:rPr>
                        <a:t>-2,063.93 </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altLang="zh-CN" sz="1200" b="1" i="0" u="none" strike="noStrike" kern="1200">
                          <a:solidFill>
                            <a:srgbClr val="00B050"/>
                          </a:solidFill>
                          <a:effectLst/>
                          <a:latin typeface="微软雅黑" panose="020B0503020204020204" pitchFamily="34" charset="-122"/>
                          <a:ea typeface="微软雅黑" panose="020B0503020204020204" pitchFamily="34" charset="-122"/>
                          <a:cs typeface="+mn-cs"/>
                        </a:rPr>
                        <a:t>-90.72</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altLang="zh-CN" sz="1200" b="0" i="0" u="none" strike="noStrike" kern="1200">
                          <a:solidFill>
                            <a:schemeClr val="tx1"/>
                          </a:solidFill>
                          <a:effectLst/>
                          <a:latin typeface="微软雅黑" panose="020B0503020204020204" pitchFamily="34" charset="-122"/>
                          <a:ea typeface="微软雅黑" panose="020B0503020204020204" pitchFamily="34" charset="-122"/>
                          <a:cs typeface="+mn-cs"/>
                        </a:rPr>
                        <a:t>-1,454.56</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altLang="zh-CN" sz="1200" b="0" i="0" u="none" strike="noStrike" kern="1200">
                          <a:solidFill>
                            <a:schemeClr val="tx1"/>
                          </a:solidFill>
                          <a:effectLst/>
                          <a:latin typeface="微软雅黑" panose="020B0503020204020204" pitchFamily="34" charset="-122"/>
                          <a:ea typeface="微软雅黑" panose="020B0503020204020204" pitchFamily="34" charset="-122"/>
                          <a:cs typeface="+mn-cs"/>
                        </a:rPr>
                        <a:t>-1,756.12</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altLang="zh-CN" sz="1200" b="1" i="0" u="none" strike="noStrike" kern="1200">
                          <a:solidFill>
                            <a:srgbClr val="00B050"/>
                          </a:solidFill>
                          <a:effectLst/>
                          <a:latin typeface="微软雅黑" panose="020B0503020204020204" pitchFamily="34" charset="-122"/>
                          <a:ea typeface="微软雅黑" panose="020B0503020204020204" pitchFamily="34" charset="-122"/>
                          <a:cs typeface="+mn-cs"/>
                        </a:rPr>
                        <a:t>-46.15</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altLang="zh-CN" sz="1200" b="0" i="0" u="none" strike="noStrike" kern="1200">
                          <a:solidFill>
                            <a:schemeClr val="tx1"/>
                          </a:solidFill>
                          <a:effectLst/>
                          <a:latin typeface="微软雅黑" panose="020B0503020204020204" pitchFamily="34" charset="-122"/>
                          <a:ea typeface="微软雅黑" panose="020B0503020204020204" pitchFamily="34" charset="-122"/>
                          <a:cs typeface="+mn-cs"/>
                        </a:rPr>
                        <a:t>-1871.59</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altLang="zh-CN" sz="1200" b="0" i="0" u="none" strike="noStrike" kern="1200">
                          <a:solidFill>
                            <a:schemeClr val="tx1"/>
                          </a:solidFill>
                          <a:effectLst/>
                          <a:latin typeface="微软雅黑" panose="020B0503020204020204" pitchFamily="34" charset="-122"/>
                          <a:ea typeface="微软雅黑" panose="020B0503020204020204" pitchFamily="34" charset="-122"/>
                          <a:cs typeface="+mn-cs"/>
                        </a:rPr>
                        <a:t>-1606.37</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18136032"/>
                  </a:ext>
                </a:extLst>
              </a:tr>
            </a:tbl>
          </a:graphicData>
        </a:graphic>
      </p:graphicFrame>
    </p:spTree>
    <p:extLst>
      <p:ext uri="{BB962C8B-B14F-4D97-AF65-F5344CB8AC3E}">
        <p14:creationId xmlns:p14="http://schemas.microsoft.com/office/powerpoint/2010/main" val="39116026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D5AE4-D1E6-03D9-C881-4A80792C928D}"/>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AD04C4D3-E741-59C1-CF8C-4F5F950965AE}"/>
              </a:ext>
            </a:extLst>
          </p:cNvPr>
          <p:cNvSpPr/>
          <p:nvPr/>
        </p:nvSpPr>
        <p:spPr>
          <a:xfrm>
            <a:off x="0" y="0"/>
            <a:ext cx="12192000" cy="574177"/>
          </a:xfrm>
          <a:prstGeom prst="rect">
            <a:avLst/>
          </a:prstGeom>
          <a:solidFill>
            <a:srgbClr val="3B3B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DengXian"/>
              <a:ea typeface="DengXian" panose="02010600030101010101" pitchFamily="2" charset="-122"/>
              <a:cs typeface="+mn-cs"/>
            </a:endParaRPr>
          </a:p>
        </p:txBody>
      </p:sp>
      <p:sp>
        <p:nvSpPr>
          <p:cNvPr id="3" name="文本框 2">
            <a:extLst>
              <a:ext uri="{FF2B5EF4-FFF2-40B4-BE49-F238E27FC236}">
                <a16:creationId xmlns:a16="http://schemas.microsoft.com/office/drawing/2014/main" id="{B72A65A9-D619-0FFC-D3E6-6909771BAACB}"/>
              </a:ext>
            </a:extLst>
          </p:cNvPr>
          <p:cNvSpPr txBox="1"/>
          <p:nvPr/>
        </p:nvSpPr>
        <p:spPr>
          <a:xfrm>
            <a:off x="283884" y="621596"/>
            <a:ext cx="11624232" cy="72898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lang="zh-CN" altLang="en-US" b="1">
                <a:solidFill>
                  <a:prstClr val="black"/>
                </a:solidFill>
                <a:latin typeface="微软雅黑" panose="020B0503020204020204" pitchFamily="34" charset="-122"/>
                <a:ea typeface="微软雅黑" panose="020B0503020204020204" pitchFamily="34" charset="-122"/>
              </a:rPr>
              <a:t>为避免</a:t>
            </a:r>
            <a:r>
              <a:rPr lang="zh-CN" altLang="en-US" b="1">
                <a:solidFill>
                  <a:srgbClr val="C00000"/>
                </a:solidFill>
                <a:latin typeface="微软雅黑" panose="020B0503020204020204" pitchFamily="34" charset="-122"/>
                <a:ea typeface="微软雅黑" panose="020B0503020204020204" pitchFamily="34" charset="-122"/>
              </a:rPr>
              <a:t>设备过载</a:t>
            </a:r>
            <a:r>
              <a:rPr lang="zh-CN" altLang="en-US" b="1">
                <a:solidFill>
                  <a:prstClr val="black"/>
                </a:solidFill>
                <a:latin typeface="微软雅黑" panose="020B0503020204020204" pitchFamily="34" charset="-122"/>
                <a:ea typeface="微软雅黑" panose="020B0503020204020204" pitchFamily="34" charset="-122"/>
              </a:rPr>
              <a:t>导致消防风险，充放间需</a:t>
            </a:r>
            <a:r>
              <a:rPr lang="zh-CN" altLang="en-US" b="1">
                <a:solidFill>
                  <a:srgbClr val="C00000"/>
                </a:solidFill>
                <a:latin typeface="微软雅黑" panose="020B0503020204020204" pitchFamily="34" charset="-122"/>
                <a:ea typeface="微软雅黑" panose="020B0503020204020204" pitchFamily="34" charset="-122"/>
              </a:rPr>
              <a:t>静置</a:t>
            </a:r>
            <a:r>
              <a:rPr lang="en-US" altLang="zh-CN" b="1">
                <a:solidFill>
                  <a:srgbClr val="C00000"/>
                </a:solidFill>
                <a:latin typeface="微软雅黑" panose="020B0503020204020204" pitchFamily="34" charset="-122"/>
                <a:ea typeface="微软雅黑" panose="020B0503020204020204" pitchFamily="34" charset="-122"/>
              </a:rPr>
              <a:t>1</a:t>
            </a:r>
            <a:r>
              <a:rPr lang="zh-CN" altLang="en-US" b="1">
                <a:solidFill>
                  <a:srgbClr val="C00000"/>
                </a:solidFill>
                <a:latin typeface="微软雅黑" panose="020B0503020204020204" pitchFamily="34" charset="-122"/>
                <a:ea typeface="微软雅黑" panose="020B0503020204020204" pitchFamily="34" charset="-122"/>
              </a:rPr>
              <a:t>小时</a:t>
            </a:r>
            <a:r>
              <a:rPr lang="zh-CN" altLang="en-US" b="1">
                <a:solidFill>
                  <a:prstClr val="black"/>
                </a:solidFill>
                <a:latin typeface="微软雅黑" panose="020B0503020204020204" pitchFamily="34" charset="-122"/>
                <a:ea typeface="微软雅黑" panose="020B0503020204020204" pitchFamily="34" charset="-122"/>
              </a:rPr>
              <a:t>，且</a:t>
            </a:r>
            <a:r>
              <a:rPr lang="zh-CN" altLang="en-US" b="1">
                <a:solidFill>
                  <a:srgbClr val="C00000"/>
                </a:solidFill>
                <a:latin typeface="微软雅黑" panose="020B0503020204020204" pitchFamily="34" charset="-122"/>
                <a:ea typeface="微软雅黑" panose="020B0503020204020204" pitchFamily="34" charset="-122"/>
              </a:rPr>
              <a:t>功率限至</a:t>
            </a:r>
            <a:r>
              <a:rPr lang="en-US" altLang="zh-CN" b="1">
                <a:solidFill>
                  <a:srgbClr val="C00000"/>
                </a:solidFill>
                <a:latin typeface="微软雅黑" panose="020B0503020204020204" pitchFamily="34" charset="-122"/>
                <a:ea typeface="微软雅黑" panose="020B0503020204020204" pitchFamily="34" charset="-122"/>
              </a:rPr>
              <a:t>95MW</a:t>
            </a:r>
            <a:r>
              <a:rPr lang="zh-CN" altLang="en-US" b="1">
                <a:solidFill>
                  <a:prstClr val="black"/>
                </a:solidFill>
                <a:latin typeface="微软雅黑" panose="020B0503020204020204" pitchFamily="34" charset="-122"/>
                <a:ea typeface="微软雅黑" panose="020B0503020204020204" pitchFamily="34" charset="-122"/>
              </a:rPr>
              <a:t>（额定</a:t>
            </a:r>
            <a:r>
              <a:rPr lang="en-US" altLang="zh-CN" b="1">
                <a:solidFill>
                  <a:prstClr val="black"/>
                </a:solidFill>
                <a:latin typeface="微软雅黑" panose="020B0503020204020204" pitchFamily="34" charset="-122"/>
                <a:ea typeface="微软雅黑" panose="020B0503020204020204" pitchFamily="34" charset="-122"/>
              </a:rPr>
              <a:t>100MW</a:t>
            </a:r>
            <a:r>
              <a:rPr lang="zh-CN" altLang="en-US" b="1">
                <a:solidFill>
                  <a:prstClr val="black"/>
                </a:solidFill>
                <a:latin typeface="微软雅黑" panose="020B0503020204020204" pitchFamily="34" charset="-122"/>
                <a:ea typeface="微软雅黑" panose="020B0503020204020204" pitchFamily="34" charset="-122"/>
              </a:rPr>
              <a:t>），在红绿灯规则作用下被放大为系统性收益损失（体现在</a:t>
            </a:r>
            <a:r>
              <a:rPr lang="en-US" altLang="zh-CN" b="1">
                <a:solidFill>
                  <a:prstClr val="black"/>
                </a:solidFill>
                <a:latin typeface="微软雅黑" panose="020B0503020204020204" pitchFamily="34" charset="-122"/>
                <a:ea typeface="微软雅黑" panose="020B0503020204020204" pitchFamily="34" charset="-122"/>
              </a:rPr>
              <a:t>0.5C</a:t>
            </a:r>
            <a:r>
              <a:rPr lang="zh-CN" altLang="en-US" b="1">
                <a:solidFill>
                  <a:prstClr val="black"/>
                </a:solidFill>
                <a:latin typeface="微软雅黑" panose="020B0503020204020204" pitchFamily="34" charset="-122"/>
                <a:ea typeface="微软雅黑" panose="020B0503020204020204" pitchFamily="34" charset="-122"/>
              </a:rPr>
              <a:t>充放）</a:t>
            </a:r>
            <a:endParaRPr kumimoji="0" lang="zh-CN" altLang="en-US"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 name="文本框 3">
            <a:extLst>
              <a:ext uri="{FF2B5EF4-FFF2-40B4-BE49-F238E27FC236}">
                <a16:creationId xmlns:a16="http://schemas.microsoft.com/office/drawing/2014/main" id="{043A9F1D-2045-8603-FF8E-D27BEA28A3B9}"/>
              </a:ext>
            </a:extLst>
          </p:cNvPr>
          <p:cNvSpPr txBox="1"/>
          <p:nvPr/>
        </p:nvSpPr>
        <p:spPr>
          <a:xfrm>
            <a:off x="126998" y="102938"/>
            <a:ext cx="11624232" cy="369332"/>
          </a:xfrm>
          <a:prstGeom prst="rect">
            <a:avLst/>
          </a:prstGeom>
          <a:noFill/>
        </p:spPr>
        <p:txBody>
          <a:bodyPr wrap="square" rtlCol="0">
            <a:spAutoFit/>
          </a:bodyPr>
          <a:lstStyle/>
          <a:p>
            <a:pPr lvl="0">
              <a:defRPr/>
            </a:pPr>
            <a:r>
              <a:rPr kumimoji="0" lang="en-US" altLang="zh-CN"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3. </a:t>
            </a:r>
            <a:r>
              <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当前蒙西</a:t>
            </a:r>
            <a:r>
              <a:rPr lang="zh-CN" altLang="en-US">
                <a:solidFill>
                  <a:prstClr val="white"/>
                </a:solidFill>
                <a:latin typeface="微软雅黑" panose="020B0503020204020204" pitchFamily="34" charset="-122"/>
                <a:ea typeface="微软雅黑" panose="020B0503020204020204" pitchFamily="34" charset="-122"/>
              </a:rPr>
              <a:t>各场站运营问题与应对方式</a:t>
            </a:r>
            <a:r>
              <a:rPr lang="en-US" altLang="zh-CN">
                <a:solidFill>
                  <a:schemeClr val="accent4">
                    <a:lumMod val="20000"/>
                    <a:lumOff val="80000"/>
                  </a:schemeClr>
                </a:solidFill>
                <a:latin typeface="微软雅黑" panose="020B0503020204020204" pitchFamily="34" charset="-122"/>
                <a:ea typeface="微软雅黑" panose="020B0503020204020204" pitchFamily="34" charset="-122"/>
              </a:rPr>
              <a:t>–</a:t>
            </a:r>
            <a:r>
              <a:rPr lang="zh-CN" altLang="en-US">
                <a:solidFill>
                  <a:schemeClr val="accent4">
                    <a:lumMod val="20000"/>
                    <a:lumOff val="80000"/>
                  </a:schemeClr>
                </a:solidFill>
                <a:latin typeface="微软雅黑" panose="020B0503020204020204" pitchFamily="34" charset="-122"/>
                <a:ea typeface="微软雅黑" panose="020B0503020204020204" pitchFamily="34" charset="-122"/>
              </a:rPr>
              <a:t>乌拉特，设备瓶颈制约充放策略，进而折损收益</a:t>
            </a:r>
            <a:endParaRPr kumimoji="0" lang="zh-CN" altLang="en-US" sz="1800" b="0" i="0" u="none" strike="noStrike" kern="1200" cap="none" spc="0" normalizeH="0" baseline="0" noProof="0">
              <a:ln>
                <a:noFill/>
              </a:ln>
              <a:solidFill>
                <a:schemeClr val="accent4">
                  <a:lumMod val="20000"/>
                  <a:lumOff val="80000"/>
                </a:schemeClr>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7" name="表格 6">
            <a:extLst>
              <a:ext uri="{FF2B5EF4-FFF2-40B4-BE49-F238E27FC236}">
                <a16:creationId xmlns:a16="http://schemas.microsoft.com/office/drawing/2014/main" id="{CBE9560D-7B7A-4F23-1920-FCBBA0892767}"/>
              </a:ext>
            </a:extLst>
          </p:cNvPr>
          <p:cNvGraphicFramePr>
            <a:graphicFrameLocks noGrp="1"/>
          </p:cNvGraphicFramePr>
          <p:nvPr/>
        </p:nvGraphicFramePr>
        <p:xfrm>
          <a:off x="558265" y="1878233"/>
          <a:ext cx="4004109" cy="1239520"/>
        </p:xfrm>
        <a:graphic>
          <a:graphicData uri="http://schemas.openxmlformats.org/drawingml/2006/table">
            <a:tbl>
              <a:tblPr>
                <a:tableStyleId>{9D7B26C5-4107-4FEC-AEDC-1716B250A1EF}</a:tableStyleId>
              </a:tblPr>
              <a:tblGrid>
                <a:gridCol w="1482258">
                  <a:extLst>
                    <a:ext uri="{9D8B030D-6E8A-4147-A177-3AD203B41FA5}">
                      <a16:colId xmlns:a16="http://schemas.microsoft.com/office/drawing/2014/main" val="163609841"/>
                    </a:ext>
                  </a:extLst>
                </a:gridCol>
                <a:gridCol w="1020310">
                  <a:extLst>
                    <a:ext uri="{9D8B030D-6E8A-4147-A177-3AD203B41FA5}">
                      <a16:colId xmlns:a16="http://schemas.microsoft.com/office/drawing/2014/main" val="3274976206"/>
                    </a:ext>
                  </a:extLst>
                </a:gridCol>
                <a:gridCol w="1501541">
                  <a:extLst>
                    <a:ext uri="{9D8B030D-6E8A-4147-A177-3AD203B41FA5}">
                      <a16:colId xmlns:a16="http://schemas.microsoft.com/office/drawing/2014/main" val="4082769757"/>
                    </a:ext>
                  </a:extLst>
                </a:gridCol>
              </a:tblGrid>
              <a:tr h="0">
                <a:tc>
                  <a:txBody>
                    <a:bodyPr/>
                    <a:lstStyle/>
                    <a:p>
                      <a:pPr algn="ctr" fontAlgn="ctr" latinLnBrk="0">
                        <a:buNone/>
                      </a:pPr>
                      <a:r>
                        <a:rPr lang="zh-CN" altLang="en-US" sz="1200" b="1">
                          <a:effectLst/>
                        </a:rPr>
                        <a:t>比较维度</a:t>
                      </a:r>
                      <a:endParaRPr lang="zh-CN" altLang="en-US" sz="1200" b="1">
                        <a:effectLst/>
                        <a:latin typeface="微软雅黑" panose="020B0503020204020204" pitchFamily="34" charset="-122"/>
                        <a:ea typeface="微软雅黑" panose="020B0503020204020204" pitchFamily="34" charset="-122"/>
                      </a:endParaRPr>
                    </a:p>
                  </a:txBody>
                  <a:tcPr marR="127000" marT="63500" marB="63500" anchor="ctr"/>
                </a:tc>
                <a:tc>
                  <a:txBody>
                    <a:bodyPr/>
                    <a:lstStyle/>
                    <a:p>
                      <a:pPr algn="ctr" fontAlgn="ctr" latinLnBrk="0">
                        <a:buNone/>
                      </a:pPr>
                      <a:r>
                        <a:rPr lang="zh-CN" altLang="en-US" sz="1200" b="1">
                          <a:effectLst/>
                        </a:rPr>
                        <a:t>排名位次</a:t>
                      </a:r>
                      <a:endParaRPr lang="zh-CN" altLang="en-US" sz="1200" b="1">
                        <a:effectLst/>
                        <a:latin typeface="微软雅黑" panose="020B0503020204020204" pitchFamily="34" charset="-122"/>
                        <a:ea typeface="微软雅黑" panose="020B0503020204020204" pitchFamily="34" charset="-122"/>
                      </a:endParaRPr>
                    </a:p>
                  </a:txBody>
                  <a:tcPr marR="127000" marT="63500" marB="63500" anchor="ctr"/>
                </a:tc>
                <a:tc>
                  <a:txBody>
                    <a:bodyPr/>
                    <a:lstStyle/>
                    <a:p>
                      <a:pPr algn="ctr" fontAlgn="ctr" latinLnBrk="0">
                        <a:buNone/>
                      </a:pPr>
                      <a:r>
                        <a:rPr lang="zh-CN" altLang="en-US" sz="1200" b="1">
                          <a:effectLst/>
                          <a:latin typeface="微软雅黑" panose="020B0503020204020204" pitchFamily="34" charset="-122"/>
                          <a:ea typeface="微软雅黑" panose="020B0503020204020204" pitchFamily="34" charset="-122"/>
                        </a:rPr>
                        <a:t>备注</a:t>
                      </a:r>
                    </a:p>
                  </a:txBody>
                  <a:tcPr marR="127000" marT="63500" marB="63500" anchor="ctr"/>
                </a:tc>
                <a:extLst>
                  <a:ext uri="{0D108BD9-81ED-4DB2-BD59-A6C34878D82A}">
                    <a16:rowId xmlns:a16="http://schemas.microsoft.com/office/drawing/2014/main" val="3378857255"/>
                  </a:ext>
                </a:extLst>
              </a:tr>
              <a:tr h="0">
                <a:tc>
                  <a:txBody>
                    <a:bodyPr/>
                    <a:lstStyle/>
                    <a:p>
                      <a:pPr algn="l" fontAlgn="base">
                        <a:buNone/>
                      </a:pPr>
                      <a:r>
                        <a:rPr lang="zh-CN" altLang="en-US" sz="1200">
                          <a:effectLst/>
                        </a:rPr>
                        <a:t>全市场</a:t>
                      </a:r>
                      <a:endParaRPr lang="zh-CN" altLang="en-US" sz="1200">
                        <a:effectLst/>
                        <a:latin typeface="微软雅黑" panose="020B0503020204020204" pitchFamily="34" charset="-122"/>
                        <a:ea typeface="微软雅黑" panose="020B0503020204020204" pitchFamily="34" charset="-122"/>
                      </a:endParaRPr>
                    </a:p>
                  </a:txBody>
                  <a:tcPr marR="127000" marT="63500" marB="63500" anchor="ctr"/>
                </a:tc>
                <a:tc>
                  <a:txBody>
                    <a:bodyPr/>
                    <a:lstStyle/>
                    <a:p>
                      <a:pPr algn="ctr" fontAlgn="base">
                        <a:buNone/>
                      </a:pPr>
                      <a:r>
                        <a:rPr lang="en-US" altLang="zh-CN" sz="1200">
                          <a:effectLst/>
                        </a:rPr>
                        <a:t>13/39</a:t>
                      </a:r>
                      <a:endParaRPr lang="zh-CN" altLang="en-US" sz="1200">
                        <a:effectLst/>
                        <a:latin typeface="微软雅黑" panose="020B0503020204020204" pitchFamily="34" charset="-122"/>
                        <a:ea typeface="微软雅黑" panose="020B0503020204020204" pitchFamily="34" charset="-122"/>
                      </a:endParaRPr>
                    </a:p>
                  </a:txBody>
                  <a:tcPr marR="127000" marT="63500" marB="63500" anchor="ctr"/>
                </a:tc>
                <a:tc>
                  <a:txBody>
                    <a:bodyPr/>
                    <a:lstStyle/>
                    <a:p>
                      <a:pPr algn="l" fontAlgn="base">
                        <a:buNone/>
                      </a:pPr>
                      <a:r>
                        <a:rPr lang="zh-CN" altLang="en-US" sz="1200">
                          <a:effectLst/>
                        </a:rPr>
                        <a:t>处于中游水平</a:t>
                      </a:r>
                      <a:endParaRPr lang="zh-CN" altLang="en-US" sz="1200">
                        <a:effectLst/>
                        <a:latin typeface="微软雅黑" panose="020B0503020204020204" pitchFamily="34" charset="-122"/>
                        <a:ea typeface="微软雅黑" panose="020B0503020204020204" pitchFamily="34" charset="-122"/>
                      </a:endParaRPr>
                    </a:p>
                  </a:txBody>
                  <a:tcPr marR="127000" marT="63500" marB="63500" anchor="ctr"/>
                </a:tc>
                <a:extLst>
                  <a:ext uri="{0D108BD9-81ED-4DB2-BD59-A6C34878D82A}">
                    <a16:rowId xmlns:a16="http://schemas.microsoft.com/office/drawing/2014/main" val="463873096"/>
                  </a:ext>
                </a:extLst>
              </a:tr>
              <a:tr h="0">
                <a:tc>
                  <a:txBody>
                    <a:bodyPr/>
                    <a:lstStyle/>
                    <a:p>
                      <a:pPr algn="l" fontAlgn="base">
                        <a:buNone/>
                      </a:pPr>
                      <a:r>
                        <a:rPr lang="zh-CN" altLang="en-US" sz="1200">
                          <a:effectLst/>
                        </a:rPr>
                        <a:t>所属价区</a:t>
                      </a:r>
                      <a:endParaRPr lang="zh-CN" altLang="en-US" sz="1200">
                        <a:effectLst/>
                        <a:latin typeface="微软雅黑" panose="020B0503020204020204" pitchFamily="34" charset="-122"/>
                        <a:ea typeface="微软雅黑" panose="020B0503020204020204" pitchFamily="34" charset="-122"/>
                      </a:endParaRPr>
                    </a:p>
                  </a:txBody>
                  <a:tcPr marR="127000" marT="63500" marB="63500" anchor="ctr"/>
                </a:tc>
                <a:tc>
                  <a:txBody>
                    <a:bodyPr/>
                    <a:lstStyle/>
                    <a:p>
                      <a:pPr algn="ctr" fontAlgn="base">
                        <a:buNone/>
                      </a:pPr>
                      <a:r>
                        <a:rPr lang="en-US" altLang="zh-CN" sz="1200">
                          <a:effectLst/>
                        </a:rPr>
                        <a:t>2/2</a:t>
                      </a:r>
                      <a:endParaRPr lang="zh-CN" altLang="en-US" sz="1200">
                        <a:effectLst/>
                        <a:latin typeface="微软雅黑" panose="020B0503020204020204" pitchFamily="34" charset="-122"/>
                        <a:ea typeface="微软雅黑" panose="020B0503020204020204" pitchFamily="34" charset="-122"/>
                      </a:endParaRPr>
                    </a:p>
                  </a:txBody>
                  <a:tcPr marR="127000" marT="63500" marB="63500" anchor="ctr"/>
                </a:tc>
                <a:tc>
                  <a:txBody>
                    <a:bodyPr/>
                    <a:lstStyle/>
                    <a:p>
                      <a:pPr algn="l" fontAlgn="base">
                        <a:buNone/>
                      </a:pPr>
                      <a:r>
                        <a:rPr lang="zh-CN" altLang="en-US" sz="1200">
                          <a:effectLst/>
                        </a:rPr>
                        <a:t>价区内排名靠后</a:t>
                      </a:r>
                      <a:endParaRPr lang="zh-CN" altLang="en-US" sz="1200">
                        <a:effectLst/>
                        <a:latin typeface="微软雅黑" panose="020B0503020204020204" pitchFamily="34" charset="-122"/>
                        <a:ea typeface="微软雅黑" panose="020B0503020204020204" pitchFamily="34" charset="-122"/>
                      </a:endParaRPr>
                    </a:p>
                  </a:txBody>
                  <a:tcPr marR="127000" marT="63500" marB="63500" anchor="ctr"/>
                </a:tc>
                <a:extLst>
                  <a:ext uri="{0D108BD9-81ED-4DB2-BD59-A6C34878D82A}">
                    <a16:rowId xmlns:a16="http://schemas.microsoft.com/office/drawing/2014/main" val="1428737161"/>
                  </a:ext>
                </a:extLst>
              </a:tr>
              <a:tr h="0">
                <a:tc>
                  <a:txBody>
                    <a:bodyPr/>
                    <a:lstStyle/>
                    <a:p>
                      <a:pPr algn="l" fontAlgn="base">
                        <a:buNone/>
                      </a:pPr>
                      <a:r>
                        <a:rPr lang="zh-CN" altLang="en-US" sz="1200">
                          <a:effectLst/>
                        </a:rPr>
                        <a:t>远景交易场站</a:t>
                      </a:r>
                      <a:endParaRPr lang="zh-CN" altLang="en-US" sz="1200">
                        <a:effectLst/>
                        <a:latin typeface="微软雅黑" panose="020B0503020204020204" pitchFamily="34" charset="-122"/>
                        <a:ea typeface="微软雅黑" panose="020B0503020204020204" pitchFamily="34" charset="-122"/>
                      </a:endParaRPr>
                    </a:p>
                  </a:txBody>
                  <a:tcPr marR="127000" marT="63500" marB="63500" anchor="ctr"/>
                </a:tc>
                <a:tc>
                  <a:txBody>
                    <a:bodyPr/>
                    <a:lstStyle/>
                    <a:p>
                      <a:pPr algn="ctr" fontAlgn="base">
                        <a:buNone/>
                      </a:pPr>
                      <a:r>
                        <a:rPr lang="en-US" altLang="zh-CN" sz="1200">
                          <a:effectLst/>
                        </a:rPr>
                        <a:t>3/7</a:t>
                      </a:r>
                      <a:endParaRPr lang="zh-CN" altLang="en-US" sz="1200">
                        <a:effectLst/>
                        <a:latin typeface="微软雅黑" panose="020B0503020204020204" pitchFamily="34" charset="-122"/>
                        <a:ea typeface="微软雅黑" panose="020B0503020204020204" pitchFamily="34" charset="-122"/>
                      </a:endParaRPr>
                    </a:p>
                  </a:txBody>
                  <a:tcPr marR="127000" marT="63500" marB="63500" anchor="ctr"/>
                </a:tc>
                <a:tc>
                  <a:txBody>
                    <a:bodyPr/>
                    <a:lstStyle/>
                    <a:p>
                      <a:pPr algn="l" fontAlgn="base">
                        <a:buNone/>
                      </a:pPr>
                      <a:r>
                        <a:rPr lang="zh-CN" altLang="en-US" sz="1200">
                          <a:effectLst/>
                        </a:rPr>
                        <a:t>处于中游水平</a:t>
                      </a:r>
                      <a:endParaRPr lang="zh-CN" altLang="en-US" sz="1200">
                        <a:effectLst/>
                        <a:latin typeface="微软雅黑" panose="020B0503020204020204" pitchFamily="34" charset="-122"/>
                        <a:ea typeface="微软雅黑" panose="020B0503020204020204" pitchFamily="34" charset="-122"/>
                      </a:endParaRPr>
                    </a:p>
                  </a:txBody>
                  <a:tcPr marR="127000" marT="63500" marB="63500" anchor="ctr"/>
                </a:tc>
                <a:extLst>
                  <a:ext uri="{0D108BD9-81ED-4DB2-BD59-A6C34878D82A}">
                    <a16:rowId xmlns:a16="http://schemas.microsoft.com/office/drawing/2014/main" val="470048489"/>
                  </a:ext>
                </a:extLst>
              </a:tr>
            </a:tbl>
          </a:graphicData>
        </a:graphic>
      </p:graphicFrame>
      <p:sp>
        <p:nvSpPr>
          <p:cNvPr id="11" name="文本框 10">
            <a:extLst>
              <a:ext uri="{FF2B5EF4-FFF2-40B4-BE49-F238E27FC236}">
                <a16:creationId xmlns:a16="http://schemas.microsoft.com/office/drawing/2014/main" id="{B6FB96A6-BA05-E012-AC88-3B28D0648D2D}"/>
              </a:ext>
            </a:extLst>
          </p:cNvPr>
          <p:cNvSpPr txBox="1"/>
          <p:nvPr/>
        </p:nvSpPr>
        <p:spPr>
          <a:xfrm>
            <a:off x="389465" y="1450457"/>
            <a:ext cx="4500169" cy="338554"/>
          </a:xfrm>
          <a:prstGeom prst="rect">
            <a:avLst/>
          </a:prstGeom>
          <a:noFill/>
        </p:spPr>
        <p:txBody>
          <a:bodyPr wrap="square">
            <a:spAutoFit/>
          </a:bodyPr>
          <a:lstStyle/>
          <a:p>
            <a:r>
              <a:rPr lang="zh-CN" altLang="en-US" sz="1600" b="1">
                <a:solidFill>
                  <a:prstClr val="black"/>
                </a:solidFill>
                <a:latin typeface="微软雅黑" panose="020B0503020204020204" pitchFamily="34" charset="-122"/>
                <a:ea typeface="微软雅黑" panose="020B0503020204020204" pitchFamily="34" charset="-122"/>
              </a:rPr>
              <a:t>一、上半年收益表现：偏差归因于自身设备限制</a:t>
            </a:r>
          </a:p>
        </p:txBody>
      </p:sp>
      <p:sp>
        <p:nvSpPr>
          <p:cNvPr id="13" name="文本框 12">
            <a:extLst>
              <a:ext uri="{FF2B5EF4-FFF2-40B4-BE49-F238E27FC236}">
                <a16:creationId xmlns:a16="http://schemas.microsoft.com/office/drawing/2014/main" id="{BB6216B5-6A17-7060-1027-45A25E1AC71B}"/>
              </a:ext>
            </a:extLst>
          </p:cNvPr>
          <p:cNvSpPr txBox="1"/>
          <p:nvPr/>
        </p:nvSpPr>
        <p:spPr>
          <a:xfrm>
            <a:off x="5379543" y="1450457"/>
            <a:ext cx="4500169" cy="338554"/>
          </a:xfrm>
          <a:prstGeom prst="rect">
            <a:avLst/>
          </a:prstGeom>
          <a:noFill/>
        </p:spPr>
        <p:txBody>
          <a:bodyPr wrap="square">
            <a:spAutoFit/>
          </a:bodyPr>
          <a:lstStyle/>
          <a:p>
            <a:r>
              <a:rPr lang="zh-CN" altLang="en-US" sz="1600" b="1">
                <a:solidFill>
                  <a:prstClr val="black"/>
                </a:solidFill>
                <a:latin typeface="微软雅黑" panose="020B0503020204020204" pitchFamily="34" charset="-122"/>
                <a:ea typeface="微软雅黑" panose="020B0503020204020204" pitchFamily="34" charset="-122"/>
              </a:rPr>
              <a:t>二、根本原因：设备过载导致运行约束</a:t>
            </a:r>
          </a:p>
        </p:txBody>
      </p:sp>
      <p:sp>
        <p:nvSpPr>
          <p:cNvPr id="16" name="文本框 15">
            <a:extLst>
              <a:ext uri="{FF2B5EF4-FFF2-40B4-BE49-F238E27FC236}">
                <a16:creationId xmlns:a16="http://schemas.microsoft.com/office/drawing/2014/main" id="{A9E72F11-4ED9-0171-E894-46C4D56BB3F8}"/>
              </a:ext>
            </a:extLst>
          </p:cNvPr>
          <p:cNvSpPr txBox="1"/>
          <p:nvPr/>
        </p:nvSpPr>
        <p:spPr>
          <a:xfrm>
            <a:off x="5379543" y="1823673"/>
            <a:ext cx="6306510" cy="1477328"/>
          </a:xfrm>
          <a:prstGeom prst="rect">
            <a:avLst/>
          </a:prstGeom>
          <a:noFill/>
        </p:spPr>
        <p:txBody>
          <a:bodyPr wrap="square">
            <a:spAutoFit/>
          </a:bodyPr>
          <a:lstStyle/>
          <a:p>
            <a:pPr marL="285750" indent="-285750">
              <a:spcAft>
                <a:spcPts val="600"/>
              </a:spcAft>
              <a:buFont typeface="Wingdings" panose="05000000000000000000" pitchFamily="2" charset="2"/>
              <a:buChar char="p"/>
            </a:pPr>
            <a:r>
              <a:rPr lang="zh-CN" altLang="en-US" sz="1400" b="1">
                <a:solidFill>
                  <a:prstClr val="black"/>
                </a:solidFill>
                <a:latin typeface="微软雅黑" panose="020B0503020204020204" pitchFamily="34" charset="-122"/>
                <a:ea typeface="微软雅黑" panose="020B0503020204020204" pitchFamily="34" charset="-122"/>
              </a:rPr>
              <a:t>充放电间隔强制静置≥</a:t>
            </a:r>
            <a:r>
              <a:rPr lang="en-US" altLang="zh-CN" sz="1400" b="1">
                <a:solidFill>
                  <a:prstClr val="black"/>
                </a:solidFill>
                <a:latin typeface="微软雅黑" panose="020B0503020204020204" pitchFamily="34" charset="-122"/>
                <a:ea typeface="微软雅黑" panose="020B0503020204020204" pitchFamily="34" charset="-122"/>
              </a:rPr>
              <a:t>1</a:t>
            </a:r>
            <a:r>
              <a:rPr lang="zh-CN" altLang="en-US" sz="1400" b="1">
                <a:solidFill>
                  <a:prstClr val="black"/>
                </a:solidFill>
                <a:latin typeface="微软雅黑" panose="020B0503020204020204" pitchFamily="34" charset="-122"/>
                <a:ea typeface="微软雅黑" panose="020B0503020204020204" pitchFamily="34" charset="-122"/>
              </a:rPr>
              <a:t>小时​</a:t>
            </a:r>
          </a:p>
          <a:p>
            <a:pPr>
              <a:spcAft>
                <a:spcPts val="600"/>
              </a:spcAft>
            </a:pPr>
            <a:r>
              <a:rPr lang="zh-CN" altLang="en-US" sz="1400">
                <a:solidFill>
                  <a:prstClr val="black"/>
                </a:solidFill>
                <a:latin typeface="微软雅黑" panose="020B0503020204020204" pitchFamily="34" charset="-122"/>
                <a:ea typeface="微软雅黑" panose="020B0503020204020204" pitchFamily="34" charset="-122"/>
              </a:rPr>
              <a:t>每次充放电结束后必须等待至少</a:t>
            </a:r>
            <a:r>
              <a:rPr lang="en-US" altLang="zh-CN" sz="1400">
                <a:solidFill>
                  <a:prstClr val="black"/>
                </a:solidFill>
                <a:latin typeface="微软雅黑" panose="020B0503020204020204" pitchFamily="34" charset="-122"/>
                <a:ea typeface="微软雅黑" panose="020B0503020204020204" pitchFamily="34" charset="-122"/>
              </a:rPr>
              <a:t>1</a:t>
            </a:r>
            <a:r>
              <a:rPr lang="zh-CN" altLang="en-US" sz="1400">
                <a:solidFill>
                  <a:prstClr val="black"/>
                </a:solidFill>
                <a:latin typeface="微软雅黑" panose="020B0503020204020204" pitchFamily="34" charset="-122"/>
                <a:ea typeface="微软雅黑" panose="020B0503020204020204" pitchFamily="34" charset="-122"/>
              </a:rPr>
              <a:t>小时方可进行反向操作</a:t>
            </a:r>
          </a:p>
          <a:p>
            <a:pPr marL="285750" indent="-285750">
              <a:spcAft>
                <a:spcPts val="600"/>
              </a:spcAft>
              <a:buFont typeface="Wingdings" panose="05000000000000000000" pitchFamily="2" charset="2"/>
              <a:buChar char="p"/>
            </a:pPr>
            <a:r>
              <a:rPr lang="zh-CN" altLang="en-US" sz="1400" b="1">
                <a:solidFill>
                  <a:prstClr val="black"/>
                </a:solidFill>
                <a:latin typeface="微软雅黑" panose="020B0503020204020204" pitchFamily="34" charset="-122"/>
                <a:ea typeface="微软雅黑" panose="020B0503020204020204" pitchFamily="34" charset="-122"/>
              </a:rPr>
              <a:t>最大充放电功率受限至</a:t>
            </a:r>
            <a:r>
              <a:rPr lang="en-US" altLang="zh-CN" sz="1400" b="1">
                <a:solidFill>
                  <a:prstClr val="black"/>
                </a:solidFill>
                <a:latin typeface="微软雅黑" panose="020B0503020204020204" pitchFamily="34" charset="-122"/>
                <a:ea typeface="微软雅黑" panose="020B0503020204020204" pitchFamily="34" charset="-122"/>
              </a:rPr>
              <a:t>95MW​</a:t>
            </a:r>
          </a:p>
          <a:p>
            <a:pPr>
              <a:spcAft>
                <a:spcPts val="600"/>
              </a:spcAft>
            </a:pPr>
            <a:r>
              <a:rPr lang="zh-CN" altLang="en-US" sz="1400">
                <a:solidFill>
                  <a:prstClr val="black"/>
                </a:solidFill>
                <a:latin typeface="微软雅黑" panose="020B0503020204020204" pitchFamily="34" charset="-122"/>
                <a:ea typeface="微软雅黑" panose="020B0503020204020204" pitchFamily="34" charset="-122"/>
              </a:rPr>
              <a:t>因过载保护机制，实际可用功率低于额定值</a:t>
            </a:r>
          </a:p>
          <a:p>
            <a:pPr>
              <a:spcAft>
                <a:spcPts val="600"/>
              </a:spcAft>
            </a:pPr>
            <a:r>
              <a:rPr lang="zh-CN" altLang="en-US" sz="1400" b="1">
                <a:solidFill>
                  <a:srgbClr val="C00000"/>
                </a:solidFill>
                <a:latin typeface="微软雅黑" panose="020B0503020204020204" pitchFamily="34" charset="-122"/>
                <a:ea typeface="微软雅黑" panose="020B0503020204020204" pitchFamily="34" charset="-122"/>
              </a:rPr>
              <a:t>上述两项约束构成物理层面的“硬性天花板”，任何交易策略均无法绕过</a:t>
            </a:r>
            <a:endParaRPr lang="zh-CN" altLang="en-US" sz="1400">
              <a:solidFill>
                <a:prstClr val="black"/>
              </a:solidFill>
              <a:latin typeface="微软雅黑" panose="020B0503020204020204" pitchFamily="34" charset="-122"/>
              <a:ea typeface="微软雅黑" panose="020B0503020204020204" pitchFamily="34" charset="-122"/>
            </a:endParaRPr>
          </a:p>
        </p:txBody>
      </p:sp>
      <p:sp>
        <p:nvSpPr>
          <p:cNvPr id="17" name="文本框 16">
            <a:extLst>
              <a:ext uri="{FF2B5EF4-FFF2-40B4-BE49-F238E27FC236}">
                <a16:creationId xmlns:a16="http://schemas.microsoft.com/office/drawing/2014/main" id="{583496F3-2BDC-F49C-5AD3-E6DF63C36F40}"/>
              </a:ext>
            </a:extLst>
          </p:cNvPr>
          <p:cNvSpPr txBox="1"/>
          <p:nvPr/>
        </p:nvSpPr>
        <p:spPr>
          <a:xfrm>
            <a:off x="5352926" y="3538691"/>
            <a:ext cx="4410834" cy="754053"/>
          </a:xfrm>
          <a:prstGeom prst="rect">
            <a:avLst/>
          </a:prstGeom>
          <a:solidFill>
            <a:schemeClr val="bg1">
              <a:lumMod val="85000"/>
            </a:schemeClr>
          </a:solid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a:spcAft>
                <a:spcPts val="600"/>
              </a:spcAft>
            </a:pPr>
            <a:r>
              <a:rPr lang="en-US" altLang="zh-CN" sz="1400" b="1">
                <a:solidFill>
                  <a:prstClr val="black"/>
                </a:solidFill>
                <a:latin typeface="微软雅黑" panose="020B0503020204020204" pitchFamily="34" charset="-122"/>
                <a:ea typeface="微软雅黑" panose="020B0503020204020204" pitchFamily="34" charset="-122"/>
              </a:rPr>
              <a:t>0.5C</a:t>
            </a:r>
            <a:r>
              <a:rPr lang="zh-CN" altLang="en-US" sz="1400" b="1">
                <a:solidFill>
                  <a:prstClr val="black"/>
                </a:solidFill>
                <a:latin typeface="微软雅黑" panose="020B0503020204020204" pitchFamily="34" charset="-122"/>
                <a:ea typeface="微软雅黑" panose="020B0503020204020204" pitchFamily="34" charset="-122"/>
              </a:rPr>
              <a:t>现货价差捕获效率下降</a:t>
            </a:r>
          </a:p>
          <a:p>
            <a:pPr>
              <a:spcAft>
                <a:spcPts val="600"/>
              </a:spcAft>
            </a:pPr>
            <a:r>
              <a:rPr lang="zh-CN" altLang="en-US" sz="1200">
                <a:solidFill>
                  <a:prstClr val="black"/>
                </a:solidFill>
                <a:latin typeface="微软雅黑" panose="020B0503020204020204" pitchFamily="34" charset="-122"/>
                <a:ea typeface="微软雅黑" panose="020B0503020204020204" pitchFamily="34" charset="-122"/>
              </a:rPr>
              <a:t>静置</a:t>
            </a:r>
            <a:r>
              <a:rPr lang="en-US" altLang="zh-CN" sz="1200">
                <a:solidFill>
                  <a:prstClr val="black"/>
                </a:solidFill>
                <a:latin typeface="微软雅黑" panose="020B0503020204020204" pitchFamily="34" charset="-122"/>
                <a:ea typeface="微软雅黑" panose="020B0503020204020204" pitchFamily="34" charset="-122"/>
              </a:rPr>
              <a:t>1</a:t>
            </a:r>
            <a:r>
              <a:rPr lang="zh-CN" altLang="en-US" sz="1200">
                <a:solidFill>
                  <a:prstClr val="black"/>
                </a:solidFill>
                <a:latin typeface="微软雅黑" panose="020B0503020204020204" pitchFamily="34" charset="-122"/>
                <a:ea typeface="微软雅黑" panose="020B0503020204020204" pitchFamily="34" charset="-122"/>
              </a:rPr>
              <a:t>小时约束与红绿灯时段限制叠加后，仅有的</a:t>
            </a:r>
            <a:r>
              <a:rPr lang="en-US" altLang="zh-CN" sz="1200">
                <a:solidFill>
                  <a:prstClr val="black"/>
                </a:solidFill>
                <a:latin typeface="微软雅黑" panose="020B0503020204020204" pitchFamily="34" charset="-122"/>
                <a:ea typeface="微软雅黑" panose="020B0503020204020204" pitchFamily="34" charset="-122"/>
              </a:rPr>
              <a:t>0.5</a:t>
            </a:r>
            <a:r>
              <a:rPr lang="zh-CN" altLang="en-US" sz="1200">
                <a:solidFill>
                  <a:prstClr val="black"/>
                </a:solidFill>
                <a:latin typeface="微软雅黑" panose="020B0503020204020204" pitchFamily="34" charset="-122"/>
                <a:ea typeface="微软雅黑" panose="020B0503020204020204" pitchFamily="34" charset="-122"/>
              </a:rPr>
              <a:t>次额外充放机会无法匹配最优价差时段，导致价差收益流失。</a:t>
            </a:r>
          </a:p>
        </p:txBody>
      </p:sp>
      <p:sp>
        <p:nvSpPr>
          <p:cNvPr id="18" name="箭头: 右 17">
            <a:extLst>
              <a:ext uri="{FF2B5EF4-FFF2-40B4-BE49-F238E27FC236}">
                <a16:creationId xmlns:a16="http://schemas.microsoft.com/office/drawing/2014/main" id="{573AD013-DA5E-4F87-B6D0-C3C085285DEE}"/>
              </a:ext>
            </a:extLst>
          </p:cNvPr>
          <p:cNvSpPr/>
          <p:nvPr/>
        </p:nvSpPr>
        <p:spPr>
          <a:xfrm rot="5400000">
            <a:off x="8260523" y="2966350"/>
            <a:ext cx="238364" cy="869170"/>
          </a:xfrm>
          <a:prstGeom prst="rightArrow">
            <a:avLst/>
          </a:prstGeom>
          <a:solidFill>
            <a:schemeClr val="bg1">
              <a:lumMod val="85000"/>
            </a:schemeClr>
          </a:solid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a:spcAft>
                <a:spcPts val="600"/>
              </a:spcAft>
            </a:pPr>
            <a:endParaRPr lang="zh-CN" altLang="en-US" sz="1400" b="1">
              <a:solidFill>
                <a:prstClr val="black"/>
              </a:solidFill>
              <a:latin typeface="微软雅黑" panose="020B0503020204020204" pitchFamily="34" charset="-122"/>
              <a:ea typeface="微软雅黑" panose="020B0503020204020204" pitchFamily="34" charset="-122"/>
            </a:endParaRPr>
          </a:p>
        </p:txBody>
      </p:sp>
      <p:sp>
        <p:nvSpPr>
          <p:cNvPr id="19" name="文本框 18">
            <a:extLst>
              <a:ext uri="{FF2B5EF4-FFF2-40B4-BE49-F238E27FC236}">
                <a16:creationId xmlns:a16="http://schemas.microsoft.com/office/drawing/2014/main" id="{B082405C-B76A-F98A-A495-7DB5AE7546F8}"/>
              </a:ext>
            </a:extLst>
          </p:cNvPr>
          <p:cNvSpPr txBox="1"/>
          <p:nvPr/>
        </p:nvSpPr>
        <p:spPr>
          <a:xfrm>
            <a:off x="5352927" y="5321205"/>
            <a:ext cx="4410834" cy="754053"/>
          </a:xfrm>
          <a:prstGeom prst="rect">
            <a:avLst/>
          </a:prstGeom>
          <a:solidFill>
            <a:schemeClr val="bg1">
              <a:lumMod val="85000"/>
            </a:schemeClr>
          </a:solidFill>
          <a:ln>
            <a:noFill/>
          </a:ln>
        </p:spPr>
        <p:style>
          <a:lnRef idx="3">
            <a:schemeClr val="lt1"/>
          </a:lnRef>
          <a:fillRef idx="1">
            <a:schemeClr val="accent3"/>
          </a:fillRef>
          <a:effectRef idx="1">
            <a:schemeClr val="accent3"/>
          </a:effectRef>
          <a:fontRef idx="minor">
            <a:schemeClr val="lt1"/>
          </a:fontRef>
        </p:style>
        <p:txBody>
          <a:bodyPr wrap="square">
            <a:spAutoFit/>
          </a:bodyPr>
          <a:lstStyle>
            <a:defPPr>
              <a:defRPr lang="en-US"/>
            </a:defPPr>
            <a:lvl1pPr>
              <a:spcAft>
                <a:spcPts val="600"/>
              </a:spcAft>
              <a:defRPr sz="1400" b="1">
                <a:solidFill>
                  <a:prstClr val="black"/>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a:t>充放电总量受损</a:t>
            </a:r>
            <a:endParaRPr lang="zh-CN" altLang="en-US" b="0"/>
          </a:p>
          <a:p>
            <a:r>
              <a:rPr lang="zh-CN" altLang="en-US" sz="1200" b="0"/>
              <a:t>红绿灯紧张时段，其他电站满功率快速充放，而乌拉特电站因功率降至</a:t>
            </a:r>
            <a:r>
              <a:rPr lang="en-US" altLang="zh-CN" sz="1200" b="0"/>
              <a:t>95MW</a:t>
            </a:r>
            <a:r>
              <a:rPr lang="zh-CN" altLang="en-US" sz="1200" b="0"/>
              <a:t>且存在静置间隔，部分极端日期充放电量偏低</a:t>
            </a:r>
          </a:p>
        </p:txBody>
      </p:sp>
      <p:sp>
        <p:nvSpPr>
          <p:cNvPr id="20" name="文本框 19">
            <a:extLst>
              <a:ext uri="{FF2B5EF4-FFF2-40B4-BE49-F238E27FC236}">
                <a16:creationId xmlns:a16="http://schemas.microsoft.com/office/drawing/2014/main" id="{B8EC5D47-D9C7-A528-2414-DC14E6C64E38}"/>
              </a:ext>
            </a:extLst>
          </p:cNvPr>
          <p:cNvSpPr txBox="1"/>
          <p:nvPr/>
        </p:nvSpPr>
        <p:spPr>
          <a:xfrm>
            <a:off x="5352927" y="4429948"/>
            <a:ext cx="4410834" cy="754053"/>
          </a:xfrm>
          <a:prstGeom prst="rect">
            <a:avLst/>
          </a:prstGeom>
          <a:solidFill>
            <a:schemeClr val="bg1">
              <a:lumMod val="85000"/>
            </a:schemeClr>
          </a:solidFill>
          <a:ln>
            <a:noFill/>
          </a:ln>
        </p:spPr>
        <p:style>
          <a:lnRef idx="3">
            <a:schemeClr val="lt1"/>
          </a:lnRef>
          <a:fillRef idx="1">
            <a:schemeClr val="accent3"/>
          </a:fillRef>
          <a:effectRef idx="1">
            <a:schemeClr val="accent3"/>
          </a:effectRef>
          <a:fontRef idx="minor">
            <a:schemeClr val="lt1"/>
          </a:fontRef>
        </p:style>
        <p:txBody>
          <a:bodyPr wrap="square">
            <a:spAutoFit/>
          </a:bodyPr>
          <a:lstStyle>
            <a:defPPr>
              <a:defRPr lang="en-US"/>
            </a:defPPr>
            <a:lvl1pPr>
              <a:spcAft>
                <a:spcPts val="600"/>
              </a:spcAft>
              <a:defRPr sz="1400" b="1">
                <a:solidFill>
                  <a:prstClr val="black"/>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a:t>0.5C</a:t>
            </a:r>
            <a:r>
              <a:rPr lang="zh-CN" altLang="en-US"/>
              <a:t>大小储协同策略失效</a:t>
            </a:r>
          </a:p>
          <a:p>
            <a:r>
              <a:rPr lang="zh-CN" altLang="en-US" sz="1200" b="0"/>
              <a:t>短充短放是常用的减少价格倒挂的策略，而电站被迫仅执行</a:t>
            </a:r>
            <a:r>
              <a:rPr lang="en-US" altLang="zh-CN" sz="1200" b="0"/>
              <a:t>1</a:t>
            </a:r>
            <a:r>
              <a:rPr lang="zh-CN" altLang="en-US" sz="1200" b="0"/>
              <a:t>充</a:t>
            </a:r>
            <a:r>
              <a:rPr lang="en-US" altLang="zh-CN" sz="1200" b="0"/>
              <a:t>1</a:t>
            </a:r>
            <a:r>
              <a:rPr lang="zh-CN" altLang="en-US" sz="1200" b="0"/>
              <a:t>放的大循环模式，策略灵活度显著降低。</a:t>
            </a:r>
          </a:p>
        </p:txBody>
      </p:sp>
      <p:sp>
        <p:nvSpPr>
          <p:cNvPr id="21" name="文本框 20">
            <a:extLst>
              <a:ext uri="{FF2B5EF4-FFF2-40B4-BE49-F238E27FC236}">
                <a16:creationId xmlns:a16="http://schemas.microsoft.com/office/drawing/2014/main" id="{37508384-6ADB-1C64-A4C6-3DF147801E70}"/>
              </a:ext>
            </a:extLst>
          </p:cNvPr>
          <p:cNvSpPr txBox="1"/>
          <p:nvPr/>
        </p:nvSpPr>
        <p:spPr>
          <a:xfrm>
            <a:off x="10227053" y="3538691"/>
            <a:ext cx="1592770" cy="2536567"/>
          </a:xfrm>
          <a:prstGeom prst="rect">
            <a:avLst/>
          </a:prstGeom>
          <a:solidFill>
            <a:schemeClr val="bg1">
              <a:lumMod val="85000"/>
            </a:schemeClr>
          </a:solidFill>
          <a:ln>
            <a:noFill/>
          </a:ln>
        </p:spPr>
        <p:style>
          <a:lnRef idx="3">
            <a:schemeClr val="lt1"/>
          </a:lnRef>
          <a:fillRef idx="1">
            <a:schemeClr val="accent3"/>
          </a:fillRef>
          <a:effectRef idx="1">
            <a:schemeClr val="accent3"/>
          </a:effectRef>
          <a:fontRef idx="minor">
            <a:schemeClr val="lt1"/>
          </a:fontRef>
        </p:style>
        <p:txBody>
          <a:bodyPr wrap="square" anchor="ctr" anchorCtr="0">
            <a:noAutofit/>
          </a:bodyPr>
          <a:lstStyle/>
          <a:p>
            <a:pPr>
              <a:spcAft>
                <a:spcPts val="600"/>
              </a:spcAft>
            </a:pPr>
            <a:r>
              <a:rPr lang="zh-CN" altLang="en-US" sz="1400" b="1">
                <a:solidFill>
                  <a:prstClr val="black"/>
                </a:solidFill>
                <a:latin typeface="微软雅黑" panose="020B0503020204020204" pitchFamily="34" charset="-122"/>
                <a:ea typeface="微软雅黑" panose="020B0503020204020204" pitchFamily="34" charset="-122"/>
              </a:rPr>
              <a:t>后续方向</a:t>
            </a:r>
          </a:p>
          <a:p>
            <a:pPr>
              <a:spcAft>
                <a:spcPts val="600"/>
              </a:spcAft>
            </a:pPr>
            <a:r>
              <a:rPr lang="zh-CN" altLang="en-US" sz="1400">
                <a:solidFill>
                  <a:prstClr val="black"/>
                </a:solidFill>
                <a:latin typeface="微软雅黑" panose="020B0503020204020204" pitchFamily="34" charset="-122"/>
                <a:ea typeface="微软雅黑" panose="020B0503020204020204" pitchFamily="34" charset="-122"/>
              </a:rPr>
              <a:t>短期：</a:t>
            </a:r>
            <a:endParaRPr lang="en-US" altLang="zh-CN" sz="1400">
              <a:solidFill>
                <a:prstClr val="black"/>
              </a:solidFill>
              <a:latin typeface="微软雅黑" panose="020B0503020204020204" pitchFamily="34" charset="-122"/>
              <a:ea typeface="微软雅黑" panose="020B0503020204020204" pitchFamily="34" charset="-122"/>
            </a:endParaRPr>
          </a:p>
          <a:p>
            <a:pPr>
              <a:spcAft>
                <a:spcPts val="600"/>
              </a:spcAft>
            </a:pPr>
            <a:r>
              <a:rPr lang="zh-CN" altLang="en-US" sz="1400">
                <a:solidFill>
                  <a:prstClr val="black"/>
                </a:solidFill>
                <a:latin typeface="微软雅黑" panose="020B0503020204020204" pitchFamily="34" charset="-122"/>
                <a:ea typeface="微软雅黑" panose="020B0503020204020204" pitchFamily="34" charset="-122"/>
              </a:rPr>
              <a:t>优先保证</a:t>
            </a:r>
            <a:r>
              <a:rPr lang="en-US" altLang="zh-CN" sz="1400">
                <a:solidFill>
                  <a:srgbClr val="C00000"/>
                </a:solidFill>
                <a:latin typeface="微软雅黑" panose="020B0503020204020204" pitchFamily="34" charset="-122"/>
                <a:ea typeface="微软雅黑" panose="020B0503020204020204" pitchFamily="34" charset="-122"/>
              </a:rPr>
              <a:t>1.5</a:t>
            </a:r>
            <a:r>
              <a:rPr lang="zh-CN" altLang="en-US" sz="1400">
                <a:solidFill>
                  <a:srgbClr val="C00000"/>
                </a:solidFill>
                <a:latin typeface="微软雅黑" panose="020B0503020204020204" pitchFamily="34" charset="-122"/>
                <a:ea typeface="微软雅黑" panose="020B0503020204020204" pitchFamily="34" charset="-122"/>
              </a:rPr>
              <a:t>次电量</a:t>
            </a:r>
            <a:r>
              <a:rPr lang="zh-CN" altLang="en-US" sz="1400">
                <a:solidFill>
                  <a:prstClr val="black"/>
                </a:solidFill>
                <a:latin typeface="微软雅黑" panose="020B0503020204020204" pitchFamily="34" charset="-122"/>
                <a:ea typeface="微软雅黑" panose="020B0503020204020204" pitchFamily="34" charset="-122"/>
              </a:rPr>
              <a:t>不损失</a:t>
            </a:r>
            <a:endParaRPr lang="en-US" altLang="zh-CN" sz="1400">
              <a:solidFill>
                <a:prstClr val="black"/>
              </a:solidFill>
              <a:latin typeface="微软雅黑" panose="020B0503020204020204" pitchFamily="34" charset="-122"/>
              <a:ea typeface="微软雅黑" panose="020B0503020204020204" pitchFamily="34" charset="-122"/>
            </a:endParaRPr>
          </a:p>
          <a:p>
            <a:pPr>
              <a:spcAft>
                <a:spcPts val="600"/>
              </a:spcAft>
            </a:pPr>
            <a:r>
              <a:rPr lang="zh-CN" altLang="en-US" sz="1400">
                <a:solidFill>
                  <a:prstClr val="black"/>
                </a:solidFill>
                <a:latin typeface="微软雅黑" panose="020B0503020204020204" pitchFamily="34" charset="-122"/>
                <a:ea typeface="微软雅黑" panose="020B0503020204020204" pitchFamily="34" charset="-122"/>
              </a:rPr>
              <a:t>中期：</a:t>
            </a:r>
            <a:endParaRPr lang="en-US" altLang="zh-CN" sz="1400">
              <a:solidFill>
                <a:prstClr val="black"/>
              </a:solidFill>
              <a:latin typeface="微软雅黑" panose="020B0503020204020204" pitchFamily="34" charset="-122"/>
              <a:ea typeface="微软雅黑" panose="020B0503020204020204" pitchFamily="34" charset="-122"/>
            </a:endParaRPr>
          </a:p>
          <a:p>
            <a:pPr>
              <a:spcAft>
                <a:spcPts val="600"/>
              </a:spcAft>
            </a:pPr>
            <a:r>
              <a:rPr lang="zh-CN" altLang="en-US" sz="1400">
                <a:solidFill>
                  <a:prstClr val="black"/>
                </a:solidFill>
                <a:latin typeface="微软雅黑" panose="020B0503020204020204" pitchFamily="34" charset="-122"/>
                <a:ea typeface="微软雅黑" panose="020B0503020204020204" pitchFamily="34" charset="-122"/>
              </a:rPr>
              <a:t>推动变压器扩容或冷却系统改造，从根本上</a:t>
            </a:r>
            <a:r>
              <a:rPr lang="zh-CN" altLang="en-US" sz="1400">
                <a:solidFill>
                  <a:srgbClr val="C00000"/>
                </a:solidFill>
                <a:latin typeface="微软雅黑" panose="020B0503020204020204" pitchFamily="34" charset="-122"/>
                <a:ea typeface="微软雅黑" panose="020B0503020204020204" pitchFamily="34" charset="-122"/>
              </a:rPr>
              <a:t>解除设备瓶颈</a:t>
            </a:r>
            <a:endParaRPr lang="zh-CN" altLang="en-US" sz="1200">
              <a:solidFill>
                <a:srgbClr val="C00000"/>
              </a:solidFill>
              <a:latin typeface="微软雅黑" panose="020B0503020204020204" pitchFamily="34" charset="-122"/>
              <a:ea typeface="微软雅黑" panose="020B0503020204020204" pitchFamily="34" charset="-122"/>
            </a:endParaRPr>
          </a:p>
        </p:txBody>
      </p:sp>
      <p:graphicFrame>
        <p:nvGraphicFramePr>
          <p:cNvPr id="22" name="图表 21">
            <a:extLst>
              <a:ext uri="{FF2B5EF4-FFF2-40B4-BE49-F238E27FC236}">
                <a16:creationId xmlns:a16="http://schemas.microsoft.com/office/drawing/2014/main" id="{41CE99C9-8819-4E58-9719-08BC53844456}"/>
              </a:ext>
            </a:extLst>
          </p:cNvPr>
          <p:cNvGraphicFramePr>
            <a:graphicFrameLocks/>
          </p:cNvGraphicFramePr>
          <p:nvPr/>
        </p:nvGraphicFramePr>
        <p:xfrm>
          <a:off x="389465" y="3429001"/>
          <a:ext cx="4500169" cy="2646258"/>
        </p:xfrm>
        <a:graphic>
          <a:graphicData uri="http://schemas.openxmlformats.org/drawingml/2006/chart">
            <c:chart xmlns:c="http://schemas.openxmlformats.org/drawingml/2006/chart" xmlns:r="http://schemas.openxmlformats.org/officeDocument/2006/relationships" r:id="rId3"/>
          </a:graphicData>
        </a:graphic>
      </p:graphicFrame>
      <p:sp>
        <p:nvSpPr>
          <p:cNvPr id="23" name="矩形 22">
            <a:extLst>
              <a:ext uri="{FF2B5EF4-FFF2-40B4-BE49-F238E27FC236}">
                <a16:creationId xmlns:a16="http://schemas.microsoft.com/office/drawing/2014/main" id="{9B7E1861-1A5A-6336-8676-5C5F919F6284}"/>
              </a:ext>
            </a:extLst>
          </p:cNvPr>
          <p:cNvSpPr/>
          <p:nvPr/>
        </p:nvSpPr>
        <p:spPr>
          <a:xfrm>
            <a:off x="1612900" y="3932767"/>
            <a:ext cx="152400" cy="1439333"/>
          </a:xfrm>
          <a:prstGeom prst="rect">
            <a:avLst/>
          </a:prstGeom>
          <a:solidFill>
            <a:srgbClr val="FF0000">
              <a:alpha val="34000"/>
            </a:srgbClr>
          </a:solidFill>
          <a:ln>
            <a:noFill/>
          </a:ln>
        </p:spPr>
        <p:style>
          <a:lnRef idx="3">
            <a:schemeClr val="lt1"/>
          </a:lnRef>
          <a:fillRef idx="1">
            <a:schemeClr val="accent3"/>
          </a:fillRef>
          <a:effectRef idx="1">
            <a:schemeClr val="accent3"/>
          </a:effectRef>
          <a:fontRef idx="minor">
            <a:schemeClr val="lt1"/>
          </a:fontRef>
        </p:style>
        <p:txBody>
          <a:bodyPr rtlCol="0" anchor="ctr"/>
          <a:lstStyle/>
          <a:p>
            <a:pPr algn="ctr"/>
            <a:endParaRPr lang="zh-CN" altLang="en-US"/>
          </a:p>
        </p:txBody>
      </p:sp>
      <p:sp>
        <p:nvSpPr>
          <p:cNvPr id="24" name="对话气泡: 矩形 23">
            <a:extLst>
              <a:ext uri="{FF2B5EF4-FFF2-40B4-BE49-F238E27FC236}">
                <a16:creationId xmlns:a16="http://schemas.microsoft.com/office/drawing/2014/main" id="{A65EE28D-CB34-720A-36BC-B9C5DA3F0FB3}"/>
              </a:ext>
            </a:extLst>
          </p:cNvPr>
          <p:cNvSpPr/>
          <p:nvPr/>
        </p:nvSpPr>
        <p:spPr>
          <a:xfrm>
            <a:off x="1030906" y="3812117"/>
            <a:ext cx="493173" cy="241300"/>
          </a:xfrm>
          <a:prstGeom prst="wedgeRectCallout">
            <a:avLst>
              <a:gd name="adj1" fmla="val 63504"/>
              <a:gd name="adj2" fmla="val 43202"/>
            </a:avLst>
          </a:prstGeom>
        </p:spPr>
        <p:style>
          <a:lnRef idx="2">
            <a:schemeClr val="dk1">
              <a:shade val="15000"/>
            </a:schemeClr>
          </a:lnRef>
          <a:fillRef idx="1">
            <a:schemeClr val="dk1"/>
          </a:fillRef>
          <a:effectRef idx="0">
            <a:schemeClr val="dk1"/>
          </a:effectRef>
          <a:fontRef idx="minor">
            <a:schemeClr val="lt1"/>
          </a:fontRef>
        </p:style>
        <p:txBody>
          <a:bodyPr lIns="0" tIns="0" rIns="0" bIns="0" rtlCol="0" anchor="ctr"/>
          <a:lstStyle/>
          <a:p>
            <a:pPr algn="ctr"/>
            <a:r>
              <a:rPr lang="zh-CN" altLang="en-US" sz="1000" b="1"/>
              <a:t>静置</a:t>
            </a:r>
            <a:r>
              <a:rPr lang="en-US" altLang="zh-CN" sz="1000" b="1"/>
              <a:t>1h</a:t>
            </a:r>
            <a:endParaRPr lang="zh-CN" altLang="en-US" sz="1000" b="1"/>
          </a:p>
        </p:txBody>
      </p:sp>
      <p:sp>
        <p:nvSpPr>
          <p:cNvPr id="5" name="箭头: 右 4">
            <a:extLst>
              <a:ext uri="{FF2B5EF4-FFF2-40B4-BE49-F238E27FC236}">
                <a16:creationId xmlns:a16="http://schemas.microsoft.com/office/drawing/2014/main" id="{8FC9DCF7-7090-2558-D39D-163230133D40}"/>
              </a:ext>
            </a:extLst>
          </p:cNvPr>
          <p:cNvSpPr/>
          <p:nvPr/>
        </p:nvSpPr>
        <p:spPr>
          <a:xfrm>
            <a:off x="9879712" y="4372389"/>
            <a:ext cx="287710" cy="869170"/>
          </a:xfrm>
          <a:prstGeom prst="rightArrow">
            <a:avLst/>
          </a:prstGeom>
          <a:solidFill>
            <a:schemeClr val="bg1">
              <a:lumMod val="85000"/>
            </a:schemeClr>
          </a:solid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a:spcAft>
                <a:spcPts val="600"/>
              </a:spcAft>
            </a:pPr>
            <a:endParaRPr lang="zh-CN" altLang="en-US" sz="1400" b="1">
              <a:solidFill>
                <a:prstClr val="black"/>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204259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91728-B51A-C60C-3017-2E3064E08C16}"/>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32142E5D-7C6F-CCCC-DDE6-E548EB2D09D6}"/>
              </a:ext>
            </a:extLst>
          </p:cNvPr>
          <p:cNvSpPr/>
          <p:nvPr/>
        </p:nvSpPr>
        <p:spPr>
          <a:xfrm>
            <a:off x="0" y="0"/>
            <a:ext cx="12192000" cy="574177"/>
          </a:xfrm>
          <a:prstGeom prst="rect">
            <a:avLst/>
          </a:prstGeom>
          <a:solidFill>
            <a:srgbClr val="3B3B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DengXian"/>
              <a:ea typeface="DengXian" panose="02010600030101010101" pitchFamily="2" charset="-122"/>
              <a:cs typeface="+mn-cs"/>
            </a:endParaRPr>
          </a:p>
        </p:txBody>
      </p:sp>
      <p:sp>
        <p:nvSpPr>
          <p:cNvPr id="8" name="文本框 7">
            <a:extLst>
              <a:ext uri="{FF2B5EF4-FFF2-40B4-BE49-F238E27FC236}">
                <a16:creationId xmlns:a16="http://schemas.microsoft.com/office/drawing/2014/main" id="{5AC3DB0C-6341-0B72-8685-90DD394679CE}"/>
              </a:ext>
            </a:extLst>
          </p:cNvPr>
          <p:cNvSpPr txBox="1"/>
          <p:nvPr/>
        </p:nvSpPr>
        <p:spPr>
          <a:xfrm>
            <a:off x="126998" y="102938"/>
            <a:ext cx="10588627" cy="369332"/>
          </a:xfrm>
          <a:prstGeom prst="rect">
            <a:avLst/>
          </a:prstGeom>
          <a:noFill/>
        </p:spPr>
        <p:txBody>
          <a:bodyPr wrap="square" rtlCol="0">
            <a:spAutoFit/>
          </a:bodyPr>
          <a:lstStyle/>
          <a:p>
            <a:pPr lvl="0">
              <a:defRPr/>
            </a:pPr>
            <a:r>
              <a:rPr kumimoji="0" lang="en-US" altLang="zh-CN"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4. </a:t>
            </a:r>
            <a:r>
              <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蒙西</a:t>
            </a:r>
            <a:r>
              <a:rPr lang="zh-CN" altLang="en-US">
                <a:solidFill>
                  <a:prstClr val="white"/>
                </a:solidFill>
                <a:latin typeface="微软雅黑" panose="020B0503020204020204" pitchFamily="34" charset="-122"/>
                <a:ea typeface="微软雅黑" panose="020B0503020204020204" pitchFamily="34" charset="-122"/>
              </a:rPr>
              <a:t>储能场站交易策略阶段性成果</a:t>
            </a:r>
            <a:endParaRPr kumimoji="0" lang="zh-CN" altLang="en-US" sz="1800" b="0" i="0" u="none" strike="noStrike" kern="1200" cap="none" spc="0" normalizeH="0" baseline="0" noProof="0">
              <a:ln>
                <a:noFill/>
              </a:ln>
              <a:solidFill>
                <a:schemeClr val="accent4">
                  <a:lumMod val="20000"/>
                  <a:lumOff val="80000"/>
                </a:schemeClr>
              </a:solidFill>
              <a:effectLst/>
              <a:uLnTx/>
              <a:uFillTx/>
              <a:latin typeface="微软雅黑" panose="020B0503020204020204" pitchFamily="34" charset="-122"/>
              <a:ea typeface="微软雅黑" panose="020B0503020204020204" pitchFamily="34" charset="-122"/>
              <a:cs typeface="+mn-cs"/>
            </a:endParaRPr>
          </a:p>
        </p:txBody>
      </p:sp>
      <p:sp>
        <p:nvSpPr>
          <p:cNvPr id="3" name="文本框 2">
            <a:extLst>
              <a:ext uri="{FF2B5EF4-FFF2-40B4-BE49-F238E27FC236}">
                <a16:creationId xmlns:a16="http://schemas.microsoft.com/office/drawing/2014/main" id="{3B05F9C6-DC91-D63D-3FF9-5EDDEC019572}"/>
              </a:ext>
            </a:extLst>
          </p:cNvPr>
          <p:cNvSpPr txBox="1"/>
          <p:nvPr/>
        </p:nvSpPr>
        <p:spPr>
          <a:xfrm>
            <a:off x="2994109" y="969519"/>
            <a:ext cx="2786508" cy="895350"/>
          </a:xfrm>
          <a:prstGeom prst="rect">
            <a:avLst/>
          </a:prstGeom>
          <a:solidFill>
            <a:schemeClr val="bg1">
              <a:lumMod val="85000"/>
            </a:schemeClr>
          </a:solidFill>
        </p:spPr>
        <p:txBody>
          <a:bodyPr wrap="square" rtlCol="0" anchor="ctr" anchorCtr="0">
            <a:noAutofit/>
          </a:bodyPr>
          <a:lstStyle/>
          <a:p>
            <a:pPr marL="0" marR="0" lvl="0" indent="0" algn="ctr" defTabSz="914400" rtl="0" eaLnBrk="1" fontAlgn="auto" latinLnBrk="0" hangingPunct="1">
              <a:lnSpc>
                <a:spcPct val="130000"/>
              </a:lnSpc>
              <a:spcBef>
                <a:spcPts val="0"/>
              </a:spcBef>
              <a:spcAft>
                <a:spcPts val="0"/>
              </a:spcAft>
              <a:buClrTx/>
              <a:buSzTx/>
              <a:buFont typeface="Arial" panose="020B0604020202020204" pitchFamily="34" charset="0"/>
              <a:buNone/>
              <a:tabLst/>
              <a:defRPr/>
            </a:pPr>
            <a:r>
              <a:rPr kumimoji="0" lang="zh-CN" altLang="en-US"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电量优先</a:t>
            </a:r>
            <a:endParaRPr kumimoji="0" lang="en-US" altLang="zh-CN"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mn-ea"/>
            </a:endParaRPr>
          </a:p>
        </p:txBody>
      </p:sp>
      <p:sp>
        <p:nvSpPr>
          <p:cNvPr id="4" name="文本框 3">
            <a:extLst>
              <a:ext uri="{FF2B5EF4-FFF2-40B4-BE49-F238E27FC236}">
                <a16:creationId xmlns:a16="http://schemas.microsoft.com/office/drawing/2014/main" id="{C67CCDA2-D804-2CB0-754C-A44DB6417932}"/>
              </a:ext>
            </a:extLst>
          </p:cNvPr>
          <p:cNvSpPr txBox="1"/>
          <p:nvPr/>
        </p:nvSpPr>
        <p:spPr>
          <a:xfrm>
            <a:off x="6746958" y="1417194"/>
            <a:ext cx="2786508" cy="574177"/>
          </a:xfrm>
          <a:prstGeom prst="rect">
            <a:avLst/>
          </a:prstGeom>
          <a:solidFill>
            <a:schemeClr val="bg1">
              <a:lumMod val="85000"/>
            </a:schemeClr>
          </a:solidFill>
        </p:spPr>
        <p:txBody>
          <a:bodyPr wrap="square" rtlCol="0" anchor="ctr" anchorCtr="0">
            <a:noAutofit/>
          </a:bodyPr>
          <a:lstStyle/>
          <a:p>
            <a:pPr marL="0" marR="0" lvl="0" indent="0" algn="ctr" defTabSz="914400" rtl="0" eaLnBrk="1" fontAlgn="auto" latinLnBrk="0" hangingPunct="1">
              <a:lnSpc>
                <a:spcPct val="130000"/>
              </a:lnSpc>
              <a:spcBef>
                <a:spcPts val="0"/>
              </a:spcBef>
              <a:spcAft>
                <a:spcPts val="0"/>
              </a:spcAft>
              <a:buClrTx/>
              <a:buSzTx/>
              <a:buFont typeface="Arial" panose="020B0604020202020204" pitchFamily="34" charset="0"/>
              <a:buNone/>
              <a:tabLst/>
              <a:defRPr/>
            </a:pP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调度校核规律摸索</a:t>
            </a:r>
            <a:endPar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n-ea"/>
            </a:endParaRPr>
          </a:p>
        </p:txBody>
      </p:sp>
      <p:sp>
        <p:nvSpPr>
          <p:cNvPr id="5" name="文本框 4">
            <a:extLst>
              <a:ext uri="{FF2B5EF4-FFF2-40B4-BE49-F238E27FC236}">
                <a16:creationId xmlns:a16="http://schemas.microsoft.com/office/drawing/2014/main" id="{468AE005-9370-7C59-109B-CD88AA145DEC}"/>
              </a:ext>
            </a:extLst>
          </p:cNvPr>
          <p:cNvSpPr txBox="1"/>
          <p:nvPr/>
        </p:nvSpPr>
        <p:spPr>
          <a:xfrm>
            <a:off x="6746958" y="2325654"/>
            <a:ext cx="2786508" cy="574177"/>
          </a:xfrm>
          <a:prstGeom prst="rect">
            <a:avLst/>
          </a:prstGeom>
          <a:solidFill>
            <a:schemeClr val="bg1">
              <a:lumMod val="85000"/>
            </a:schemeClr>
          </a:solidFill>
        </p:spPr>
        <p:txBody>
          <a:bodyPr wrap="square" rtlCol="0" anchor="ctr" anchorCtr="0">
            <a:noAutofit/>
          </a:bodyPr>
          <a:lstStyle/>
          <a:p>
            <a:pPr marL="0" marR="0" lvl="0" indent="0" algn="ctr" defTabSz="914400" rtl="0" eaLnBrk="1" fontAlgn="auto" latinLnBrk="0" hangingPunct="1">
              <a:lnSpc>
                <a:spcPct val="130000"/>
              </a:lnSpc>
              <a:spcBef>
                <a:spcPts val="0"/>
              </a:spcBef>
              <a:spcAft>
                <a:spcPts val="0"/>
              </a:spcAft>
              <a:buClrTx/>
              <a:buSzTx/>
              <a:buFont typeface="Arial" panose="020B0604020202020204" pitchFamily="34" charset="0"/>
              <a:buNone/>
              <a:tabLst/>
              <a:defRPr/>
            </a:pPr>
            <a:r>
              <a:rPr kumimoji="0" lang="zh-CN" altLang="en-US"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储能集中充放行为预测</a:t>
            </a:r>
            <a:endParaRPr kumimoji="0" lang="en-US" altLang="zh-CN"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mn-ea"/>
            </a:endParaRPr>
          </a:p>
        </p:txBody>
      </p:sp>
      <p:sp>
        <p:nvSpPr>
          <p:cNvPr id="6" name="文本框 5">
            <a:extLst>
              <a:ext uri="{FF2B5EF4-FFF2-40B4-BE49-F238E27FC236}">
                <a16:creationId xmlns:a16="http://schemas.microsoft.com/office/drawing/2014/main" id="{C9857201-C990-C9EB-5371-1BA9823C0F6A}"/>
              </a:ext>
            </a:extLst>
          </p:cNvPr>
          <p:cNvSpPr txBox="1"/>
          <p:nvPr/>
        </p:nvSpPr>
        <p:spPr>
          <a:xfrm>
            <a:off x="2994109" y="2605496"/>
            <a:ext cx="2786508" cy="895350"/>
          </a:xfrm>
          <a:prstGeom prst="rect">
            <a:avLst/>
          </a:prstGeom>
          <a:solidFill>
            <a:schemeClr val="bg1">
              <a:lumMod val="85000"/>
            </a:schemeClr>
          </a:solidFill>
        </p:spPr>
        <p:txBody>
          <a:bodyPr wrap="square" rtlCol="0" anchor="ctr" anchorCtr="0">
            <a:noAutofit/>
          </a:bodyPr>
          <a:lstStyle/>
          <a:p>
            <a:pPr marL="0" marR="0" lvl="0" indent="0" algn="ctr" defTabSz="914400" rtl="0" eaLnBrk="1" fontAlgn="auto" latinLnBrk="0" hangingPunct="1">
              <a:lnSpc>
                <a:spcPct val="130000"/>
              </a:lnSpc>
              <a:spcBef>
                <a:spcPts val="0"/>
              </a:spcBef>
              <a:spcAft>
                <a:spcPts val="0"/>
              </a:spcAft>
              <a:buClrTx/>
              <a:buSzTx/>
              <a:buFont typeface="Arial" panose="020B0604020202020204" pitchFamily="34" charset="0"/>
              <a:buNone/>
              <a:tabLst/>
              <a:defRPr/>
            </a:pPr>
            <a:r>
              <a:rPr kumimoji="0" lang="zh-CN" altLang="en-US"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电价预测</a:t>
            </a:r>
            <a:endParaRPr kumimoji="0" lang="en-US" altLang="zh-CN"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mn-ea"/>
            </a:endParaRPr>
          </a:p>
        </p:txBody>
      </p:sp>
      <p:sp>
        <p:nvSpPr>
          <p:cNvPr id="7" name="文本框 6">
            <a:extLst>
              <a:ext uri="{FF2B5EF4-FFF2-40B4-BE49-F238E27FC236}">
                <a16:creationId xmlns:a16="http://schemas.microsoft.com/office/drawing/2014/main" id="{D9B23299-D1B6-738A-EC47-D113BFE677C6}"/>
              </a:ext>
            </a:extLst>
          </p:cNvPr>
          <p:cNvSpPr txBox="1"/>
          <p:nvPr/>
        </p:nvSpPr>
        <p:spPr>
          <a:xfrm>
            <a:off x="6746958" y="677115"/>
            <a:ext cx="2786508" cy="574177"/>
          </a:xfrm>
          <a:prstGeom prst="rect">
            <a:avLst/>
          </a:prstGeom>
          <a:solidFill>
            <a:schemeClr val="bg1">
              <a:lumMod val="85000"/>
            </a:schemeClr>
          </a:solidFill>
        </p:spPr>
        <p:txBody>
          <a:bodyPr wrap="square" rtlCol="0" anchor="ctr" anchorCtr="0">
            <a:noAutofit/>
          </a:bodyPr>
          <a:lstStyle/>
          <a:p>
            <a:pPr marL="0" marR="0" lvl="0" indent="0" algn="ctr" defTabSz="914400" rtl="0" eaLnBrk="1" fontAlgn="auto" latinLnBrk="0" hangingPunct="1">
              <a:lnSpc>
                <a:spcPct val="130000"/>
              </a:lnSpc>
              <a:spcBef>
                <a:spcPts val="0"/>
              </a:spcBef>
              <a:spcAft>
                <a:spcPts val="0"/>
              </a:spcAft>
              <a:buClrTx/>
              <a:buSzTx/>
              <a:buFont typeface="Arial" panose="020B0604020202020204" pitchFamily="34" charset="0"/>
              <a:buNone/>
              <a:tabLst/>
              <a:defRPr/>
            </a:pPr>
            <a:r>
              <a:rPr kumimoji="0" lang="zh-CN" altLang="en-US"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精益化</a:t>
            </a:r>
            <a:r>
              <a:rPr kumimoji="0" lang="en-US" altLang="zh-CN"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soc</a:t>
            </a:r>
            <a:r>
              <a:rPr kumimoji="0" lang="zh-CN" altLang="en-US"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管理</a:t>
            </a:r>
            <a:endParaRPr kumimoji="0" lang="en-US" altLang="zh-CN"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mn-ea"/>
            </a:endParaRPr>
          </a:p>
        </p:txBody>
      </p:sp>
      <p:sp>
        <p:nvSpPr>
          <p:cNvPr id="9" name="文本框 8">
            <a:extLst>
              <a:ext uri="{FF2B5EF4-FFF2-40B4-BE49-F238E27FC236}">
                <a16:creationId xmlns:a16="http://schemas.microsoft.com/office/drawing/2014/main" id="{EFEE6246-16ED-3777-FAA0-A8C62C93A687}"/>
              </a:ext>
            </a:extLst>
          </p:cNvPr>
          <p:cNvSpPr txBox="1"/>
          <p:nvPr/>
        </p:nvSpPr>
        <p:spPr>
          <a:xfrm>
            <a:off x="6746958" y="4044186"/>
            <a:ext cx="2786508" cy="574177"/>
          </a:xfrm>
          <a:prstGeom prst="rect">
            <a:avLst/>
          </a:prstGeom>
          <a:solidFill>
            <a:schemeClr val="bg1">
              <a:lumMod val="85000"/>
            </a:schemeClr>
          </a:solidFill>
        </p:spPr>
        <p:txBody>
          <a:bodyPr wrap="square" rtlCol="0" anchor="ctr" anchorCtr="0">
            <a:noAutofit/>
          </a:bodyPr>
          <a:lstStyle/>
          <a:p>
            <a:pPr marL="0" marR="0" lvl="0" indent="0" algn="ctr" defTabSz="914400" rtl="0" eaLnBrk="1" fontAlgn="auto" latinLnBrk="0" hangingPunct="1">
              <a:lnSpc>
                <a:spcPct val="130000"/>
              </a:lnSpc>
              <a:spcBef>
                <a:spcPts val="0"/>
              </a:spcBef>
              <a:spcAft>
                <a:spcPts val="0"/>
              </a:spcAft>
              <a:buClrTx/>
              <a:buSzTx/>
              <a:buFont typeface="Arial" panose="020B0604020202020204" pitchFamily="34" charset="0"/>
              <a:buNone/>
              <a:tabLst/>
              <a:defRPr/>
            </a:pPr>
            <a:r>
              <a:rPr kumimoji="0" lang="zh-CN" altLang="en-US"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价格监测与预警</a:t>
            </a:r>
            <a:endParaRPr kumimoji="0" lang="en-US" altLang="zh-CN"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mn-ea"/>
            </a:endParaRPr>
          </a:p>
        </p:txBody>
      </p:sp>
      <p:sp>
        <p:nvSpPr>
          <p:cNvPr id="11" name="文本框 10">
            <a:extLst>
              <a:ext uri="{FF2B5EF4-FFF2-40B4-BE49-F238E27FC236}">
                <a16:creationId xmlns:a16="http://schemas.microsoft.com/office/drawing/2014/main" id="{647D7343-A1BE-2238-536D-5D5DFDD4D57E}"/>
              </a:ext>
            </a:extLst>
          </p:cNvPr>
          <p:cNvSpPr txBox="1"/>
          <p:nvPr/>
        </p:nvSpPr>
        <p:spPr>
          <a:xfrm>
            <a:off x="2994109" y="4791538"/>
            <a:ext cx="2786508" cy="895350"/>
          </a:xfrm>
          <a:prstGeom prst="rect">
            <a:avLst/>
          </a:prstGeom>
          <a:solidFill>
            <a:schemeClr val="bg1">
              <a:lumMod val="85000"/>
            </a:schemeClr>
          </a:solidFill>
        </p:spPr>
        <p:txBody>
          <a:bodyPr wrap="square" rtlCol="0" anchor="ctr" anchorCtr="0">
            <a:noAutofit/>
          </a:bodyPr>
          <a:lstStyle/>
          <a:p>
            <a:pPr marL="0" marR="0" lvl="0" indent="0" algn="ctr" defTabSz="914400" rtl="0" eaLnBrk="1" fontAlgn="auto" latinLnBrk="0" hangingPunct="1">
              <a:lnSpc>
                <a:spcPct val="130000"/>
              </a:lnSpc>
              <a:spcBef>
                <a:spcPts val="0"/>
              </a:spcBef>
              <a:spcAft>
                <a:spcPts val="0"/>
              </a:spcAft>
              <a:buClrTx/>
              <a:buSzTx/>
              <a:buFont typeface="Arial" panose="020B0604020202020204" pitchFamily="34" charset="0"/>
              <a:buNone/>
              <a:tabLst/>
              <a:defRPr/>
            </a:pPr>
            <a:r>
              <a:rPr lang="zh-CN" altLang="en-US" b="1">
                <a:solidFill>
                  <a:prstClr val="black"/>
                </a:solidFill>
                <a:latin typeface="微软雅黑" panose="020B0503020204020204" pitchFamily="34" charset="-122"/>
                <a:ea typeface="微软雅黑" panose="020B0503020204020204" pitchFamily="34" charset="-122"/>
                <a:sym typeface="+mn-ea"/>
              </a:rPr>
              <a:t>申报复盘机制保障</a:t>
            </a:r>
            <a:endParaRPr kumimoji="0" lang="en-US" altLang="zh-CN"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mn-ea"/>
            </a:endParaRPr>
          </a:p>
        </p:txBody>
      </p:sp>
      <p:sp>
        <p:nvSpPr>
          <p:cNvPr id="12" name="文本框 11">
            <a:extLst>
              <a:ext uri="{FF2B5EF4-FFF2-40B4-BE49-F238E27FC236}">
                <a16:creationId xmlns:a16="http://schemas.microsoft.com/office/drawing/2014/main" id="{D9C3DBDD-6B20-10CB-73E5-9C6ACB97A116}"/>
              </a:ext>
            </a:extLst>
          </p:cNvPr>
          <p:cNvSpPr txBox="1"/>
          <p:nvPr/>
        </p:nvSpPr>
        <p:spPr>
          <a:xfrm>
            <a:off x="6746958" y="4825447"/>
            <a:ext cx="2786508" cy="574177"/>
          </a:xfrm>
          <a:prstGeom prst="rect">
            <a:avLst/>
          </a:prstGeom>
          <a:solidFill>
            <a:schemeClr val="bg1">
              <a:lumMod val="85000"/>
            </a:schemeClr>
          </a:solidFill>
        </p:spPr>
        <p:txBody>
          <a:bodyPr wrap="square" rtlCol="0" anchor="ctr" anchorCtr="0">
            <a:noAutofit/>
          </a:bodyPr>
          <a:lstStyle/>
          <a:p>
            <a:pPr marL="0" marR="0" lvl="0" indent="0" algn="ctr" defTabSz="914400" rtl="0" eaLnBrk="1" fontAlgn="auto" latinLnBrk="0" hangingPunct="1">
              <a:lnSpc>
                <a:spcPct val="130000"/>
              </a:lnSpc>
              <a:spcBef>
                <a:spcPts val="0"/>
              </a:spcBef>
              <a:spcAft>
                <a:spcPts val="0"/>
              </a:spcAft>
              <a:buClrTx/>
              <a:buSzTx/>
              <a:buFont typeface="Arial" panose="020B0604020202020204" pitchFamily="34" charset="0"/>
              <a:buNone/>
              <a:tabLst/>
              <a:defRPr/>
            </a:pP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统一策略会</a:t>
            </a:r>
            <a:endPar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n-ea"/>
            </a:endParaRPr>
          </a:p>
        </p:txBody>
      </p:sp>
      <p:sp>
        <p:nvSpPr>
          <p:cNvPr id="13" name="文本框 12">
            <a:extLst>
              <a:ext uri="{FF2B5EF4-FFF2-40B4-BE49-F238E27FC236}">
                <a16:creationId xmlns:a16="http://schemas.microsoft.com/office/drawing/2014/main" id="{F75D36B8-9015-8AA4-8544-B7B9E69C76E7}"/>
              </a:ext>
            </a:extLst>
          </p:cNvPr>
          <p:cNvSpPr txBox="1"/>
          <p:nvPr/>
        </p:nvSpPr>
        <p:spPr>
          <a:xfrm>
            <a:off x="6746958" y="3045521"/>
            <a:ext cx="2786508" cy="574177"/>
          </a:xfrm>
          <a:prstGeom prst="rect">
            <a:avLst/>
          </a:prstGeom>
          <a:solidFill>
            <a:schemeClr val="bg1">
              <a:lumMod val="85000"/>
            </a:schemeClr>
          </a:solidFill>
        </p:spPr>
        <p:txBody>
          <a:bodyPr wrap="square" rtlCol="0" anchor="ctr" anchorCtr="0">
            <a:noAutofit/>
          </a:bodyPr>
          <a:lstStyle/>
          <a:p>
            <a:pPr marL="0" marR="0" lvl="0" indent="0" algn="ctr" defTabSz="914400" rtl="0" eaLnBrk="1" fontAlgn="auto" latinLnBrk="0" hangingPunct="1">
              <a:lnSpc>
                <a:spcPct val="130000"/>
              </a:lnSpc>
              <a:spcBef>
                <a:spcPts val="0"/>
              </a:spcBef>
              <a:spcAft>
                <a:spcPts val="0"/>
              </a:spcAft>
              <a:buClrTx/>
              <a:buSzTx/>
              <a:buFont typeface="Arial" panose="020B0604020202020204" pitchFamily="34" charset="0"/>
              <a:buNone/>
              <a:tabLst/>
              <a:defRPr/>
            </a:pP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红绿灯价格扭曲研究</a:t>
            </a:r>
            <a:endPar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n-ea"/>
            </a:endParaRPr>
          </a:p>
        </p:txBody>
      </p:sp>
      <p:sp>
        <p:nvSpPr>
          <p:cNvPr id="14" name="文本框 13">
            <a:extLst>
              <a:ext uri="{FF2B5EF4-FFF2-40B4-BE49-F238E27FC236}">
                <a16:creationId xmlns:a16="http://schemas.microsoft.com/office/drawing/2014/main" id="{93500C4E-54BD-2FA3-574B-553D7D1B2F87}"/>
              </a:ext>
            </a:extLst>
          </p:cNvPr>
          <p:cNvSpPr txBox="1"/>
          <p:nvPr/>
        </p:nvSpPr>
        <p:spPr>
          <a:xfrm>
            <a:off x="6746958" y="5606708"/>
            <a:ext cx="2786508" cy="574177"/>
          </a:xfrm>
          <a:prstGeom prst="rect">
            <a:avLst/>
          </a:prstGeom>
          <a:solidFill>
            <a:schemeClr val="bg1">
              <a:lumMod val="85000"/>
            </a:schemeClr>
          </a:solidFill>
        </p:spPr>
        <p:txBody>
          <a:bodyPr wrap="square" rtlCol="0" anchor="ctr" anchorCtr="0">
            <a:noAutofit/>
          </a:bodyPr>
          <a:lstStyle/>
          <a:p>
            <a:pPr marL="0" marR="0" lvl="0" indent="0" algn="ctr" defTabSz="914400" rtl="0" eaLnBrk="1" fontAlgn="auto" latinLnBrk="0" hangingPunct="1">
              <a:lnSpc>
                <a:spcPct val="130000"/>
              </a:lnSpc>
              <a:spcBef>
                <a:spcPts val="0"/>
              </a:spcBef>
              <a:spcAft>
                <a:spcPts val="0"/>
              </a:spcAft>
              <a:buClrTx/>
              <a:buSzTx/>
              <a:buFont typeface="Arial" panose="020B0604020202020204" pitchFamily="34" charset="0"/>
              <a:buNone/>
              <a:tabLst/>
              <a:defRPr/>
            </a:pP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日、周、月循环复盘迭代</a:t>
            </a:r>
            <a:endPar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n-ea"/>
            </a:endParaRPr>
          </a:p>
        </p:txBody>
      </p:sp>
    </p:spTree>
    <p:extLst>
      <p:ext uri="{BB962C8B-B14F-4D97-AF65-F5344CB8AC3E}">
        <p14:creationId xmlns:p14="http://schemas.microsoft.com/office/powerpoint/2010/main" val="32487436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03A9B-62A6-B8B0-91A0-72BB23ED4A6F}"/>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F18FC951-7D82-9B18-D093-89B82B63B2C1}"/>
              </a:ext>
            </a:extLst>
          </p:cNvPr>
          <p:cNvSpPr/>
          <p:nvPr/>
        </p:nvSpPr>
        <p:spPr>
          <a:xfrm>
            <a:off x="0" y="0"/>
            <a:ext cx="12192000" cy="574177"/>
          </a:xfrm>
          <a:prstGeom prst="rect">
            <a:avLst/>
          </a:prstGeom>
          <a:solidFill>
            <a:srgbClr val="3B3B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 name="文本框 5">
            <a:extLst>
              <a:ext uri="{FF2B5EF4-FFF2-40B4-BE49-F238E27FC236}">
                <a16:creationId xmlns:a16="http://schemas.microsoft.com/office/drawing/2014/main" id="{4E27221E-DA37-479D-53C7-A531033649DD}"/>
              </a:ext>
            </a:extLst>
          </p:cNvPr>
          <p:cNvSpPr txBox="1"/>
          <p:nvPr/>
        </p:nvSpPr>
        <p:spPr>
          <a:xfrm>
            <a:off x="126997" y="102938"/>
            <a:ext cx="7026277" cy="369332"/>
          </a:xfrm>
          <a:prstGeom prst="rect">
            <a:avLst/>
          </a:prstGeom>
          <a:noFill/>
        </p:spPr>
        <p:txBody>
          <a:bodyPr wrap="square" rtlCol="0">
            <a:spAutoFit/>
          </a:bodyPr>
          <a:lstStyle/>
          <a:p>
            <a:pPr lvl="0">
              <a:defRPr/>
            </a:pPr>
            <a:r>
              <a:rPr lang="en-US" altLang="zh-CN">
                <a:solidFill>
                  <a:prstClr val="white"/>
                </a:solidFill>
                <a:latin typeface="微软雅黑" panose="020B0503020204020204" pitchFamily="34" charset="-122"/>
                <a:ea typeface="微软雅黑" panose="020B0503020204020204" pitchFamily="34" charset="-122"/>
              </a:rPr>
              <a:t>4. </a:t>
            </a:r>
            <a:r>
              <a:rPr lang="zh-CN" altLang="en-US">
                <a:solidFill>
                  <a:prstClr val="white"/>
                </a:solidFill>
                <a:latin typeface="微软雅黑" panose="020B0503020204020204" pitchFamily="34" charset="-122"/>
                <a:ea typeface="微软雅黑" panose="020B0503020204020204" pitchFamily="34" charset="-122"/>
              </a:rPr>
              <a:t>综合收益提升的措施与成效</a:t>
            </a: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 name="文本框 4">
            <a:extLst>
              <a:ext uri="{FF2B5EF4-FFF2-40B4-BE49-F238E27FC236}">
                <a16:creationId xmlns:a16="http://schemas.microsoft.com/office/drawing/2014/main" id="{7F927E50-0B6F-2E52-B694-7BAFEE919E5A}"/>
              </a:ext>
            </a:extLst>
          </p:cNvPr>
          <p:cNvSpPr txBox="1"/>
          <p:nvPr/>
        </p:nvSpPr>
        <p:spPr>
          <a:xfrm>
            <a:off x="126998" y="620079"/>
            <a:ext cx="12065001" cy="874407"/>
          </a:xfrm>
          <a:prstGeom prst="rect">
            <a:avLst/>
          </a:prstGeom>
          <a:noFill/>
        </p:spPr>
        <p:txBody>
          <a:bodyPr wrap="square" rtlCol="0">
            <a:spAutoFit/>
          </a:bodyPr>
          <a:lstStyle/>
          <a:p>
            <a:pPr lvl="0">
              <a:lnSpc>
                <a:spcPct val="150000"/>
              </a:lnSpc>
              <a:defRPr/>
            </a:pPr>
            <a:r>
              <a:rPr lang="zh-CN" altLang="en-US">
                <a:solidFill>
                  <a:prstClr val="black"/>
                </a:solidFill>
                <a:latin typeface="微软雅黑" panose="020B0503020204020204" pitchFamily="34" charset="-122"/>
                <a:ea typeface="微软雅黑" panose="020B0503020204020204" pitchFamily="34" charset="-122"/>
              </a:rPr>
              <a:t>本月团队经过半年摸索和积累，通过</a:t>
            </a:r>
            <a:r>
              <a:rPr lang="en-US" altLang="zh-CN" b="1">
                <a:solidFill>
                  <a:prstClr val="black"/>
                </a:solidFill>
                <a:latin typeface="微软雅黑" panose="020B0503020204020204" pitchFamily="34" charset="-122"/>
                <a:ea typeface="微软雅黑" panose="020B0503020204020204" pitchFamily="34" charset="-122"/>
              </a:rPr>
              <a:t>SOC</a:t>
            </a:r>
            <a:r>
              <a:rPr lang="zh-CN" altLang="en-US" b="1">
                <a:solidFill>
                  <a:prstClr val="black"/>
                </a:solidFill>
                <a:latin typeface="微软雅黑" panose="020B0503020204020204" pitchFamily="34" charset="-122"/>
                <a:ea typeface="微软雅黑" panose="020B0503020204020204" pitchFamily="34" charset="-122"/>
              </a:rPr>
              <a:t>精细化管理</a:t>
            </a:r>
            <a:r>
              <a:rPr lang="zh-CN" altLang="en-US">
                <a:solidFill>
                  <a:prstClr val="black"/>
                </a:solidFill>
                <a:latin typeface="微软雅黑" panose="020B0503020204020204" pitchFamily="34" charset="-122"/>
                <a:ea typeface="微软雅黑" panose="020B0503020204020204" pitchFamily="34" charset="-122"/>
              </a:rPr>
              <a:t>，</a:t>
            </a:r>
            <a:r>
              <a:rPr lang="zh-CN" altLang="en-US" b="1">
                <a:solidFill>
                  <a:prstClr val="black"/>
                </a:solidFill>
                <a:latin typeface="微软雅黑" panose="020B0503020204020204" pitchFamily="34" charset="-122"/>
                <a:ea typeface="微软雅黑" panose="020B0503020204020204" pitchFamily="34" charset="-122"/>
              </a:rPr>
              <a:t>全网充放电行为预测结合交易策略</a:t>
            </a:r>
            <a:r>
              <a:rPr lang="zh-CN" altLang="en-US">
                <a:solidFill>
                  <a:prstClr val="black"/>
                </a:solidFill>
                <a:latin typeface="微软雅黑" panose="020B0503020204020204" pitchFamily="34" charset="-122"/>
                <a:ea typeface="微软雅黑" panose="020B0503020204020204" pitchFamily="34" charset="-122"/>
              </a:rPr>
              <a:t>，叠加</a:t>
            </a:r>
            <a:r>
              <a:rPr lang="en-US" altLang="zh-CN" b="1">
                <a:solidFill>
                  <a:prstClr val="black"/>
                </a:solidFill>
                <a:latin typeface="微软雅黑" panose="020B0503020204020204" pitchFamily="34" charset="-122"/>
                <a:ea typeface="微软雅黑" panose="020B0503020204020204" pitchFamily="34" charset="-122"/>
              </a:rPr>
              <a:t>DOD</a:t>
            </a:r>
            <a:r>
              <a:rPr lang="zh-CN" altLang="en-US" b="1">
                <a:solidFill>
                  <a:prstClr val="black"/>
                </a:solidFill>
                <a:latin typeface="微软雅黑" panose="020B0503020204020204" pitchFamily="34" charset="-122"/>
                <a:ea typeface="微软雅黑" panose="020B0503020204020204" pitchFamily="34" charset="-122"/>
              </a:rPr>
              <a:t>放开，保证在</a:t>
            </a:r>
            <a:r>
              <a:rPr lang="en-US" altLang="zh-CN">
                <a:solidFill>
                  <a:prstClr val="black"/>
                </a:solidFill>
                <a:latin typeface="微软雅黑" panose="020B0503020204020204" pitchFamily="34" charset="-122"/>
                <a:ea typeface="微软雅黑" panose="020B0503020204020204" pitchFamily="34" charset="-122"/>
              </a:rPr>
              <a:t>5</a:t>
            </a:r>
            <a:r>
              <a:rPr lang="zh-CN" altLang="en-US">
                <a:solidFill>
                  <a:prstClr val="black"/>
                </a:solidFill>
                <a:latin typeface="微软雅黑" panose="020B0503020204020204" pitchFamily="34" charset="-122"/>
                <a:ea typeface="微软雅黑" panose="020B0503020204020204" pitchFamily="34" charset="-122"/>
              </a:rPr>
              <a:t>月良好的市场环境下，将市场环境中的“峰谷价格价值”</a:t>
            </a:r>
            <a:r>
              <a:rPr lang="zh-CN" altLang="en-US" b="1">
                <a:solidFill>
                  <a:prstClr val="black"/>
                </a:solidFill>
                <a:latin typeface="微软雅黑" panose="020B0503020204020204" pitchFamily="34" charset="-122"/>
                <a:ea typeface="微软雅黑" panose="020B0503020204020204" pitchFamily="34" charset="-122"/>
              </a:rPr>
              <a:t>最大化的转化</a:t>
            </a:r>
            <a:r>
              <a:rPr lang="zh-CN" altLang="en-US">
                <a:solidFill>
                  <a:prstClr val="black"/>
                </a:solidFill>
                <a:latin typeface="微软雅黑" panose="020B0503020204020204" pitchFamily="34" charset="-122"/>
                <a:ea typeface="微软雅黑" panose="020B0503020204020204" pitchFamily="34" charset="-122"/>
              </a:rPr>
              <a:t>为实际收益，有效提升场站收益。</a:t>
            </a:r>
          </a:p>
        </p:txBody>
      </p:sp>
      <p:sp>
        <p:nvSpPr>
          <p:cNvPr id="17" name="文本框 16">
            <a:extLst>
              <a:ext uri="{FF2B5EF4-FFF2-40B4-BE49-F238E27FC236}">
                <a16:creationId xmlns:a16="http://schemas.microsoft.com/office/drawing/2014/main" id="{970CEF91-32EC-B3F0-E1FB-85FD70AE6596}"/>
              </a:ext>
            </a:extLst>
          </p:cNvPr>
          <p:cNvSpPr txBox="1"/>
          <p:nvPr/>
        </p:nvSpPr>
        <p:spPr>
          <a:xfrm>
            <a:off x="274633" y="5082921"/>
            <a:ext cx="11777293" cy="700576"/>
          </a:xfrm>
          <a:prstGeom prst="rect">
            <a:avLst/>
          </a:prstGeom>
          <a:noFill/>
        </p:spPr>
        <p:txBody>
          <a:bodyPr wrap="square" rtlCol="0">
            <a:spAutoFit/>
          </a:bodyPr>
          <a:lstStyle/>
          <a:p>
            <a:pPr marL="285750" marR="0" lvl="0" indent="-285750"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lang="zh-CN" altLang="en-US" sz="1400" b="1">
                <a:solidFill>
                  <a:schemeClr val="tx2">
                    <a:lumMod val="50000"/>
                  </a:schemeClr>
                </a:solidFill>
                <a:latin typeface="微软雅黑" panose="020B0503020204020204" pitchFamily="34" charset="-122"/>
                <a:ea typeface="微软雅黑" panose="020B0503020204020204" pitchFamily="34" charset="-122"/>
              </a:rPr>
              <a:t>现象</a:t>
            </a:r>
            <a:r>
              <a:rPr lang="zh-CN" altLang="en-US" sz="1400">
                <a:solidFill>
                  <a:prstClr val="black"/>
                </a:solidFill>
                <a:latin typeface="微软雅黑" panose="020B0503020204020204" pitchFamily="34" charset="-122"/>
                <a:ea typeface="微软雅黑" panose="020B0503020204020204" pitchFamily="34" charset="-122"/>
              </a:rPr>
              <a:t>：多日、多场站验证后，确定调度以固定充放电效率值（</a:t>
            </a:r>
            <a:r>
              <a:rPr lang="en-US" altLang="zh-CN" sz="1400">
                <a:solidFill>
                  <a:prstClr val="black"/>
                </a:solidFill>
                <a:latin typeface="微软雅黑" panose="020B0503020204020204" pitchFamily="34" charset="-122"/>
                <a:ea typeface="微软雅黑" panose="020B0503020204020204" pitchFamily="34" charset="-122"/>
              </a:rPr>
              <a:t>95%</a:t>
            </a:r>
            <a:r>
              <a:rPr lang="zh-CN" altLang="en-US" sz="1400">
                <a:solidFill>
                  <a:prstClr val="black"/>
                </a:solidFill>
                <a:latin typeface="微软雅黑" panose="020B0503020204020204" pitchFamily="34" charset="-122"/>
                <a:ea typeface="微软雅黑" panose="020B0503020204020204" pitchFamily="34" charset="-122"/>
              </a:rPr>
              <a:t>）、申报场站</a:t>
            </a:r>
            <a:r>
              <a:rPr lang="en-US" altLang="zh-CN" sz="1400">
                <a:solidFill>
                  <a:prstClr val="black"/>
                </a:solidFill>
                <a:latin typeface="微软雅黑" panose="020B0503020204020204" pitchFamily="34" charset="-122"/>
                <a:ea typeface="微软雅黑" panose="020B0503020204020204" pitchFamily="34" charset="-122"/>
              </a:rPr>
              <a:t>SOC</a:t>
            </a:r>
            <a:r>
              <a:rPr lang="zh-CN" altLang="en-US" sz="1400">
                <a:solidFill>
                  <a:prstClr val="black"/>
                </a:solidFill>
                <a:latin typeface="微软雅黑" panose="020B0503020204020204" pitchFamily="34" charset="-122"/>
                <a:ea typeface="微软雅黑" panose="020B0503020204020204" pitchFamily="34" charset="-122"/>
              </a:rPr>
              <a:t>上限（</a:t>
            </a:r>
            <a:r>
              <a:rPr lang="en-US" altLang="zh-CN" sz="1400">
                <a:solidFill>
                  <a:prstClr val="black"/>
                </a:solidFill>
                <a:latin typeface="微软雅黑" panose="020B0503020204020204" pitchFamily="34" charset="-122"/>
                <a:ea typeface="微软雅黑" panose="020B0503020204020204" pitchFamily="34" charset="-122"/>
              </a:rPr>
              <a:t>95%</a:t>
            </a:r>
            <a:r>
              <a:rPr lang="zh-CN" altLang="en-US" sz="1400">
                <a:solidFill>
                  <a:prstClr val="black"/>
                </a:solidFill>
                <a:latin typeface="微软雅黑" panose="020B0503020204020204" pitchFamily="34" charset="-122"/>
                <a:ea typeface="微软雅黑" panose="020B0503020204020204" pitchFamily="34" charset="-122"/>
              </a:rPr>
              <a:t>）校核充电曲线，中午时段</a:t>
            </a:r>
            <a:r>
              <a:rPr lang="en-US" altLang="zh-CN" sz="1400">
                <a:solidFill>
                  <a:prstClr val="black"/>
                </a:solidFill>
                <a:latin typeface="微软雅黑" panose="020B0503020204020204" pitchFamily="34" charset="-122"/>
                <a:ea typeface="微软雅黑" panose="020B0503020204020204" pitchFamily="34" charset="-122"/>
              </a:rPr>
              <a:t>SOC</a:t>
            </a:r>
            <a:r>
              <a:rPr lang="zh-CN" altLang="en-US" sz="1400">
                <a:solidFill>
                  <a:prstClr val="black"/>
                </a:solidFill>
                <a:latin typeface="微软雅黑" panose="020B0503020204020204" pitchFamily="34" charset="-122"/>
                <a:ea typeface="微软雅黑" panose="020B0503020204020204" pitchFamily="34" charset="-122"/>
              </a:rPr>
              <a:t>无法到达上限。</a:t>
            </a:r>
            <a:endParaRPr lang="en-US" altLang="zh-CN" sz="1400">
              <a:solidFill>
                <a:prstClr val="black"/>
              </a:solidFill>
              <a:latin typeface="微软雅黑" panose="020B0503020204020204" pitchFamily="34" charset="-122"/>
              <a:ea typeface="微软雅黑" panose="020B0503020204020204" pitchFamily="34" charset="-122"/>
            </a:endParaRPr>
          </a:p>
          <a:p>
            <a:pPr marL="0" marR="0" lvl="0" indent="0" defTabSz="914400" rtl="0" eaLnBrk="1" fontAlgn="auto" latinLnBrk="0" hangingPunct="1">
              <a:lnSpc>
                <a:spcPct val="150000"/>
              </a:lnSpc>
              <a:spcBef>
                <a:spcPts val="0"/>
              </a:spcBef>
              <a:spcAft>
                <a:spcPts val="0"/>
              </a:spcAft>
              <a:buClrTx/>
              <a:buSzTx/>
              <a:buFontTx/>
              <a:buNone/>
              <a:tabLst/>
              <a:defRPr/>
            </a:pPr>
            <a:r>
              <a:rPr lang="zh-CN" altLang="en-US" sz="1400">
                <a:solidFill>
                  <a:prstClr val="black"/>
                </a:solidFill>
                <a:latin typeface="微软雅黑" panose="020B0503020204020204" pitchFamily="34" charset="-122"/>
                <a:ea typeface="微软雅黑" panose="020B0503020204020204" pitchFamily="34" charset="-122"/>
              </a:rPr>
              <a:t>但申报计划仍保持充电功率，出现“充满还在充”的情况。</a:t>
            </a:r>
            <a:endParaRPr kumimoji="0" lang="zh-CN" altLang="en-US" sz="140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8" name="文本框 17">
            <a:extLst>
              <a:ext uri="{FF2B5EF4-FFF2-40B4-BE49-F238E27FC236}">
                <a16:creationId xmlns:a16="http://schemas.microsoft.com/office/drawing/2014/main" id="{97D275BF-DD4E-3294-6280-2054FD7E1DF5}"/>
              </a:ext>
            </a:extLst>
          </p:cNvPr>
          <p:cNvSpPr txBox="1"/>
          <p:nvPr/>
        </p:nvSpPr>
        <p:spPr>
          <a:xfrm>
            <a:off x="274633" y="5837635"/>
            <a:ext cx="11777293" cy="307777"/>
          </a:xfrm>
          <a:prstGeom prst="rect">
            <a:avLst/>
          </a:prstGeom>
          <a:noFill/>
        </p:spPr>
        <p:txBody>
          <a:bodyPr wrap="square" rtlCol="0">
            <a:spAutoFit/>
          </a:bodyPr>
          <a:lstStyle>
            <a:defPPr>
              <a:defRPr lang="en-US"/>
            </a:defPPr>
            <a:lvl1pPr marR="0" lvl="0" indent="0" fontAlgn="auto">
              <a:lnSpc>
                <a:spcPct val="100000"/>
              </a:lnSpc>
              <a:spcBef>
                <a:spcPts val="0"/>
              </a:spcBef>
              <a:spcAft>
                <a:spcPts val="0"/>
              </a:spcAft>
              <a:buClrTx/>
              <a:buSzTx/>
              <a:buFontTx/>
              <a:buNone/>
              <a:tabLst/>
              <a:defRPr sz="1400" b="1">
                <a:solidFill>
                  <a:prstClr val="black"/>
                </a:solidFill>
                <a:latin typeface="微软雅黑" panose="020B0503020204020204" pitchFamily="34" charset="-122"/>
                <a:ea typeface="微软雅黑" panose="020B0503020204020204" pitchFamily="34" charset="-122"/>
              </a:defRPr>
            </a:lvl1pPr>
          </a:lstStyle>
          <a:p>
            <a:pPr marL="285750" indent="-285750">
              <a:buFont typeface="Wingdings" panose="05000000000000000000" pitchFamily="2" charset="2"/>
              <a:buChar char="p"/>
            </a:pPr>
            <a:r>
              <a:rPr lang="zh-CN" altLang="en-US">
                <a:solidFill>
                  <a:schemeClr val="tx2">
                    <a:lumMod val="50000"/>
                  </a:schemeClr>
                </a:solidFill>
              </a:rPr>
              <a:t>收益</a:t>
            </a:r>
            <a:r>
              <a:rPr lang="zh-CN" altLang="en-US"/>
              <a:t>：有效降低</a:t>
            </a:r>
            <a:r>
              <a:rPr lang="en-US" altLang="zh-CN"/>
              <a:t>2%</a:t>
            </a:r>
            <a:r>
              <a:rPr lang="zh-CN" altLang="en-US"/>
              <a:t>的充电校核，按价差</a:t>
            </a:r>
            <a:r>
              <a:rPr lang="en-US" altLang="zh-CN"/>
              <a:t>0.1</a:t>
            </a:r>
            <a:r>
              <a:rPr lang="zh-CN" altLang="en-US"/>
              <a:t>元</a:t>
            </a:r>
            <a:r>
              <a:rPr lang="en-US" altLang="zh-CN"/>
              <a:t>/kwh</a:t>
            </a:r>
            <a:r>
              <a:rPr lang="zh-CN" altLang="en-US"/>
              <a:t>，</a:t>
            </a:r>
            <a:r>
              <a:rPr lang="en-US" altLang="zh-CN"/>
              <a:t>400Mwh</a:t>
            </a:r>
            <a:r>
              <a:rPr lang="zh-CN" altLang="en-US"/>
              <a:t>场站每月约获益</a:t>
            </a:r>
            <a:r>
              <a:rPr lang="en-US" altLang="zh-CN"/>
              <a:t>10</a:t>
            </a:r>
            <a:r>
              <a:rPr lang="zh-CN" altLang="en-US"/>
              <a:t>万元</a:t>
            </a:r>
            <a:r>
              <a:rPr lang="zh-CN" altLang="en-US" b="0"/>
              <a:t>。</a:t>
            </a:r>
          </a:p>
        </p:txBody>
      </p:sp>
      <p:sp>
        <p:nvSpPr>
          <p:cNvPr id="21" name="文本框 20">
            <a:extLst>
              <a:ext uri="{FF2B5EF4-FFF2-40B4-BE49-F238E27FC236}">
                <a16:creationId xmlns:a16="http://schemas.microsoft.com/office/drawing/2014/main" id="{5E7FD389-DB0A-EFB7-25F2-E867B2B4EF26}"/>
              </a:ext>
            </a:extLst>
          </p:cNvPr>
          <p:cNvSpPr txBox="1"/>
          <p:nvPr/>
        </p:nvSpPr>
        <p:spPr>
          <a:xfrm>
            <a:off x="536574" y="1668267"/>
            <a:ext cx="105858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b="1">
                <a:solidFill>
                  <a:prstClr val="black"/>
                </a:solidFill>
                <a:latin typeface="微软雅黑" panose="020B0503020204020204" pitchFamily="34" charset="-122"/>
                <a:ea typeface="微软雅黑" panose="020B0503020204020204" pitchFamily="34" charset="-122"/>
              </a:rPr>
              <a:t>1. SOC</a:t>
            </a:r>
            <a:r>
              <a:rPr lang="zh-CN" altLang="en-US" b="1">
                <a:solidFill>
                  <a:prstClr val="black"/>
                </a:solidFill>
                <a:latin typeface="微软雅黑" panose="020B0503020204020204" pitchFamily="34" charset="-122"/>
                <a:ea typeface="微软雅黑" panose="020B0503020204020204" pitchFamily="34" charset="-122"/>
              </a:rPr>
              <a:t>的精益化管理</a:t>
            </a:r>
            <a:endParaRPr kumimoji="0" lang="zh-CN" altLang="en-US"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3" name="表格 2">
            <a:extLst>
              <a:ext uri="{FF2B5EF4-FFF2-40B4-BE49-F238E27FC236}">
                <a16:creationId xmlns:a16="http://schemas.microsoft.com/office/drawing/2014/main" id="{27E5D252-4DCA-5E05-7540-8B5095B33C5B}"/>
              </a:ext>
            </a:extLst>
          </p:cNvPr>
          <p:cNvGraphicFramePr>
            <a:graphicFrameLocks noGrp="1"/>
          </p:cNvGraphicFramePr>
          <p:nvPr>
            <p:extLst>
              <p:ext uri="{D42A27DB-BD31-4B8C-83A1-F6EECF244321}">
                <p14:modId xmlns:p14="http://schemas.microsoft.com/office/powerpoint/2010/main" val="2996686275"/>
              </p:ext>
            </p:extLst>
          </p:nvPr>
        </p:nvGraphicFramePr>
        <p:xfrm>
          <a:off x="641350" y="2240872"/>
          <a:ext cx="5095873" cy="2592000"/>
        </p:xfrm>
        <a:graphic>
          <a:graphicData uri="http://schemas.openxmlformats.org/drawingml/2006/table">
            <a:tbl>
              <a:tblPr/>
              <a:tblGrid>
                <a:gridCol w="1287433">
                  <a:extLst>
                    <a:ext uri="{9D8B030D-6E8A-4147-A177-3AD203B41FA5}">
                      <a16:colId xmlns:a16="http://schemas.microsoft.com/office/drawing/2014/main" val="2323283143"/>
                    </a:ext>
                  </a:extLst>
                </a:gridCol>
                <a:gridCol w="761688">
                  <a:extLst>
                    <a:ext uri="{9D8B030D-6E8A-4147-A177-3AD203B41FA5}">
                      <a16:colId xmlns:a16="http://schemas.microsoft.com/office/drawing/2014/main" val="483915304"/>
                    </a:ext>
                  </a:extLst>
                </a:gridCol>
                <a:gridCol w="761688">
                  <a:extLst>
                    <a:ext uri="{9D8B030D-6E8A-4147-A177-3AD203B41FA5}">
                      <a16:colId xmlns:a16="http://schemas.microsoft.com/office/drawing/2014/main" val="4095489913"/>
                    </a:ext>
                  </a:extLst>
                </a:gridCol>
                <a:gridCol w="761688">
                  <a:extLst>
                    <a:ext uri="{9D8B030D-6E8A-4147-A177-3AD203B41FA5}">
                      <a16:colId xmlns:a16="http://schemas.microsoft.com/office/drawing/2014/main" val="2561663660"/>
                    </a:ext>
                  </a:extLst>
                </a:gridCol>
                <a:gridCol w="761688">
                  <a:extLst>
                    <a:ext uri="{9D8B030D-6E8A-4147-A177-3AD203B41FA5}">
                      <a16:colId xmlns:a16="http://schemas.microsoft.com/office/drawing/2014/main" val="1356671900"/>
                    </a:ext>
                  </a:extLst>
                </a:gridCol>
                <a:gridCol w="761688">
                  <a:extLst>
                    <a:ext uri="{9D8B030D-6E8A-4147-A177-3AD203B41FA5}">
                      <a16:colId xmlns:a16="http://schemas.microsoft.com/office/drawing/2014/main" val="2162176223"/>
                    </a:ext>
                  </a:extLst>
                </a:gridCol>
              </a:tblGrid>
              <a:tr h="288000">
                <a:tc>
                  <a:txBody>
                    <a:bodyPr/>
                    <a:lstStyle/>
                    <a:p>
                      <a:pPr algn="ctr" rtl="0" fontAlgn="ctr"/>
                      <a:r>
                        <a:rPr lang="zh-CN" altLang="en-US" sz="900" b="1" u="none" strike="noStrike">
                          <a:solidFill>
                            <a:srgbClr val="FFFFFF"/>
                          </a:solidFill>
                          <a:effectLst/>
                          <a:latin typeface="微软雅黑" panose="020B0503020204020204" pitchFamily="34" charset="-122"/>
                          <a:ea typeface="微软雅黑" panose="020B0503020204020204" pitchFamily="34" charset="-122"/>
                        </a:rPr>
                        <a:t>时段</a:t>
                      </a:r>
                      <a:endParaRPr lang="zh-CN" altLang="en-US" sz="1050" b="1"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1B2838"/>
                    </a:solidFill>
                  </a:tcPr>
                </a:tc>
                <a:tc>
                  <a:txBody>
                    <a:bodyPr/>
                    <a:lstStyle/>
                    <a:p>
                      <a:pPr algn="ctr" rtl="0" fontAlgn="ctr"/>
                      <a:r>
                        <a:rPr lang="en-US" altLang="zh-CN" sz="900" b="1" u="none" strike="noStrike">
                          <a:solidFill>
                            <a:srgbClr val="FFFFFF"/>
                          </a:solidFill>
                          <a:effectLst/>
                          <a:latin typeface="微软雅黑" panose="020B0503020204020204" pitchFamily="34" charset="-122"/>
                          <a:ea typeface="微软雅黑" panose="020B0503020204020204" pitchFamily="34" charset="-122"/>
                        </a:rPr>
                        <a:t>10:45</a:t>
                      </a:r>
                      <a:endParaRPr lang="en-US" altLang="zh-CN" sz="1050" b="1"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1B2838"/>
                    </a:solidFill>
                  </a:tcPr>
                </a:tc>
                <a:tc>
                  <a:txBody>
                    <a:bodyPr/>
                    <a:lstStyle/>
                    <a:p>
                      <a:pPr algn="ctr" rtl="0" fontAlgn="ctr"/>
                      <a:r>
                        <a:rPr lang="en-US" altLang="zh-CN" sz="900" b="1" u="none" strike="noStrike">
                          <a:solidFill>
                            <a:srgbClr val="FFFFFF"/>
                          </a:solidFill>
                          <a:effectLst/>
                          <a:latin typeface="微软雅黑" panose="020B0503020204020204" pitchFamily="34" charset="-122"/>
                          <a:ea typeface="微软雅黑" panose="020B0503020204020204" pitchFamily="34" charset="-122"/>
                        </a:rPr>
                        <a:t>11:00</a:t>
                      </a:r>
                      <a:endParaRPr lang="en-US" altLang="zh-CN" sz="1050" b="1"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1B2838"/>
                    </a:solidFill>
                  </a:tcPr>
                </a:tc>
                <a:tc>
                  <a:txBody>
                    <a:bodyPr/>
                    <a:lstStyle/>
                    <a:p>
                      <a:pPr algn="ctr" rtl="0" fontAlgn="ctr"/>
                      <a:r>
                        <a:rPr lang="en-US" altLang="zh-CN" sz="900" b="1" u="none" strike="noStrike">
                          <a:solidFill>
                            <a:srgbClr val="FFFFFF"/>
                          </a:solidFill>
                          <a:effectLst/>
                          <a:latin typeface="微软雅黑" panose="020B0503020204020204" pitchFamily="34" charset="-122"/>
                          <a:ea typeface="微软雅黑" panose="020B0503020204020204" pitchFamily="34" charset="-122"/>
                        </a:rPr>
                        <a:t>11:15</a:t>
                      </a:r>
                      <a:endParaRPr lang="en-US" altLang="zh-CN" sz="1050" b="1"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1B2838"/>
                    </a:solidFill>
                  </a:tcPr>
                </a:tc>
                <a:tc>
                  <a:txBody>
                    <a:bodyPr/>
                    <a:lstStyle/>
                    <a:p>
                      <a:pPr algn="ctr" rtl="0" fontAlgn="ctr"/>
                      <a:r>
                        <a:rPr lang="en-US" altLang="zh-CN" sz="900" b="1" u="none" strike="noStrike">
                          <a:solidFill>
                            <a:srgbClr val="FFFFFF"/>
                          </a:solidFill>
                          <a:effectLst/>
                          <a:latin typeface="微软雅黑" panose="020B0503020204020204" pitchFamily="34" charset="-122"/>
                          <a:ea typeface="微软雅黑" panose="020B0503020204020204" pitchFamily="34" charset="-122"/>
                        </a:rPr>
                        <a:t>11:30</a:t>
                      </a:r>
                      <a:endParaRPr lang="en-US" altLang="zh-CN" sz="1050" b="1"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1B2838"/>
                    </a:solidFill>
                  </a:tcPr>
                </a:tc>
                <a:tc>
                  <a:txBody>
                    <a:bodyPr/>
                    <a:lstStyle/>
                    <a:p>
                      <a:pPr algn="ctr" rtl="0" fontAlgn="ctr"/>
                      <a:r>
                        <a:rPr lang="en-US" altLang="zh-CN" sz="900" b="1" u="none" strike="noStrike">
                          <a:solidFill>
                            <a:srgbClr val="FFFFFF"/>
                          </a:solidFill>
                          <a:effectLst/>
                          <a:latin typeface="微软雅黑" panose="020B0503020204020204" pitchFamily="34" charset="-122"/>
                          <a:ea typeface="微软雅黑" panose="020B0503020204020204" pitchFamily="34" charset="-122"/>
                        </a:rPr>
                        <a:t>11:45</a:t>
                      </a:r>
                      <a:endParaRPr lang="en-US" altLang="zh-CN" sz="1050" b="1"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1B2838"/>
                    </a:solidFill>
                  </a:tcPr>
                </a:tc>
                <a:extLst>
                  <a:ext uri="{0D108BD9-81ED-4DB2-BD59-A6C34878D82A}">
                    <a16:rowId xmlns:a16="http://schemas.microsoft.com/office/drawing/2014/main" val="4188394173"/>
                  </a:ext>
                </a:extLst>
              </a:tr>
              <a:tr h="288000">
                <a:tc>
                  <a:txBody>
                    <a:bodyPr/>
                    <a:lstStyle/>
                    <a:p>
                      <a:pPr algn="ctr" rtl="0" fontAlgn="ctr"/>
                      <a:r>
                        <a:rPr lang="zh-CN" altLang="en-US" sz="900" b="1" u="none" strike="noStrike">
                          <a:solidFill>
                            <a:srgbClr val="FFFFFF"/>
                          </a:solidFill>
                          <a:effectLst/>
                          <a:latin typeface="微软雅黑" panose="020B0503020204020204" pitchFamily="34" charset="-122"/>
                          <a:ea typeface="微软雅黑" panose="020B0503020204020204" pitchFamily="34" charset="-122"/>
                        </a:rPr>
                        <a:t>交易申报计划 </a:t>
                      </a:r>
                      <a:r>
                        <a:rPr lang="en-US" altLang="zh-CN" sz="900" b="1" u="none" strike="noStrike">
                          <a:solidFill>
                            <a:srgbClr val="FFFFFF"/>
                          </a:solidFill>
                          <a:effectLst/>
                          <a:latin typeface="微软雅黑" panose="020B0503020204020204" pitchFamily="34" charset="-122"/>
                          <a:ea typeface="微软雅黑" panose="020B0503020204020204" pitchFamily="34" charset="-122"/>
                        </a:rPr>
                        <a:t>MW</a:t>
                      </a:r>
                      <a:endParaRPr lang="zh-CN" altLang="en-US"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2C3E50"/>
                    </a:solidFill>
                  </a:tcPr>
                </a:tc>
                <a:tc>
                  <a:txBody>
                    <a:bodyPr/>
                    <a:lstStyle/>
                    <a:p>
                      <a:pPr algn="ctr" rtl="0" fontAlgn="ctr"/>
                      <a:r>
                        <a:rPr lang="en-US" altLang="zh-CN" sz="900" b="1" u="none" strike="noStrike">
                          <a:solidFill>
                            <a:srgbClr val="FFFFFF"/>
                          </a:solidFill>
                          <a:effectLst/>
                          <a:latin typeface="微软雅黑" panose="020B0503020204020204" pitchFamily="34" charset="-122"/>
                          <a:ea typeface="微软雅黑" panose="020B0503020204020204" pitchFamily="34" charset="-122"/>
                        </a:rPr>
                        <a:t>-32</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2C3E50"/>
                    </a:solidFill>
                  </a:tcPr>
                </a:tc>
                <a:tc>
                  <a:txBody>
                    <a:bodyPr/>
                    <a:lstStyle/>
                    <a:p>
                      <a:pPr algn="ctr" rtl="0" fontAlgn="ctr"/>
                      <a:r>
                        <a:rPr lang="en-US" altLang="zh-CN" sz="900" b="1" u="none" strike="noStrike">
                          <a:solidFill>
                            <a:srgbClr val="FFFFFF"/>
                          </a:solidFill>
                          <a:effectLst/>
                          <a:latin typeface="微软雅黑" panose="020B0503020204020204" pitchFamily="34" charset="-122"/>
                          <a:ea typeface="微软雅黑" panose="020B0503020204020204" pitchFamily="34" charset="-122"/>
                        </a:rPr>
                        <a:t>-80</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2C3E50"/>
                    </a:solidFill>
                  </a:tcPr>
                </a:tc>
                <a:tc>
                  <a:txBody>
                    <a:bodyPr/>
                    <a:lstStyle/>
                    <a:p>
                      <a:pPr algn="ctr" rtl="0" fontAlgn="ctr"/>
                      <a:r>
                        <a:rPr lang="en-US" altLang="zh-CN" sz="900" b="1" u="none" strike="noStrike">
                          <a:solidFill>
                            <a:srgbClr val="FFFFFF"/>
                          </a:solidFill>
                          <a:effectLst/>
                          <a:latin typeface="微软雅黑" panose="020B0503020204020204" pitchFamily="34" charset="-122"/>
                          <a:ea typeface="微软雅黑" panose="020B0503020204020204" pitchFamily="34" charset="-122"/>
                        </a:rPr>
                        <a:t>-80</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2C3E50"/>
                    </a:solidFill>
                  </a:tcPr>
                </a:tc>
                <a:tc>
                  <a:txBody>
                    <a:bodyPr/>
                    <a:lstStyle/>
                    <a:p>
                      <a:pPr algn="ctr" rtl="0" fontAlgn="ctr"/>
                      <a:r>
                        <a:rPr lang="en-US" altLang="zh-CN" sz="900" b="1" u="none" strike="noStrike">
                          <a:solidFill>
                            <a:srgbClr val="FFFFFF"/>
                          </a:solidFill>
                          <a:effectLst/>
                          <a:latin typeface="微软雅黑" panose="020B0503020204020204" pitchFamily="34" charset="-122"/>
                          <a:ea typeface="微软雅黑" panose="020B0503020204020204" pitchFamily="34" charset="-122"/>
                        </a:rPr>
                        <a:t>-80</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2C3E50"/>
                    </a:solidFill>
                  </a:tcPr>
                </a:tc>
                <a:tc>
                  <a:txBody>
                    <a:bodyPr/>
                    <a:lstStyle/>
                    <a:p>
                      <a:pPr algn="ctr" rtl="0" fontAlgn="ctr"/>
                      <a:r>
                        <a:rPr lang="en-US" altLang="zh-CN" sz="900" b="1" u="none" strike="noStrike">
                          <a:solidFill>
                            <a:srgbClr val="FFFFFF"/>
                          </a:solidFill>
                          <a:effectLst/>
                          <a:latin typeface="微软雅黑" panose="020B0503020204020204" pitchFamily="34" charset="-122"/>
                          <a:ea typeface="微软雅黑" panose="020B0503020204020204" pitchFamily="34" charset="-122"/>
                        </a:rPr>
                        <a:t>-80</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2C3E50"/>
                    </a:solidFill>
                  </a:tcPr>
                </a:tc>
                <a:extLst>
                  <a:ext uri="{0D108BD9-81ED-4DB2-BD59-A6C34878D82A}">
                    <a16:rowId xmlns:a16="http://schemas.microsoft.com/office/drawing/2014/main" val="470494730"/>
                  </a:ext>
                </a:extLst>
              </a:tr>
              <a:tr h="288000">
                <a:tc>
                  <a:txBody>
                    <a:bodyPr/>
                    <a:lstStyle/>
                    <a:p>
                      <a:pPr algn="ctr" rtl="0" fontAlgn="ctr"/>
                      <a:r>
                        <a:rPr lang="zh-CN" altLang="en-US" sz="900" b="0" u="none" strike="noStrike">
                          <a:solidFill>
                            <a:srgbClr val="2C3E50"/>
                          </a:solidFill>
                          <a:effectLst/>
                          <a:latin typeface="微软雅黑" panose="020B0503020204020204" pitchFamily="34" charset="-122"/>
                          <a:ea typeface="微软雅黑" panose="020B0503020204020204" pitchFamily="34" charset="-122"/>
                        </a:rPr>
                        <a:t>对应</a:t>
                      </a:r>
                      <a:r>
                        <a:rPr lang="en-US" sz="900" b="0" u="none" strike="noStrike">
                          <a:solidFill>
                            <a:srgbClr val="2C3E50"/>
                          </a:solidFill>
                          <a:effectLst/>
                          <a:latin typeface="微软雅黑" panose="020B0503020204020204" pitchFamily="34" charset="-122"/>
                          <a:ea typeface="微软雅黑" panose="020B0503020204020204" pitchFamily="34" charset="-122"/>
                        </a:rPr>
                        <a:t>SOC</a:t>
                      </a:r>
                      <a:endParaRPr lang="en-US"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tc>
                  <a:txBody>
                    <a:bodyPr/>
                    <a:lstStyle/>
                    <a:p>
                      <a:pPr marL="0" algn="ctr" defTabSz="914400" rtl="0" eaLnBrk="1" fontAlgn="ctr" latinLnBrk="0" hangingPunct="1">
                        <a:buNone/>
                      </a:pPr>
                      <a:r>
                        <a:rPr lang="en-US" altLang="zh-CN" sz="900" b="0" u="none" strike="noStrike" kern="1200">
                          <a:solidFill>
                            <a:srgbClr val="2C3E50"/>
                          </a:solidFill>
                          <a:effectLst/>
                          <a:latin typeface="微软雅黑" panose="020B0503020204020204" pitchFamily="34" charset="-122"/>
                          <a:ea typeface="微软雅黑" panose="020B0503020204020204" pitchFamily="34" charset="-122"/>
                          <a:cs typeface="+mn-cs"/>
                        </a:rPr>
                        <a:t>7%</a:t>
                      </a:r>
                    </a:p>
                  </a:txBody>
                  <a:tcPr marL="45720" marR="45720" marT="22860" marB="22860" anchor="ctr">
                    <a:solidFill>
                      <a:srgbClr val="FFFFFF"/>
                    </a:solidFill>
                  </a:tcPr>
                </a:tc>
                <a:tc>
                  <a:txBody>
                    <a:bodyPr/>
                    <a:lstStyle/>
                    <a:p>
                      <a:pPr marL="0" algn="ctr" defTabSz="914400" rtl="0" eaLnBrk="1" fontAlgn="ctr" latinLnBrk="0" hangingPunct="1">
                        <a:buNone/>
                      </a:pPr>
                      <a:r>
                        <a:rPr lang="en-US" altLang="zh-CN" sz="900" b="0" u="none" strike="noStrike" kern="1200">
                          <a:solidFill>
                            <a:srgbClr val="2C3E50"/>
                          </a:solidFill>
                          <a:effectLst/>
                          <a:latin typeface="微软雅黑" panose="020B0503020204020204" pitchFamily="34" charset="-122"/>
                          <a:ea typeface="微软雅黑" panose="020B0503020204020204" pitchFamily="34" charset="-122"/>
                          <a:cs typeface="+mn-cs"/>
                        </a:rPr>
                        <a:t>12%</a:t>
                      </a:r>
                    </a:p>
                  </a:txBody>
                  <a:tcPr marL="45720" marR="45720" marT="22860" marB="22860" anchor="ctr">
                    <a:solidFill>
                      <a:srgbClr val="FFFFFF"/>
                    </a:solidFill>
                  </a:tcPr>
                </a:tc>
                <a:tc>
                  <a:txBody>
                    <a:bodyPr/>
                    <a:lstStyle/>
                    <a:p>
                      <a:pPr marL="0" algn="ctr" defTabSz="914400" rtl="0" eaLnBrk="1" fontAlgn="ctr" latinLnBrk="0" hangingPunct="1">
                        <a:buNone/>
                      </a:pPr>
                      <a:r>
                        <a:rPr lang="en-US" altLang="zh-CN" sz="900" b="0" u="none" strike="noStrike" kern="1200">
                          <a:solidFill>
                            <a:srgbClr val="2C3E50"/>
                          </a:solidFill>
                          <a:effectLst/>
                          <a:latin typeface="微软雅黑" panose="020B0503020204020204" pitchFamily="34" charset="-122"/>
                          <a:ea typeface="微软雅黑" panose="020B0503020204020204" pitchFamily="34" charset="-122"/>
                          <a:cs typeface="+mn-cs"/>
                        </a:rPr>
                        <a:t>16%</a:t>
                      </a:r>
                    </a:p>
                  </a:txBody>
                  <a:tcPr marL="45720" marR="45720" marT="22860" marB="22860" anchor="ctr">
                    <a:solidFill>
                      <a:srgbClr val="FFFFFF"/>
                    </a:solidFill>
                  </a:tcPr>
                </a:tc>
                <a:tc>
                  <a:txBody>
                    <a:bodyPr/>
                    <a:lstStyle/>
                    <a:p>
                      <a:pPr marL="0" algn="ctr" defTabSz="914400" rtl="0" eaLnBrk="1" fontAlgn="ctr" latinLnBrk="0" hangingPunct="1">
                        <a:buNone/>
                      </a:pPr>
                      <a:r>
                        <a:rPr lang="en-US" altLang="zh-CN" sz="900" b="0" u="none" strike="noStrike" kern="1200">
                          <a:solidFill>
                            <a:srgbClr val="2C3E50"/>
                          </a:solidFill>
                          <a:effectLst/>
                          <a:latin typeface="微软雅黑" panose="020B0503020204020204" pitchFamily="34" charset="-122"/>
                          <a:ea typeface="微软雅黑" panose="020B0503020204020204" pitchFamily="34" charset="-122"/>
                          <a:cs typeface="+mn-cs"/>
                        </a:rPr>
                        <a:t>21%</a:t>
                      </a:r>
                    </a:p>
                  </a:txBody>
                  <a:tcPr marL="45720" marR="45720" marT="22860" marB="22860" anchor="ctr">
                    <a:solidFill>
                      <a:srgbClr val="FFFFFF"/>
                    </a:solidFill>
                  </a:tcPr>
                </a:tc>
                <a:tc>
                  <a:txBody>
                    <a:bodyPr/>
                    <a:lstStyle/>
                    <a:p>
                      <a:pPr marL="0" algn="ctr" defTabSz="914400" rtl="0" eaLnBrk="1" fontAlgn="ctr" latinLnBrk="0" hangingPunct="1">
                        <a:buNone/>
                      </a:pPr>
                      <a:r>
                        <a:rPr lang="en-US" altLang="zh-CN" sz="900" b="0" u="none" strike="noStrike" kern="1200">
                          <a:solidFill>
                            <a:srgbClr val="2C3E50"/>
                          </a:solidFill>
                          <a:effectLst/>
                          <a:latin typeface="微软雅黑" panose="020B0503020204020204" pitchFamily="34" charset="-122"/>
                          <a:ea typeface="微软雅黑" panose="020B0503020204020204" pitchFamily="34" charset="-122"/>
                          <a:cs typeface="+mn-cs"/>
                        </a:rPr>
                        <a:t>25%</a:t>
                      </a:r>
                    </a:p>
                  </a:txBody>
                  <a:tcPr marL="45720" marR="45720" marT="22860" marB="22860" anchor="ctr">
                    <a:solidFill>
                      <a:srgbClr val="FFFFFF"/>
                    </a:solidFill>
                  </a:tcPr>
                </a:tc>
                <a:extLst>
                  <a:ext uri="{0D108BD9-81ED-4DB2-BD59-A6C34878D82A}">
                    <a16:rowId xmlns:a16="http://schemas.microsoft.com/office/drawing/2014/main" val="880548027"/>
                  </a:ext>
                </a:extLst>
              </a:tr>
              <a:tr h="288000">
                <a:tc>
                  <a:txBody>
                    <a:bodyPr/>
                    <a:lstStyle/>
                    <a:p>
                      <a:pPr algn="ctr" rtl="0" fontAlgn="ctr"/>
                      <a:r>
                        <a:rPr lang="zh-CN" altLang="en-US" sz="900" b="0" u="none" strike="noStrike">
                          <a:solidFill>
                            <a:srgbClr val="2C3E50"/>
                          </a:solidFill>
                          <a:effectLst/>
                          <a:latin typeface="微软雅黑" panose="020B0503020204020204" pitchFamily="34" charset="-122"/>
                          <a:ea typeface="微软雅黑" panose="020B0503020204020204" pitchFamily="34" charset="-122"/>
                        </a:rPr>
                        <a:t>日前出清计划 </a:t>
                      </a:r>
                      <a:r>
                        <a:rPr lang="en-US" altLang="zh-CN" sz="900" b="0" u="none" strike="noStrike">
                          <a:solidFill>
                            <a:srgbClr val="2C3E50"/>
                          </a:solidFill>
                          <a:effectLst/>
                          <a:latin typeface="微软雅黑" panose="020B0503020204020204" pitchFamily="34" charset="-122"/>
                          <a:ea typeface="微软雅黑" panose="020B0503020204020204" pitchFamily="34" charset="-122"/>
                        </a:rPr>
                        <a:t>MW</a:t>
                      </a:r>
                      <a:endParaRPr lang="zh-CN" altLang="en-US"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tc>
                  <a:txBody>
                    <a:bodyPr/>
                    <a:lstStyle/>
                    <a:p>
                      <a:pPr algn="ctr" rtl="0"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-32</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tc>
                  <a:txBody>
                    <a:bodyPr/>
                    <a:lstStyle/>
                    <a:p>
                      <a:pPr algn="ctr" rtl="0"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-80</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tc>
                  <a:txBody>
                    <a:bodyPr/>
                    <a:lstStyle/>
                    <a:p>
                      <a:pPr algn="ctr" rtl="0"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-80</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tc>
                  <a:txBody>
                    <a:bodyPr/>
                    <a:lstStyle/>
                    <a:p>
                      <a:pPr algn="ctr" rtl="0"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-80</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tc>
                  <a:txBody>
                    <a:bodyPr/>
                    <a:lstStyle/>
                    <a:p>
                      <a:pPr algn="ctr" rtl="0"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-80</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extLst>
                  <a:ext uri="{0D108BD9-81ED-4DB2-BD59-A6C34878D82A}">
                    <a16:rowId xmlns:a16="http://schemas.microsoft.com/office/drawing/2014/main" val="1330832770"/>
                  </a:ext>
                </a:extLst>
              </a:tr>
              <a:tr h="288000">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900" b="0" u="none" strike="noStrike">
                          <a:solidFill>
                            <a:srgbClr val="2C3E50"/>
                          </a:solidFill>
                          <a:effectLst/>
                          <a:latin typeface="微软雅黑" panose="020B0503020204020204" pitchFamily="34" charset="-122"/>
                          <a:ea typeface="微软雅黑" panose="020B0503020204020204" pitchFamily="34" charset="-122"/>
                        </a:rPr>
                        <a:t>对应</a:t>
                      </a:r>
                      <a:r>
                        <a:rPr lang="en-US" altLang="zh-CN" sz="900" b="0" u="none" strike="noStrike">
                          <a:solidFill>
                            <a:srgbClr val="2C3E50"/>
                          </a:solidFill>
                          <a:effectLst/>
                          <a:latin typeface="微软雅黑" panose="020B0503020204020204" pitchFamily="34" charset="-122"/>
                          <a:ea typeface="微软雅黑" panose="020B0503020204020204" pitchFamily="34" charset="-122"/>
                        </a:rPr>
                        <a:t>SOC</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tc>
                  <a:txBody>
                    <a:bodyPr/>
                    <a:lstStyle/>
                    <a:p>
                      <a:pPr algn="ctr" rtl="0"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5.00%</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tc>
                  <a:txBody>
                    <a:bodyPr/>
                    <a:lstStyle/>
                    <a:p>
                      <a:pPr algn="ctr" rtl="0"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6.86%</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tc>
                  <a:txBody>
                    <a:bodyPr/>
                    <a:lstStyle/>
                    <a:p>
                      <a:pPr algn="ctr" rtl="0"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10.35%</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tc>
                  <a:txBody>
                    <a:bodyPr/>
                    <a:lstStyle/>
                    <a:p>
                      <a:pPr algn="ctr" rtl="0"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13.84%</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tc>
                  <a:txBody>
                    <a:bodyPr/>
                    <a:lstStyle/>
                    <a:p>
                      <a:pPr algn="ctr" rtl="0"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17.32%</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extLst>
                  <a:ext uri="{0D108BD9-81ED-4DB2-BD59-A6C34878D82A}">
                    <a16:rowId xmlns:a16="http://schemas.microsoft.com/office/drawing/2014/main" val="607165521"/>
                  </a:ext>
                </a:extLst>
              </a:tr>
              <a:tr h="288000">
                <a:tc>
                  <a:txBody>
                    <a:bodyPr/>
                    <a:lstStyle/>
                    <a:p>
                      <a:pPr algn="ctr" rtl="0" fontAlgn="ctr"/>
                      <a:r>
                        <a:rPr lang="zh-CN" altLang="en-US" sz="900" b="0" u="none" strike="noStrike">
                          <a:solidFill>
                            <a:srgbClr val="2C3E50"/>
                          </a:solidFill>
                          <a:effectLst/>
                          <a:latin typeface="微软雅黑" panose="020B0503020204020204" pitchFamily="34" charset="-122"/>
                          <a:ea typeface="微软雅黑" panose="020B0503020204020204" pitchFamily="34" charset="-122"/>
                        </a:rPr>
                        <a:t>交易申报计划 </a:t>
                      </a:r>
                      <a:r>
                        <a:rPr lang="en-US" altLang="zh-CN" sz="900" b="0" u="none" strike="noStrike">
                          <a:solidFill>
                            <a:srgbClr val="2C3E50"/>
                          </a:solidFill>
                          <a:effectLst/>
                          <a:latin typeface="微软雅黑" panose="020B0503020204020204" pitchFamily="34" charset="-122"/>
                          <a:ea typeface="微软雅黑" panose="020B0503020204020204" pitchFamily="34" charset="-122"/>
                        </a:rPr>
                        <a:t>MW</a:t>
                      </a:r>
                      <a:endParaRPr lang="zh-CN" altLang="en-US"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tc>
                  <a:txBody>
                    <a:bodyPr/>
                    <a:lstStyle/>
                    <a:p>
                      <a:pPr algn="ctr" rtl="0"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-32</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tc>
                  <a:txBody>
                    <a:bodyPr/>
                    <a:lstStyle/>
                    <a:p>
                      <a:pPr algn="ctr" rtl="0"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-80</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tc>
                  <a:txBody>
                    <a:bodyPr/>
                    <a:lstStyle/>
                    <a:p>
                      <a:pPr algn="ctr" rtl="0"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-80</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tc>
                  <a:txBody>
                    <a:bodyPr/>
                    <a:lstStyle/>
                    <a:p>
                      <a:pPr algn="ctr" rtl="0"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-80</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tc>
                  <a:txBody>
                    <a:bodyPr/>
                    <a:lstStyle/>
                    <a:p>
                      <a:pPr algn="ctr" rtl="0"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-80</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extLst>
                  <a:ext uri="{0D108BD9-81ED-4DB2-BD59-A6C34878D82A}">
                    <a16:rowId xmlns:a16="http://schemas.microsoft.com/office/drawing/2014/main" val="1178103486"/>
                  </a:ext>
                </a:extLst>
              </a:tr>
              <a:tr h="288000">
                <a:tc>
                  <a:txBody>
                    <a:bodyPr/>
                    <a:lstStyle/>
                    <a:p>
                      <a:pPr algn="ctr" rtl="0" fontAlgn="ctr"/>
                      <a:r>
                        <a:rPr lang="zh-CN" altLang="en-US" sz="900" b="0" u="none" strike="noStrike">
                          <a:solidFill>
                            <a:srgbClr val="2C3E50"/>
                          </a:solidFill>
                          <a:effectLst/>
                          <a:latin typeface="微软雅黑" panose="020B0503020204020204" pitchFamily="34" charset="-122"/>
                          <a:ea typeface="微软雅黑" panose="020B0503020204020204" pitchFamily="34" charset="-122"/>
                        </a:rPr>
                        <a:t>对应</a:t>
                      </a:r>
                      <a:r>
                        <a:rPr lang="en-US" sz="900" b="0" u="none" strike="noStrike">
                          <a:solidFill>
                            <a:srgbClr val="2C3E50"/>
                          </a:solidFill>
                          <a:effectLst/>
                          <a:latin typeface="微软雅黑" panose="020B0503020204020204" pitchFamily="34" charset="-122"/>
                          <a:ea typeface="微软雅黑" panose="020B0503020204020204" pitchFamily="34" charset="-122"/>
                        </a:rPr>
                        <a:t>SOC</a:t>
                      </a:r>
                      <a:endParaRPr lang="en-US"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tc>
                  <a:txBody>
                    <a:bodyPr/>
                    <a:lstStyle/>
                    <a:p>
                      <a:pPr algn="ctr"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5.10%</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tc>
                  <a:txBody>
                    <a:bodyPr/>
                    <a:lstStyle/>
                    <a:p>
                      <a:pPr algn="ctr"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6.94%</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tc>
                  <a:txBody>
                    <a:bodyPr/>
                    <a:lstStyle/>
                    <a:p>
                      <a:pPr algn="ctr"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10.35%</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tc>
                  <a:txBody>
                    <a:bodyPr/>
                    <a:lstStyle/>
                    <a:p>
                      <a:pPr algn="ctr"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13.84%</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tc>
                  <a:txBody>
                    <a:bodyPr/>
                    <a:lstStyle/>
                    <a:p>
                      <a:pPr algn="ctr"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17.32%</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extLst>
                  <a:ext uri="{0D108BD9-81ED-4DB2-BD59-A6C34878D82A}">
                    <a16:rowId xmlns:a16="http://schemas.microsoft.com/office/drawing/2014/main" val="4190613715"/>
                  </a:ext>
                </a:extLst>
              </a:tr>
              <a:tr h="288000">
                <a:tc>
                  <a:txBody>
                    <a:bodyPr/>
                    <a:lstStyle/>
                    <a:p>
                      <a:pPr algn="ctr" rtl="0" fontAlgn="ctr"/>
                      <a:r>
                        <a:rPr lang="zh-CN" altLang="en-US" sz="900" b="0" u="none" strike="noStrike">
                          <a:solidFill>
                            <a:srgbClr val="2C3E50"/>
                          </a:solidFill>
                          <a:effectLst/>
                          <a:latin typeface="微软雅黑" panose="020B0503020204020204" pitchFamily="34" charset="-122"/>
                          <a:ea typeface="微软雅黑" panose="020B0503020204020204" pitchFamily="34" charset="-122"/>
                        </a:rPr>
                        <a:t>日前出清计划 </a:t>
                      </a:r>
                      <a:r>
                        <a:rPr lang="en-US" altLang="zh-CN" sz="900" b="0" u="none" strike="noStrike">
                          <a:solidFill>
                            <a:srgbClr val="2C3E50"/>
                          </a:solidFill>
                          <a:effectLst/>
                          <a:latin typeface="微软雅黑" panose="020B0503020204020204" pitchFamily="34" charset="-122"/>
                          <a:ea typeface="微软雅黑" panose="020B0503020204020204" pitchFamily="34" charset="-122"/>
                        </a:rPr>
                        <a:t>MW</a:t>
                      </a:r>
                      <a:endParaRPr lang="zh-CN" altLang="en-US"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tc>
                  <a:txBody>
                    <a:bodyPr/>
                    <a:lstStyle/>
                    <a:p>
                      <a:pPr algn="ctr" rtl="0"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-32</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tc>
                  <a:txBody>
                    <a:bodyPr/>
                    <a:lstStyle/>
                    <a:p>
                      <a:pPr algn="ctr" rtl="0"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-80</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tc>
                  <a:txBody>
                    <a:bodyPr/>
                    <a:lstStyle/>
                    <a:p>
                      <a:pPr algn="ctr" rtl="0"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-80</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tc>
                  <a:txBody>
                    <a:bodyPr/>
                    <a:lstStyle/>
                    <a:p>
                      <a:pPr algn="ctr" rtl="0"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-80</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tc>
                  <a:txBody>
                    <a:bodyPr/>
                    <a:lstStyle/>
                    <a:p>
                      <a:pPr algn="ctr" rtl="0"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-80</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extLst>
                  <a:ext uri="{0D108BD9-81ED-4DB2-BD59-A6C34878D82A}">
                    <a16:rowId xmlns:a16="http://schemas.microsoft.com/office/drawing/2014/main" val="2095886442"/>
                  </a:ext>
                </a:extLst>
              </a:tr>
              <a:tr h="288000">
                <a:tc>
                  <a:txBody>
                    <a:bodyPr/>
                    <a:lstStyle/>
                    <a:p>
                      <a:pPr algn="ctr" rtl="0" fontAlgn="ctr"/>
                      <a:r>
                        <a:rPr lang="zh-CN" altLang="en-US" sz="900" b="0" u="none" strike="noStrike">
                          <a:solidFill>
                            <a:srgbClr val="2C3E50"/>
                          </a:solidFill>
                          <a:effectLst/>
                          <a:latin typeface="微软雅黑" panose="020B0503020204020204" pitchFamily="34" charset="-122"/>
                          <a:ea typeface="微软雅黑" panose="020B0503020204020204" pitchFamily="34" charset="-122"/>
                        </a:rPr>
                        <a:t>对应</a:t>
                      </a:r>
                      <a:r>
                        <a:rPr lang="en-US" altLang="zh-CN" sz="900" b="0" u="none" strike="noStrike">
                          <a:solidFill>
                            <a:srgbClr val="2C3E50"/>
                          </a:solidFill>
                          <a:effectLst/>
                          <a:latin typeface="微软雅黑" panose="020B0503020204020204" pitchFamily="34" charset="-122"/>
                          <a:ea typeface="微软雅黑" panose="020B0503020204020204" pitchFamily="34" charset="-122"/>
                        </a:rPr>
                        <a:t>SOC</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tc>
                  <a:txBody>
                    <a:bodyPr/>
                    <a:lstStyle/>
                    <a:p>
                      <a:pPr algn="ctr"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5.00%</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tc>
                  <a:txBody>
                    <a:bodyPr/>
                    <a:lstStyle/>
                    <a:p>
                      <a:pPr algn="ctr"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9.40%</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tc>
                  <a:txBody>
                    <a:bodyPr/>
                    <a:lstStyle/>
                    <a:p>
                      <a:pPr algn="ctr"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12.89%</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tc>
                  <a:txBody>
                    <a:bodyPr/>
                    <a:lstStyle/>
                    <a:p>
                      <a:pPr algn="ctr"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16.37%</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tc>
                  <a:txBody>
                    <a:bodyPr/>
                    <a:lstStyle/>
                    <a:p>
                      <a:pPr algn="ctr"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19.86%</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extLst>
                  <a:ext uri="{0D108BD9-81ED-4DB2-BD59-A6C34878D82A}">
                    <a16:rowId xmlns:a16="http://schemas.microsoft.com/office/drawing/2014/main" val="3134715114"/>
                  </a:ext>
                </a:extLst>
              </a:tr>
            </a:tbl>
          </a:graphicData>
        </a:graphic>
      </p:graphicFrame>
      <p:graphicFrame>
        <p:nvGraphicFramePr>
          <p:cNvPr id="4" name="表格 3">
            <a:extLst>
              <a:ext uri="{FF2B5EF4-FFF2-40B4-BE49-F238E27FC236}">
                <a16:creationId xmlns:a16="http://schemas.microsoft.com/office/drawing/2014/main" id="{C34D5018-D719-DF62-5ED8-A92A0CCCD35E}"/>
              </a:ext>
            </a:extLst>
          </p:cNvPr>
          <p:cNvGraphicFramePr>
            <a:graphicFrameLocks noGrp="1"/>
          </p:cNvGraphicFramePr>
          <p:nvPr>
            <p:extLst>
              <p:ext uri="{D42A27DB-BD31-4B8C-83A1-F6EECF244321}">
                <p14:modId xmlns:p14="http://schemas.microsoft.com/office/powerpoint/2010/main" val="1588098750"/>
              </p:ext>
            </p:extLst>
          </p:nvPr>
        </p:nvGraphicFramePr>
        <p:xfrm>
          <a:off x="6636961" y="2262846"/>
          <a:ext cx="4210241" cy="2592000"/>
        </p:xfrm>
        <a:graphic>
          <a:graphicData uri="http://schemas.openxmlformats.org/drawingml/2006/table">
            <a:tbl>
              <a:tblPr/>
              <a:tblGrid>
                <a:gridCol w="601463">
                  <a:extLst>
                    <a:ext uri="{9D8B030D-6E8A-4147-A177-3AD203B41FA5}">
                      <a16:colId xmlns:a16="http://schemas.microsoft.com/office/drawing/2014/main" val="2812345221"/>
                    </a:ext>
                  </a:extLst>
                </a:gridCol>
                <a:gridCol w="601463">
                  <a:extLst>
                    <a:ext uri="{9D8B030D-6E8A-4147-A177-3AD203B41FA5}">
                      <a16:colId xmlns:a16="http://schemas.microsoft.com/office/drawing/2014/main" val="6056566"/>
                    </a:ext>
                  </a:extLst>
                </a:gridCol>
                <a:gridCol w="601463">
                  <a:extLst>
                    <a:ext uri="{9D8B030D-6E8A-4147-A177-3AD203B41FA5}">
                      <a16:colId xmlns:a16="http://schemas.microsoft.com/office/drawing/2014/main" val="2499671247"/>
                    </a:ext>
                  </a:extLst>
                </a:gridCol>
                <a:gridCol w="601463">
                  <a:extLst>
                    <a:ext uri="{9D8B030D-6E8A-4147-A177-3AD203B41FA5}">
                      <a16:colId xmlns:a16="http://schemas.microsoft.com/office/drawing/2014/main" val="183826882"/>
                    </a:ext>
                  </a:extLst>
                </a:gridCol>
                <a:gridCol w="601463">
                  <a:extLst>
                    <a:ext uri="{9D8B030D-6E8A-4147-A177-3AD203B41FA5}">
                      <a16:colId xmlns:a16="http://schemas.microsoft.com/office/drawing/2014/main" val="2958515304"/>
                    </a:ext>
                  </a:extLst>
                </a:gridCol>
                <a:gridCol w="601463">
                  <a:extLst>
                    <a:ext uri="{9D8B030D-6E8A-4147-A177-3AD203B41FA5}">
                      <a16:colId xmlns:a16="http://schemas.microsoft.com/office/drawing/2014/main" val="891882820"/>
                    </a:ext>
                  </a:extLst>
                </a:gridCol>
                <a:gridCol w="601463">
                  <a:extLst>
                    <a:ext uri="{9D8B030D-6E8A-4147-A177-3AD203B41FA5}">
                      <a16:colId xmlns:a16="http://schemas.microsoft.com/office/drawing/2014/main" val="3809445677"/>
                    </a:ext>
                  </a:extLst>
                </a:gridCol>
              </a:tblGrid>
              <a:tr h="288000">
                <a:tc>
                  <a:txBody>
                    <a:bodyPr/>
                    <a:lstStyle/>
                    <a:p>
                      <a:pPr algn="ctr" rtl="0" fontAlgn="ctr"/>
                      <a:r>
                        <a:rPr lang="en-US" altLang="zh-CN" sz="900" b="1" u="none" strike="noStrike">
                          <a:solidFill>
                            <a:srgbClr val="FFFFFF"/>
                          </a:solidFill>
                          <a:effectLst/>
                          <a:latin typeface="微软雅黑" panose="020B0503020204020204" pitchFamily="34" charset="-122"/>
                          <a:ea typeface="微软雅黑" panose="020B0503020204020204" pitchFamily="34" charset="-122"/>
                        </a:rPr>
                        <a:t>14:30</a:t>
                      </a:r>
                      <a:endParaRPr lang="en-US" altLang="zh-CN" sz="1050" b="1"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1B2838"/>
                    </a:solidFill>
                  </a:tcPr>
                </a:tc>
                <a:tc>
                  <a:txBody>
                    <a:bodyPr/>
                    <a:lstStyle/>
                    <a:p>
                      <a:pPr algn="ctr" rtl="0" fontAlgn="ctr"/>
                      <a:r>
                        <a:rPr lang="en-US" altLang="zh-CN" sz="900" b="1" u="none" strike="noStrike">
                          <a:solidFill>
                            <a:srgbClr val="FFFFFF"/>
                          </a:solidFill>
                          <a:effectLst/>
                          <a:latin typeface="微软雅黑" panose="020B0503020204020204" pitchFamily="34" charset="-122"/>
                          <a:ea typeface="微软雅黑" panose="020B0503020204020204" pitchFamily="34" charset="-122"/>
                        </a:rPr>
                        <a:t>14:45</a:t>
                      </a:r>
                      <a:endParaRPr lang="en-US" altLang="zh-CN" sz="1050" b="1"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1B2838"/>
                    </a:solidFill>
                  </a:tcPr>
                </a:tc>
                <a:tc>
                  <a:txBody>
                    <a:bodyPr/>
                    <a:lstStyle/>
                    <a:p>
                      <a:pPr algn="ctr" rtl="0" fontAlgn="ctr"/>
                      <a:r>
                        <a:rPr lang="en-US" altLang="zh-CN" sz="900" b="1" u="none" strike="noStrike">
                          <a:solidFill>
                            <a:srgbClr val="FFFFFF"/>
                          </a:solidFill>
                          <a:effectLst/>
                          <a:latin typeface="微软雅黑" panose="020B0503020204020204" pitchFamily="34" charset="-122"/>
                          <a:ea typeface="微软雅黑" panose="020B0503020204020204" pitchFamily="34" charset="-122"/>
                        </a:rPr>
                        <a:t>15:00</a:t>
                      </a:r>
                      <a:endParaRPr lang="en-US" altLang="zh-CN" sz="1050" b="1"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1B2838"/>
                    </a:solidFill>
                  </a:tcPr>
                </a:tc>
                <a:tc>
                  <a:txBody>
                    <a:bodyPr/>
                    <a:lstStyle/>
                    <a:p>
                      <a:pPr algn="ctr" rtl="0" fontAlgn="ctr"/>
                      <a:r>
                        <a:rPr lang="en-US" altLang="zh-CN" sz="900" b="1" u="none" strike="noStrike">
                          <a:solidFill>
                            <a:srgbClr val="FFFFFF"/>
                          </a:solidFill>
                          <a:effectLst/>
                          <a:latin typeface="微软雅黑" panose="020B0503020204020204" pitchFamily="34" charset="-122"/>
                          <a:ea typeface="微软雅黑" panose="020B0503020204020204" pitchFamily="34" charset="-122"/>
                        </a:rPr>
                        <a:t>15:15</a:t>
                      </a:r>
                      <a:endParaRPr lang="en-US" altLang="zh-CN" sz="1050" b="1"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1B2838"/>
                    </a:solidFill>
                  </a:tcPr>
                </a:tc>
                <a:tc>
                  <a:txBody>
                    <a:bodyPr/>
                    <a:lstStyle/>
                    <a:p>
                      <a:pPr algn="ctr" rtl="0" fontAlgn="ctr"/>
                      <a:r>
                        <a:rPr lang="en-US" altLang="zh-CN" sz="900" b="1" u="none" strike="noStrike">
                          <a:solidFill>
                            <a:srgbClr val="FFFFFF"/>
                          </a:solidFill>
                          <a:effectLst/>
                          <a:latin typeface="微软雅黑" panose="020B0503020204020204" pitchFamily="34" charset="-122"/>
                          <a:ea typeface="微软雅黑" panose="020B0503020204020204" pitchFamily="34" charset="-122"/>
                        </a:rPr>
                        <a:t>15:30</a:t>
                      </a:r>
                      <a:endParaRPr lang="en-US" altLang="zh-CN" sz="1050" b="1"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1B2838"/>
                    </a:solidFill>
                  </a:tcPr>
                </a:tc>
                <a:tc>
                  <a:txBody>
                    <a:bodyPr/>
                    <a:lstStyle/>
                    <a:p>
                      <a:pPr algn="ctr" rtl="0" fontAlgn="ctr"/>
                      <a:r>
                        <a:rPr lang="en-US" altLang="zh-CN" sz="900" b="1" u="none" strike="noStrike">
                          <a:solidFill>
                            <a:srgbClr val="FFFFFF"/>
                          </a:solidFill>
                          <a:effectLst/>
                          <a:latin typeface="微软雅黑" panose="020B0503020204020204" pitchFamily="34" charset="-122"/>
                          <a:ea typeface="微软雅黑" panose="020B0503020204020204" pitchFamily="34" charset="-122"/>
                        </a:rPr>
                        <a:t>15:45</a:t>
                      </a:r>
                      <a:endParaRPr lang="en-US" altLang="zh-CN" sz="1050" b="1"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1B2838"/>
                    </a:solidFill>
                  </a:tcPr>
                </a:tc>
                <a:tc>
                  <a:txBody>
                    <a:bodyPr/>
                    <a:lstStyle/>
                    <a:p>
                      <a:pPr algn="ctr" rtl="0" fontAlgn="ctr"/>
                      <a:r>
                        <a:rPr lang="en-US" altLang="zh-CN" sz="900" b="1" u="none" strike="noStrike">
                          <a:solidFill>
                            <a:srgbClr val="FFFFFF"/>
                          </a:solidFill>
                          <a:effectLst/>
                          <a:latin typeface="微软雅黑" panose="020B0503020204020204" pitchFamily="34" charset="-122"/>
                          <a:ea typeface="微软雅黑" panose="020B0503020204020204" pitchFamily="34" charset="-122"/>
                        </a:rPr>
                        <a:t>16:00</a:t>
                      </a:r>
                      <a:endParaRPr lang="en-US" altLang="zh-CN" sz="1050" b="1"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1B2838"/>
                    </a:solidFill>
                  </a:tcPr>
                </a:tc>
                <a:extLst>
                  <a:ext uri="{0D108BD9-81ED-4DB2-BD59-A6C34878D82A}">
                    <a16:rowId xmlns:a16="http://schemas.microsoft.com/office/drawing/2014/main" val="3900565926"/>
                  </a:ext>
                </a:extLst>
              </a:tr>
              <a:tr h="288000">
                <a:tc>
                  <a:txBody>
                    <a:bodyPr/>
                    <a:lstStyle/>
                    <a:p>
                      <a:pPr algn="ctr" rtl="0" fontAlgn="ctr"/>
                      <a:r>
                        <a:rPr lang="en-US" altLang="zh-CN" sz="900" b="1" u="none" strike="noStrike">
                          <a:solidFill>
                            <a:srgbClr val="FFFFFF"/>
                          </a:solidFill>
                          <a:effectLst/>
                          <a:latin typeface="微软雅黑" panose="020B0503020204020204" pitchFamily="34" charset="-122"/>
                          <a:ea typeface="微软雅黑" panose="020B0503020204020204" pitchFamily="34" charset="-122"/>
                        </a:rPr>
                        <a:t>-80</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2C3E50"/>
                    </a:solidFill>
                  </a:tcPr>
                </a:tc>
                <a:tc>
                  <a:txBody>
                    <a:bodyPr/>
                    <a:lstStyle/>
                    <a:p>
                      <a:pPr algn="ctr" rtl="0" fontAlgn="ctr"/>
                      <a:r>
                        <a:rPr lang="en-US" altLang="zh-CN" sz="900" b="1" u="none" strike="noStrike">
                          <a:solidFill>
                            <a:srgbClr val="FFFFFF"/>
                          </a:solidFill>
                          <a:effectLst/>
                          <a:latin typeface="微软雅黑" panose="020B0503020204020204" pitchFamily="34" charset="-122"/>
                          <a:ea typeface="微软雅黑" panose="020B0503020204020204" pitchFamily="34" charset="-122"/>
                        </a:rPr>
                        <a:t>-80</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2C3E50"/>
                    </a:solidFill>
                  </a:tcPr>
                </a:tc>
                <a:tc>
                  <a:txBody>
                    <a:bodyPr/>
                    <a:lstStyle/>
                    <a:p>
                      <a:pPr algn="ctr" rtl="0" fontAlgn="ctr"/>
                      <a:r>
                        <a:rPr lang="en-US" altLang="zh-CN" sz="900" b="1" u="none" strike="noStrike">
                          <a:solidFill>
                            <a:srgbClr val="FFFFFF"/>
                          </a:solidFill>
                          <a:effectLst/>
                          <a:latin typeface="微软雅黑" panose="020B0503020204020204" pitchFamily="34" charset="-122"/>
                          <a:ea typeface="微软雅黑" panose="020B0503020204020204" pitchFamily="34" charset="-122"/>
                        </a:rPr>
                        <a:t>-80</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2C3E50"/>
                    </a:solidFill>
                  </a:tcPr>
                </a:tc>
                <a:tc>
                  <a:txBody>
                    <a:bodyPr/>
                    <a:lstStyle/>
                    <a:p>
                      <a:pPr algn="ctr" rtl="0" fontAlgn="ctr"/>
                      <a:r>
                        <a:rPr lang="en-US" altLang="zh-CN" sz="900" b="1" u="none" strike="noStrike">
                          <a:solidFill>
                            <a:srgbClr val="FFFFFF"/>
                          </a:solidFill>
                          <a:effectLst/>
                          <a:latin typeface="微软雅黑" panose="020B0503020204020204" pitchFamily="34" charset="-122"/>
                          <a:ea typeface="微软雅黑" panose="020B0503020204020204" pitchFamily="34" charset="-122"/>
                        </a:rPr>
                        <a:t>-80</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2C3E50"/>
                    </a:solidFill>
                  </a:tcPr>
                </a:tc>
                <a:tc>
                  <a:txBody>
                    <a:bodyPr/>
                    <a:lstStyle/>
                    <a:p>
                      <a:pPr algn="ctr" rtl="0" fontAlgn="ctr"/>
                      <a:r>
                        <a:rPr lang="en-US" altLang="zh-CN" sz="900" b="1" u="none" strike="noStrike">
                          <a:solidFill>
                            <a:srgbClr val="FFFFFF"/>
                          </a:solidFill>
                          <a:effectLst/>
                          <a:latin typeface="微软雅黑" panose="020B0503020204020204" pitchFamily="34" charset="-122"/>
                          <a:ea typeface="微软雅黑" panose="020B0503020204020204" pitchFamily="34" charset="-122"/>
                        </a:rPr>
                        <a:t>-48</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2C3E50"/>
                    </a:solidFill>
                  </a:tcPr>
                </a:tc>
                <a:tc>
                  <a:txBody>
                    <a:bodyPr/>
                    <a:lstStyle/>
                    <a:p>
                      <a:pPr algn="ctr" rtl="0" fontAlgn="ctr"/>
                      <a:r>
                        <a:rPr lang="en-US" altLang="zh-CN" sz="900" b="1" u="none" strike="noStrike">
                          <a:solidFill>
                            <a:srgbClr val="FFFFFF"/>
                          </a:solidFill>
                          <a:effectLst/>
                          <a:latin typeface="微软雅黑" panose="020B0503020204020204" pitchFamily="34" charset="-122"/>
                          <a:ea typeface="微软雅黑" panose="020B0503020204020204" pitchFamily="34" charset="-122"/>
                        </a:rPr>
                        <a:t>-16</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2C3E50"/>
                    </a:solidFill>
                  </a:tcPr>
                </a:tc>
                <a:tc>
                  <a:txBody>
                    <a:bodyPr/>
                    <a:lstStyle/>
                    <a:p>
                      <a:pPr algn="ctr" rtl="0" fontAlgn="ctr"/>
                      <a:r>
                        <a:rPr lang="en-US" altLang="zh-CN" sz="900" b="1" u="none" strike="noStrike">
                          <a:solidFill>
                            <a:srgbClr val="FFFFFF"/>
                          </a:solidFill>
                          <a:effectLst/>
                          <a:latin typeface="微软雅黑" panose="020B0503020204020204" pitchFamily="34" charset="-122"/>
                          <a:ea typeface="微软雅黑" panose="020B0503020204020204" pitchFamily="34" charset="-122"/>
                        </a:rPr>
                        <a:t>-11</a:t>
                      </a:r>
                      <a:endParaRPr lang="en-US" altLang="zh-CN" sz="1050" b="0" i="0" u="none" strike="noStrike">
                        <a:solidFill>
                          <a:schemeClr val="tx1"/>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2C3E50"/>
                    </a:solidFill>
                  </a:tcPr>
                </a:tc>
                <a:extLst>
                  <a:ext uri="{0D108BD9-81ED-4DB2-BD59-A6C34878D82A}">
                    <a16:rowId xmlns:a16="http://schemas.microsoft.com/office/drawing/2014/main" val="2944721987"/>
                  </a:ext>
                </a:extLst>
              </a:tr>
              <a:tr h="288000">
                <a:tc>
                  <a:txBody>
                    <a:bodyPr/>
                    <a:lstStyle/>
                    <a:p>
                      <a:pPr marL="0" algn="ctr" defTabSz="914400" rtl="0" eaLnBrk="1" fontAlgn="ctr" latinLnBrk="0" hangingPunct="1">
                        <a:buNone/>
                      </a:pPr>
                      <a:r>
                        <a:rPr lang="en-US" altLang="zh-CN" sz="900" b="0" u="none" strike="noStrike" kern="1200">
                          <a:solidFill>
                            <a:srgbClr val="2C3E50"/>
                          </a:solidFill>
                          <a:effectLst/>
                          <a:latin typeface="微软雅黑" panose="020B0503020204020204" pitchFamily="34" charset="-122"/>
                          <a:ea typeface="微软雅黑" panose="020B0503020204020204" pitchFamily="34" charset="-122"/>
                          <a:cs typeface="+mn-cs"/>
                        </a:rPr>
                        <a:t>77%</a:t>
                      </a:r>
                    </a:p>
                  </a:txBody>
                  <a:tcPr marL="45720" marR="45720" marT="22860" marB="22860" anchor="ctr">
                    <a:solidFill>
                      <a:srgbClr val="FFFFFF"/>
                    </a:solidFill>
                  </a:tcPr>
                </a:tc>
                <a:tc>
                  <a:txBody>
                    <a:bodyPr/>
                    <a:lstStyle/>
                    <a:p>
                      <a:pPr marL="0" algn="ctr" defTabSz="914400" rtl="0" eaLnBrk="1" fontAlgn="ctr" latinLnBrk="0" hangingPunct="1">
                        <a:buNone/>
                      </a:pPr>
                      <a:r>
                        <a:rPr lang="en-US" altLang="zh-CN" sz="900" b="0" u="none" strike="noStrike" kern="1200">
                          <a:solidFill>
                            <a:srgbClr val="2C3E50"/>
                          </a:solidFill>
                          <a:effectLst/>
                          <a:latin typeface="微软雅黑" panose="020B0503020204020204" pitchFamily="34" charset="-122"/>
                          <a:ea typeface="微软雅黑" panose="020B0503020204020204" pitchFamily="34" charset="-122"/>
                          <a:cs typeface="+mn-cs"/>
                        </a:rPr>
                        <a:t>81%</a:t>
                      </a:r>
                    </a:p>
                  </a:txBody>
                  <a:tcPr marL="45720" marR="45720" marT="22860" marB="22860" anchor="ctr">
                    <a:solidFill>
                      <a:srgbClr val="FFFFFF"/>
                    </a:solidFill>
                  </a:tcPr>
                </a:tc>
                <a:tc>
                  <a:txBody>
                    <a:bodyPr/>
                    <a:lstStyle/>
                    <a:p>
                      <a:pPr marL="0" algn="ctr" defTabSz="914400" rtl="0" eaLnBrk="1" fontAlgn="ctr" latinLnBrk="0" hangingPunct="1">
                        <a:buNone/>
                      </a:pPr>
                      <a:r>
                        <a:rPr lang="en-US" altLang="zh-CN" sz="900" b="0" u="none" strike="noStrike" kern="1200">
                          <a:solidFill>
                            <a:srgbClr val="2C3E50"/>
                          </a:solidFill>
                          <a:effectLst/>
                          <a:latin typeface="微软雅黑" panose="020B0503020204020204" pitchFamily="34" charset="-122"/>
                          <a:ea typeface="微软雅黑" panose="020B0503020204020204" pitchFamily="34" charset="-122"/>
                          <a:cs typeface="+mn-cs"/>
                        </a:rPr>
                        <a:t>86%</a:t>
                      </a:r>
                    </a:p>
                  </a:txBody>
                  <a:tcPr marL="45720" marR="45720" marT="22860" marB="22860" anchor="ctr">
                    <a:solidFill>
                      <a:srgbClr val="FFFFFF"/>
                    </a:solidFill>
                  </a:tcPr>
                </a:tc>
                <a:tc>
                  <a:txBody>
                    <a:bodyPr/>
                    <a:lstStyle/>
                    <a:p>
                      <a:pPr marL="0" algn="ctr" defTabSz="914400" rtl="0" eaLnBrk="1" fontAlgn="ctr" latinLnBrk="0" hangingPunct="1">
                        <a:buNone/>
                      </a:pPr>
                      <a:r>
                        <a:rPr lang="en-US" altLang="zh-CN" sz="900" b="0" u="none" strike="noStrike" kern="1200">
                          <a:solidFill>
                            <a:srgbClr val="2C3E50"/>
                          </a:solidFill>
                          <a:effectLst/>
                          <a:latin typeface="微软雅黑" panose="020B0503020204020204" pitchFamily="34" charset="-122"/>
                          <a:ea typeface="微软雅黑" panose="020B0503020204020204" pitchFamily="34" charset="-122"/>
                          <a:cs typeface="+mn-cs"/>
                        </a:rPr>
                        <a:t>91%</a:t>
                      </a:r>
                    </a:p>
                  </a:txBody>
                  <a:tcPr marL="45720" marR="45720" marT="22860" marB="22860" anchor="ctr">
                    <a:solidFill>
                      <a:srgbClr val="FFFFFF"/>
                    </a:solidFill>
                  </a:tcPr>
                </a:tc>
                <a:tc>
                  <a:txBody>
                    <a:bodyPr/>
                    <a:lstStyle/>
                    <a:p>
                      <a:pPr marL="0" algn="ctr" defTabSz="914400" rtl="0" eaLnBrk="1" fontAlgn="ctr" latinLnBrk="0" hangingPunct="1">
                        <a:buNone/>
                      </a:pPr>
                      <a:r>
                        <a:rPr lang="en-US" altLang="zh-CN" sz="900" b="0" u="none" strike="noStrike" kern="1200">
                          <a:solidFill>
                            <a:srgbClr val="2C3E50"/>
                          </a:solidFill>
                          <a:effectLst/>
                          <a:latin typeface="微软雅黑" panose="020B0503020204020204" pitchFamily="34" charset="-122"/>
                          <a:ea typeface="微软雅黑" panose="020B0503020204020204" pitchFamily="34" charset="-122"/>
                          <a:cs typeface="+mn-cs"/>
                        </a:rPr>
                        <a:t>93%</a:t>
                      </a:r>
                    </a:p>
                  </a:txBody>
                  <a:tcPr marL="45720" marR="45720" marT="22860" marB="22860" anchor="ctr">
                    <a:solidFill>
                      <a:srgbClr val="FFFFFF"/>
                    </a:solidFill>
                  </a:tcPr>
                </a:tc>
                <a:tc>
                  <a:txBody>
                    <a:bodyPr/>
                    <a:lstStyle/>
                    <a:p>
                      <a:pPr marL="0" algn="ctr" defTabSz="914400" rtl="0" eaLnBrk="1" fontAlgn="ctr" latinLnBrk="0" hangingPunct="1">
                        <a:buNone/>
                      </a:pPr>
                      <a:r>
                        <a:rPr lang="en-US" altLang="zh-CN" sz="900" b="0" u="none" strike="noStrike" kern="1200">
                          <a:solidFill>
                            <a:srgbClr val="2C3E50"/>
                          </a:solidFill>
                          <a:effectLst/>
                          <a:latin typeface="微软雅黑" panose="020B0503020204020204" pitchFamily="34" charset="-122"/>
                          <a:ea typeface="微软雅黑" panose="020B0503020204020204" pitchFamily="34" charset="-122"/>
                          <a:cs typeface="+mn-cs"/>
                        </a:rPr>
                        <a:t>94%</a:t>
                      </a:r>
                    </a:p>
                  </a:txBody>
                  <a:tcPr marL="45720" marR="45720" marT="22860" marB="22860" anchor="ctr">
                    <a:solidFill>
                      <a:srgbClr val="FFFFFF"/>
                    </a:solidFill>
                  </a:tcPr>
                </a:tc>
                <a:tc>
                  <a:txBody>
                    <a:bodyPr/>
                    <a:lstStyle/>
                    <a:p>
                      <a:pPr algn="ctr" rtl="0"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95.00%</a:t>
                      </a:r>
                      <a:endParaRPr lang="en-US" altLang="zh-CN" sz="1050" b="1" i="0" u="none" strike="noStrike">
                        <a:solidFill>
                          <a:schemeClr val="tx1"/>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extLst>
                  <a:ext uri="{0D108BD9-81ED-4DB2-BD59-A6C34878D82A}">
                    <a16:rowId xmlns:a16="http://schemas.microsoft.com/office/drawing/2014/main" val="3772303594"/>
                  </a:ext>
                </a:extLst>
              </a:tr>
              <a:tr h="288000">
                <a:tc>
                  <a:txBody>
                    <a:bodyPr/>
                    <a:lstStyle/>
                    <a:p>
                      <a:pPr algn="ctr" fontAlgn="ctr">
                        <a:buNone/>
                      </a:pPr>
                      <a:r>
                        <a:rPr lang="en-US" altLang="zh-CN" sz="900" b="0" i="0" u="none" strike="noStrike">
                          <a:solidFill>
                            <a:srgbClr val="2C3E50"/>
                          </a:solidFill>
                          <a:effectLst/>
                          <a:latin typeface="微软雅黑" panose="020B0503020204020204" pitchFamily="34" charset="-122"/>
                          <a:ea typeface="微软雅黑" panose="020B0503020204020204" pitchFamily="34" charset="-122"/>
                        </a:rPr>
                        <a:t>-65</a:t>
                      </a:r>
                    </a:p>
                  </a:txBody>
                  <a:tcPr marL="45720" marR="45720" marT="22860" marB="22860" anchor="ctr">
                    <a:solidFill>
                      <a:srgbClr val="F5F7FA"/>
                    </a:solidFill>
                  </a:tcPr>
                </a:tc>
                <a:tc>
                  <a:txBody>
                    <a:bodyPr/>
                    <a:lstStyle/>
                    <a:p>
                      <a:pPr algn="ctr" fontAlgn="ctr">
                        <a:buNone/>
                      </a:pPr>
                      <a:r>
                        <a:rPr lang="en-US" altLang="zh-CN" sz="900" b="0" i="0" u="none" strike="noStrike">
                          <a:solidFill>
                            <a:srgbClr val="2C3E50"/>
                          </a:solidFill>
                          <a:effectLst/>
                          <a:latin typeface="微软雅黑" panose="020B0503020204020204" pitchFamily="34" charset="-122"/>
                          <a:ea typeface="微软雅黑" panose="020B0503020204020204" pitchFamily="34" charset="-122"/>
                        </a:rPr>
                        <a:t>-62.9</a:t>
                      </a:r>
                    </a:p>
                  </a:txBody>
                  <a:tcPr marL="45720" marR="45720" marT="22860" marB="22860" anchor="ctr">
                    <a:solidFill>
                      <a:srgbClr val="F5F7FA"/>
                    </a:solidFill>
                  </a:tcPr>
                </a:tc>
                <a:tc>
                  <a:txBody>
                    <a:bodyPr/>
                    <a:lstStyle/>
                    <a:p>
                      <a:pPr algn="ctr" fontAlgn="ctr">
                        <a:buNone/>
                      </a:pPr>
                      <a:r>
                        <a:rPr lang="en-US" altLang="zh-CN" sz="900" b="0" i="0" u="none" strike="noStrike">
                          <a:solidFill>
                            <a:srgbClr val="2C3E50"/>
                          </a:solidFill>
                          <a:effectLst/>
                          <a:latin typeface="微软雅黑" panose="020B0503020204020204" pitchFamily="34" charset="-122"/>
                          <a:ea typeface="微软雅黑" panose="020B0503020204020204" pitchFamily="34" charset="-122"/>
                        </a:rPr>
                        <a:t>-65.6</a:t>
                      </a:r>
                    </a:p>
                  </a:txBody>
                  <a:tcPr marL="45720" marR="45720" marT="22860" marB="22860" anchor="ctr">
                    <a:solidFill>
                      <a:srgbClr val="F5F7FA"/>
                    </a:solidFill>
                  </a:tcPr>
                </a:tc>
                <a:tc>
                  <a:txBody>
                    <a:bodyPr/>
                    <a:lstStyle/>
                    <a:p>
                      <a:pPr algn="ctr" fontAlgn="ctr">
                        <a:buNone/>
                      </a:pPr>
                      <a:r>
                        <a:rPr lang="en-US" altLang="zh-CN" sz="900" b="0" i="0" u="none" strike="noStrike">
                          <a:solidFill>
                            <a:srgbClr val="2C3E50"/>
                          </a:solidFill>
                          <a:effectLst/>
                          <a:latin typeface="微软雅黑" panose="020B0503020204020204" pitchFamily="34" charset="-122"/>
                          <a:ea typeface="微软雅黑" panose="020B0503020204020204" pitchFamily="34" charset="-122"/>
                        </a:rPr>
                        <a:t>-66</a:t>
                      </a:r>
                    </a:p>
                  </a:txBody>
                  <a:tcPr marL="45720" marR="45720" marT="22860" marB="22860" anchor="ctr">
                    <a:solidFill>
                      <a:srgbClr val="F5F7FA"/>
                    </a:solidFill>
                  </a:tcPr>
                </a:tc>
                <a:tc>
                  <a:txBody>
                    <a:bodyPr/>
                    <a:lstStyle/>
                    <a:p>
                      <a:pPr algn="ctr" rtl="0"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-48</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tc>
                  <a:txBody>
                    <a:bodyPr/>
                    <a:lstStyle/>
                    <a:p>
                      <a:pPr algn="ctr" rtl="0"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-16</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tc>
                  <a:txBody>
                    <a:bodyPr/>
                    <a:lstStyle/>
                    <a:p>
                      <a:pPr algn="ctr" rtl="0"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-11</a:t>
                      </a:r>
                      <a:endParaRPr lang="en-US" altLang="zh-CN" sz="1050" b="0" i="0" u="none" strike="noStrike">
                        <a:solidFill>
                          <a:schemeClr val="tx1"/>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extLst>
                  <a:ext uri="{0D108BD9-81ED-4DB2-BD59-A6C34878D82A}">
                    <a16:rowId xmlns:a16="http://schemas.microsoft.com/office/drawing/2014/main" val="1513052112"/>
                  </a:ext>
                </a:extLst>
              </a:tr>
              <a:tr h="288000">
                <a:tc>
                  <a:txBody>
                    <a:bodyPr/>
                    <a:lstStyle/>
                    <a:p>
                      <a:pPr algn="ctr" rtl="0"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78.06%</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tc>
                  <a:txBody>
                    <a:bodyPr/>
                    <a:lstStyle/>
                    <a:p>
                      <a:pPr algn="ctr" rtl="0"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81.84%</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tc>
                  <a:txBody>
                    <a:bodyPr/>
                    <a:lstStyle/>
                    <a:p>
                      <a:pPr algn="ctr" rtl="0"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85.62%</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tc>
                  <a:txBody>
                    <a:bodyPr/>
                    <a:lstStyle/>
                    <a:p>
                      <a:pPr algn="ctr" rtl="0"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89.40%</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tc>
                  <a:txBody>
                    <a:bodyPr/>
                    <a:lstStyle/>
                    <a:p>
                      <a:pPr algn="ctr" rtl="0"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92.69%</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tc>
                  <a:txBody>
                    <a:bodyPr/>
                    <a:lstStyle/>
                    <a:p>
                      <a:pPr algn="ctr" rtl="0"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93.10%</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tc>
                  <a:txBody>
                    <a:bodyPr/>
                    <a:lstStyle/>
                    <a:p>
                      <a:pPr algn="ctr" rtl="0"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93.10%</a:t>
                      </a:r>
                      <a:endParaRPr lang="en-US" altLang="zh-CN" sz="1050" b="1" i="0" u="none" strike="noStrike">
                        <a:solidFill>
                          <a:srgbClr val="FF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extLst>
                  <a:ext uri="{0D108BD9-81ED-4DB2-BD59-A6C34878D82A}">
                    <a16:rowId xmlns:a16="http://schemas.microsoft.com/office/drawing/2014/main" val="3128921341"/>
                  </a:ext>
                </a:extLst>
              </a:tr>
              <a:tr h="288000">
                <a:tc>
                  <a:txBody>
                    <a:bodyPr/>
                    <a:lstStyle/>
                    <a:p>
                      <a:pPr algn="ctr" rtl="0"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-80</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tc>
                  <a:txBody>
                    <a:bodyPr/>
                    <a:lstStyle/>
                    <a:p>
                      <a:pPr algn="ctr" rtl="0"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-80</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tc>
                  <a:txBody>
                    <a:bodyPr/>
                    <a:lstStyle/>
                    <a:p>
                      <a:pPr algn="ctr" rtl="0"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-60</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tc>
                  <a:txBody>
                    <a:bodyPr/>
                    <a:lstStyle/>
                    <a:p>
                      <a:pPr algn="ctr" rtl="0"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-55</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tc>
                  <a:txBody>
                    <a:bodyPr/>
                    <a:lstStyle/>
                    <a:p>
                      <a:pPr algn="ctr" rtl="0"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-48</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tc>
                  <a:txBody>
                    <a:bodyPr/>
                    <a:lstStyle/>
                    <a:p>
                      <a:pPr algn="ctr" rtl="0"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-16</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tc>
                  <a:txBody>
                    <a:bodyPr/>
                    <a:lstStyle/>
                    <a:p>
                      <a:pPr algn="ctr" rtl="0"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-11</a:t>
                      </a:r>
                      <a:endParaRPr lang="en-US" altLang="zh-CN" sz="1050" b="0" i="0" u="none" strike="noStrike">
                        <a:solidFill>
                          <a:schemeClr val="tx1"/>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extLst>
                  <a:ext uri="{0D108BD9-81ED-4DB2-BD59-A6C34878D82A}">
                    <a16:rowId xmlns:a16="http://schemas.microsoft.com/office/drawing/2014/main" val="1983566859"/>
                  </a:ext>
                </a:extLst>
              </a:tr>
              <a:tr h="288000">
                <a:tc>
                  <a:txBody>
                    <a:bodyPr/>
                    <a:lstStyle/>
                    <a:p>
                      <a:pPr algn="ctr"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78.06%</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tc>
                  <a:txBody>
                    <a:bodyPr/>
                    <a:lstStyle/>
                    <a:p>
                      <a:pPr algn="ctr"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81.84%</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tc>
                  <a:txBody>
                    <a:bodyPr/>
                    <a:lstStyle/>
                    <a:p>
                      <a:pPr algn="ctr"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85.62%</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tc>
                  <a:txBody>
                    <a:bodyPr/>
                    <a:lstStyle/>
                    <a:p>
                      <a:pPr algn="ctr"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89.40%</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tc>
                  <a:txBody>
                    <a:bodyPr/>
                    <a:lstStyle/>
                    <a:p>
                      <a:pPr algn="ctr"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93.00%</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tc>
                  <a:txBody>
                    <a:bodyPr/>
                    <a:lstStyle/>
                    <a:p>
                      <a:pPr algn="ctr"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94.84%</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tc>
                  <a:txBody>
                    <a:bodyPr/>
                    <a:lstStyle/>
                    <a:p>
                      <a:pPr algn="ctr"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95.00%</a:t>
                      </a:r>
                      <a:endParaRPr lang="en-US" altLang="zh-CN" sz="1050" b="1" i="0" u="none" strike="noStrike">
                        <a:solidFill>
                          <a:schemeClr val="tx1"/>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extLst>
                  <a:ext uri="{0D108BD9-81ED-4DB2-BD59-A6C34878D82A}">
                    <a16:rowId xmlns:a16="http://schemas.microsoft.com/office/drawing/2014/main" val="473173662"/>
                  </a:ext>
                </a:extLst>
              </a:tr>
              <a:tr h="288000">
                <a:tc>
                  <a:txBody>
                    <a:bodyPr/>
                    <a:lstStyle/>
                    <a:p>
                      <a:pPr algn="ctr" rtl="0"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-80</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tc>
                  <a:txBody>
                    <a:bodyPr/>
                    <a:lstStyle/>
                    <a:p>
                      <a:pPr algn="ctr" rtl="0"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-80</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tc>
                  <a:txBody>
                    <a:bodyPr/>
                    <a:lstStyle/>
                    <a:p>
                      <a:pPr algn="ctr" rtl="0"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-80</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tc>
                  <a:txBody>
                    <a:bodyPr/>
                    <a:lstStyle/>
                    <a:p>
                      <a:pPr algn="ctr" rtl="0"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-80</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tc>
                  <a:txBody>
                    <a:bodyPr/>
                    <a:lstStyle/>
                    <a:p>
                      <a:pPr algn="ctr" rtl="0"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-48</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tc>
                  <a:txBody>
                    <a:bodyPr/>
                    <a:lstStyle/>
                    <a:p>
                      <a:pPr algn="ctr" rtl="0"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-16</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tc>
                  <a:txBody>
                    <a:bodyPr/>
                    <a:lstStyle/>
                    <a:p>
                      <a:pPr algn="ctr" rtl="0"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-11</a:t>
                      </a:r>
                      <a:endParaRPr lang="en-US" altLang="zh-CN" sz="1050" b="0" i="0" u="none" strike="noStrike">
                        <a:solidFill>
                          <a:schemeClr val="tx1"/>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extLst>
                  <a:ext uri="{0D108BD9-81ED-4DB2-BD59-A6C34878D82A}">
                    <a16:rowId xmlns:a16="http://schemas.microsoft.com/office/drawing/2014/main" val="1747218640"/>
                  </a:ext>
                </a:extLst>
              </a:tr>
              <a:tr h="288000">
                <a:tc>
                  <a:txBody>
                    <a:bodyPr/>
                    <a:lstStyle/>
                    <a:p>
                      <a:pPr algn="ctr"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79.95%</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tc>
                  <a:txBody>
                    <a:bodyPr/>
                    <a:lstStyle/>
                    <a:p>
                      <a:pPr algn="ctr"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83.62%</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tc>
                  <a:txBody>
                    <a:bodyPr/>
                    <a:lstStyle/>
                    <a:p>
                      <a:pPr algn="ctr"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87.05%</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tc>
                  <a:txBody>
                    <a:bodyPr/>
                    <a:lstStyle/>
                    <a:p>
                      <a:pPr algn="ctr"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90.83%</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tc>
                  <a:txBody>
                    <a:bodyPr/>
                    <a:lstStyle/>
                    <a:p>
                      <a:pPr algn="ctr"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93.10%</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tc>
                  <a:txBody>
                    <a:bodyPr/>
                    <a:lstStyle/>
                    <a:p>
                      <a:pPr algn="ctr"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93.10%</a:t>
                      </a:r>
                      <a:endParaRPr lang="en-US" altLang="zh-CN" sz="105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tc>
                  <a:txBody>
                    <a:bodyPr/>
                    <a:lstStyle/>
                    <a:p>
                      <a:pPr algn="ctr" fontAlgn="ctr"/>
                      <a:r>
                        <a:rPr lang="en-US" altLang="zh-CN" sz="900" b="0" u="none" strike="noStrike">
                          <a:solidFill>
                            <a:srgbClr val="2C3E50"/>
                          </a:solidFill>
                          <a:effectLst/>
                          <a:latin typeface="微软雅黑" panose="020B0503020204020204" pitchFamily="34" charset="-122"/>
                          <a:ea typeface="微软雅黑" panose="020B0503020204020204" pitchFamily="34" charset="-122"/>
                        </a:rPr>
                        <a:t>95.00%</a:t>
                      </a:r>
                      <a:endParaRPr lang="en-US" altLang="zh-CN" sz="1050" b="1" i="0" u="none" strike="noStrike">
                        <a:solidFill>
                          <a:srgbClr val="00B05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extLst>
                  <a:ext uri="{0D108BD9-81ED-4DB2-BD59-A6C34878D82A}">
                    <a16:rowId xmlns:a16="http://schemas.microsoft.com/office/drawing/2014/main" val="3528990092"/>
                  </a:ext>
                </a:extLst>
              </a:tr>
            </a:tbl>
          </a:graphicData>
        </a:graphic>
      </p:graphicFrame>
      <p:sp>
        <p:nvSpPr>
          <p:cNvPr id="11" name="文本框 10">
            <a:extLst>
              <a:ext uri="{FF2B5EF4-FFF2-40B4-BE49-F238E27FC236}">
                <a16:creationId xmlns:a16="http://schemas.microsoft.com/office/drawing/2014/main" id="{178E4D16-6DEE-DD07-A221-74965466A6DB}"/>
              </a:ext>
            </a:extLst>
          </p:cNvPr>
          <p:cNvSpPr txBox="1"/>
          <p:nvPr/>
        </p:nvSpPr>
        <p:spPr>
          <a:xfrm>
            <a:off x="5741986" y="2733328"/>
            <a:ext cx="904878" cy="458908"/>
          </a:xfrm>
          <a:prstGeom prst="rect">
            <a:avLst/>
          </a:prstGeom>
          <a:noFill/>
        </p:spPr>
        <p:txBody>
          <a:bodyPr wrap="square" rtlCol="0" anchor="ctr">
            <a:spAutoFit/>
          </a:bodyPr>
          <a:lstStyle/>
          <a:p>
            <a:pPr algn="ctr">
              <a:lnSpc>
                <a:spcPct val="150000"/>
              </a:lnSpc>
            </a:pPr>
            <a:r>
              <a:rPr lang="en-US" altLang="zh-CN" b="1">
                <a:latin typeface="微软雅黑" panose="020B0503020204020204" pitchFamily="34" charset="-122"/>
                <a:ea typeface="微软雅黑" panose="020B0503020204020204" pitchFamily="34" charset="-122"/>
              </a:rPr>
              <a:t>…</a:t>
            </a:r>
            <a:endParaRPr lang="zh-CN" altLang="en-US" b="1">
              <a:latin typeface="微软雅黑" panose="020B0503020204020204" pitchFamily="34" charset="-122"/>
              <a:ea typeface="微软雅黑" panose="020B0503020204020204" pitchFamily="34" charset="-122"/>
            </a:endParaRPr>
          </a:p>
        </p:txBody>
      </p:sp>
      <p:sp>
        <p:nvSpPr>
          <p:cNvPr id="12" name="矩形 11">
            <a:extLst>
              <a:ext uri="{FF2B5EF4-FFF2-40B4-BE49-F238E27FC236}">
                <a16:creationId xmlns:a16="http://schemas.microsoft.com/office/drawing/2014/main" id="{71C8A974-6733-2B49-E7BC-8A79E4F14431}"/>
              </a:ext>
            </a:extLst>
          </p:cNvPr>
          <p:cNvSpPr/>
          <p:nvPr/>
        </p:nvSpPr>
        <p:spPr>
          <a:xfrm>
            <a:off x="536574" y="2443511"/>
            <a:ext cx="10391775" cy="1236909"/>
          </a:xfrm>
          <a:prstGeom prst="rect">
            <a:avLst/>
          </a:prstGeom>
          <a:noFill/>
          <a:ln w="25400">
            <a:solidFill>
              <a:srgbClr val="C0000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32591C2E-40BF-A66F-D463-3318338A6994}"/>
              </a:ext>
            </a:extLst>
          </p:cNvPr>
          <p:cNvSpPr/>
          <p:nvPr/>
        </p:nvSpPr>
        <p:spPr>
          <a:xfrm>
            <a:off x="546099" y="3680420"/>
            <a:ext cx="10391775" cy="1236909"/>
          </a:xfrm>
          <a:prstGeom prst="rect">
            <a:avLst/>
          </a:prstGeom>
          <a:noFill/>
          <a:ln w="25400">
            <a:solidFill>
              <a:srgbClr val="C0000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38B5A845-9959-DA66-2626-4E7D1B461CBA}"/>
              </a:ext>
            </a:extLst>
          </p:cNvPr>
          <p:cNvSpPr txBox="1"/>
          <p:nvPr/>
        </p:nvSpPr>
        <p:spPr>
          <a:xfrm>
            <a:off x="10914432" y="2962782"/>
            <a:ext cx="937842"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b="1">
                <a:solidFill>
                  <a:prstClr val="black"/>
                </a:solidFill>
                <a:latin typeface="微软雅黑" panose="020B0503020204020204" pitchFamily="34" charset="-122"/>
                <a:ea typeface="微软雅黑" panose="020B0503020204020204" pitchFamily="34" charset="-122"/>
              </a:rPr>
              <a:t>充放效率</a:t>
            </a:r>
            <a:r>
              <a:rPr lang="en-US" altLang="zh-CN" sz="1200" b="1">
                <a:solidFill>
                  <a:prstClr val="black"/>
                </a:solidFill>
                <a:latin typeface="微软雅黑" panose="020B0503020204020204" pitchFamily="34" charset="-122"/>
                <a:ea typeface="微软雅黑" panose="020B0503020204020204" pitchFamily="34" charset="-122"/>
              </a:rPr>
              <a:t>93%</a:t>
            </a:r>
            <a:endParaRPr kumimoji="0" lang="zh-CN" altLang="en-US" sz="12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4" name="文本框 23">
            <a:extLst>
              <a:ext uri="{FF2B5EF4-FFF2-40B4-BE49-F238E27FC236}">
                <a16:creationId xmlns:a16="http://schemas.microsoft.com/office/drawing/2014/main" id="{8CA454B5-221B-C730-321F-E15EC579EB13}"/>
              </a:ext>
            </a:extLst>
          </p:cNvPr>
          <p:cNvSpPr txBox="1"/>
          <p:nvPr/>
        </p:nvSpPr>
        <p:spPr>
          <a:xfrm>
            <a:off x="10914432" y="4199691"/>
            <a:ext cx="937842"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充放效率</a:t>
            </a:r>
            <a:r>
              <a:rPr kumimoji="0" lang="en-US" altLang="zh-CN" sz="12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95%</a:t>
            </a:r>
            <a:endParaRPr kumimoji="0" lang="zh-CN" altLang="en-US" sz="12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5" name="文本框 24">
            <a:extLst>
              <a:ext uri="{FF2B5EF4-FFF2-40B4-BE49-F238E27FC236}">
                <a16:creationId xmlns:a16="http://schemas.microsoft.com/office/drawing/2014/main" id="{D6D8BAE6-E14F-26EF-DD32-FC1F813AA0C4}"/>
              </a:ext>
            </a:extLst>
          </p:cNvPr>
          <p:cNvSpPr txBox="1"/>
          <p:nvPr/>
        </p:nvSpPr>
        <p:spPr>
          <a:xfrm>
            <a:off x="5732083" y="3935405"/>
            <a:ext cx="904878" cy="458908"/>
          </a:xfrm>
          <a:prstGeom prst="rect">
            <a:avLst/>
          </a:prstGeom>
          <a:noFill/>
        </p:spPr>
        <p:txBody>
          <a:bodyPr wrap="square" rtlCol="0" anchor="ctr">
            <a:spAutoFit/>
          </a:bodyPr>
          <a:lstStyle/>
          <a:p>
            <a:pPr algn="ctr">
              <a:lnSpc>
                <a:spcPct val="150000"/>
              </a:lnSpc>
            </a:pPr>
            <a:r>
              <a:rPr lang="en-US" altLang="zh-CN" b="1">
                <a:latin typeface="微软雅黑" panose="020B0503020204020204" pitchFamily="34" charset="-122"/>
                <a:ea typeface="微软雅黑" panose="020B0503020204020204" pitchFamily="34" charset="-122"/>
              </a:rPr>
              <a:t>…</a:t>
            </a:r>
            <a:endParaRPr lang="zh-CN" altLang="en-US" b="1">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038281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83515" y="1031155"/>
            <a:ext cx="4064000" cy="368300"/>
          </a:xfrm>
          <a:prstGeom prst="rect">
            <a:avLst/>
          </a:prstGeom>
        </p:spPr>
        <p:txBody>
          <a:bodyPr>
            <a:spAutoFit/>
            <a:extLst>
              <a:ext uri="{4A0BC546-FE56-4ADE-93B0-CB8AF2F6F144}">
                <wpsdc:textFrameExt xmlns:wpsdc="http://www.wps.cn/officeDocument/2022/drawingmlCustomData" xmlns="" type="text"/>
              </a:ext>
            </a:extLst>
          </a:bodyPr>
          <a:lstStyle/>
          <a:p>
            <a:pPr algn="l"/>
            <a:r>
              <a:rPr lang="zh-CN" altLang="en-US" sz="1800" b="1">
                <a:latin typeface="Arial" panose="020B0604020202020204" pitchFamily="34" charset="0"/>
                <a:ea typeface="微软雅黑" panose="020B0503020204020204" pitchFamily="34" charset="-122"/>
              </a:rPr>
              <a:t>传统电力交易分析思路</a:t>
            </a:r>
          </a:p>
        </p:txBody>
      </p:sp>
      <p:sp>
        <p:nvSpPr>
          <p:cNvPr id="19" name="文本框 18"/>
          <p:cNvSpPr txBox="1"/>
          <p:nvPr/>
        </p:nvSpPr>
        <p:spPr>
          <a:xfrm>
            <a:off x="237490" y="3494405"/>
            <a:ext cx="5212715" cy="368300"/>
          </a:xfrm>
          <a:prstGeom prst="rect">
            <a:avLst/>
          </a:prstGeom>
        </p:spPr>
        <p:txBody>
          <a:bodyPr wrap="square">
            <a:spAutoFit/>
            <a:extLst>
              <a:ext uri="{4A0BC546-FE56-4ADE-93B0-CB8AF2F6F144}">
                <wpsdc:textFrameExt xmlns:wpsdc="http://www.wps.cn/officeDocument/2022/drawingmlCustomData" xmlns="" type="text"/>
              </a:ext>
            </a:extLst>
          </a:bodyPr>
          <a:lstStyle/>
          <a:p>
            <a:pPr algn="l"/>
            <a:r>
              <a:rPr lang="zh-CN" altLang="en-US" sz="1800" b="1">
                <a:latin typeface="Arial" panose="020B0604020202020204" pitchFamily="34" charset="0"/>
                <a:ea typeface="微软雅黑" panose="020B0503020204020204" pitchFamily="34" charset="-122"/>
              </a:rPr>
              <a:t>储能显著影响电价的电力交易分析思路</a:t>
            </a:r>
          </a:p>
        </p:txBody>
      </p:sp>
      <p:grpSp>
        <p:nvGrpSpPr>
          <p:cNvPr id="23" name="组合 22"/>
          <p:cNvGrpSpPr/>
          <p:nvPr/>
        </p:nvGrpSpPr>
        <p:grpSpPr>
          <a:xfrm>
            <a:off x="813435" y="1352550"/>
            <a:ext cx="10565130" cy="1042035"/>
            <a:chOff x="1071" y="2026"/>
            <a:chExt cx="16638" cy="1641"/>
          </a:xfrm>
          <a:solidFill>
            <a:schemeClr val="tx2">
              <a:lumMod val="75000"/>
            </a:schemeClr>
          </a:solidFill>
        </p:grpSpPr>
        <p:sp>
          <p:nvSpPr>
            <p:cNvPr id="2" name="圆角矩形 1"/>
            <p:cNvSpPr/>
            <p:nvPr/>
          </p:nvSpPr>
          <p:spPr>
            <a:xfrm>
              <a:off x="1071" y="2686"/>
              <a:ext cx="2809" cy="981"/>
            </a:xfrm>
            <a:prstGeom prst="roundRect">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b="1">
                  <a:latin typeface="微软雅黑" panose="020B0503020204020204" pitchFamily="34" charset="-122"/>
                  <a:ea typeface="微软雅黑" panose="020B0503020204020204" pitchFamily="34" charset="-122"/>
                </a:rPr>
                <a:t>预测电网供需</a:t>
              </a:r>
            </a:p>
          </p:txBody>
        </p:sp>
        <p:sp>
          <p:nvSpPr>
            <p:cNvPr id="5" name="右箭头 4"/>
            <p:cNvSpPr/>
            <p:nvPr/>
          </p:nvSpPr>
          <p:spPr>
            <a:xfrm>
              <a:off x="4355" y="2965"/>
              <a:ext cx="714" cy="438"/>
            </a:xfrm>
            <a:prstGeom prst="rightArrow">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 name="圆角矩形 5"/>
            <p:cNvSpPr/>
            <p:nvPr/>
          </p:nvSpPr>
          <p:spPr>
            <a:xfrm>
              <a:off x="5604" y="2686"/>
              <a:ext cx="2809" cy="981"/>
            </a:xfrm>
            <a:prstGeom prst="roundRect">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b="1">
                  <a:latin typeface="微软雅黑" panose="020B0503020204020204" pitchFamily="34" charset="-122"/>
                  <a:ea typeface="微软雅黑" panose="020B0503020204020204" pitchFamily="34" charset="-122"/>
                </a:rPr>
                <a:t>预测现货电价</a:t>
              </a:r>
            </a:p>
          </p:txBody>
        </p:sp>
        <p:sp>
          <p:nvSpPr>
            <p:cNvPr id="8" name="右箭头 7"/>
            <p:cNvSpPr/>
            <p:nvPr/>
          </p:nvSpPr>
          <p:spPr>
            <a:xfrm>
              <a:off x="8948" y="2965"/>
              <a:ext cx="714" cy="438"/>
            </a:xfrm>
            <a:prstGeom prst="rightArrow">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圆角矩形 8"/>
            <p:cNvSpPr/>
            <p:nvPr/>
          </p:nvSpPr>
          <p:spPr>
            <a:xfrm>
              <a:off x="10262" y="2686"/>
              <a:ext cx="2809" cy="981"/>
            </a:xfrm>
            <a:prstGeom prst="roundRect">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b="1">
                  <a:latin typeface="微软雅黑" panose="020B0503020204020204" pitchFamily="34" charset="-122"/>
                  <a:ea typeface="微软雅黑" panose="020B0503020204020204" pitchFamily="34" charset="-122"/>
                </a:rPr>
                <a:t>生成储能策略</a:t>
              </a:r>
            </a:p>
          </p:txBody>
        </p:sp>
        <p:sp>
          <p:nvSpPr>
            <p:cNvPr id="10" name="右箭头 9"/>
            <p:cNvSpPr/>
            <p:nvPr/>
          </p:nvSpPr>
          <p:spPr>
            <a:xfrm>
              <a:off x="13671" y="2965"/>
              <a:ext cx="714" cy="438"/>
            </a:xfrm>
            <a:prstGeom prst="rightArrow">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1" name="圆角矩形 10"/>
            <p:cNvSpPr/>
            <p:nvPr/>
          </p:nvSpPr>
          <p:spPr>
            <a:xfrm>
              <a:off x="14900" y="2686"/>
              <a:ext cx="2809" cy="981"/>
            </a:xfrm>
            <a:prstGeom prst="roundRect">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b="1">
                  <a:latin typeface="微软雅黑" panose="020B0503020204020204" pitchFamily="34" charset="-122"/>
                  <a:ea typeface="微软雅黑" panose="020B0503020204020204" pitchFamily="34" charset="-122"/>
                </a:rPr>
                <a:t>复盘分析</a:t>
              </a:r>
            </a:p>
          </p:txBody>
        </p:sp>
        <p:sp>
          <p:nvSpPr>
            <p:cNvPr id="20" name="乘号 19"/>
            <p:cNvSpPr/>
            <p:nvPr/>
          </p:nvSpPr>
          <p:spPr>
            <a:xfrm>
              <a:off x="8909" y="2026"/>
              <a:ext cx="753" cy="942"/>
            </a:xfrm>
            <a:prstGeom prst="mathMultiply">
              <a:avLst/>
            </a:prstGeom>
            <a:solidFill>
              <a:srgbClr val="C0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21" name="文本框 20"/>
          <p:cNvSpPr txBox="1"/>
          <p:nvPr/>
        </p:nvSpPr>
        <p:spPr>
          <a:xfrm>
            <a:off x="419735" y="2760345"/>
            <a:ext cx="11189335" cy="337185"/>
          </a:xfrm>
          <a:prstGeom prst="rect">
            <a:avLst/>
          </a:prstGeom>
        </p:spPr>
        <p:txBody>
          <a:bodyPr wrap="square">
            <a:spAutoFit/>
            <a:extLst>
              <a:ext uri="{4A0BC546-FE56-4ADE-93B0-CB8AF2F6F144}">
                <wpsdc:textFrameExt xmlns:wpsdc="http://www.wps.cn/officeDocument/2022/drawingmlCustomData" xmlns="" type="text"/>
              </a:ext>
            </a:extLst>
          </a:bodyPr>
          <a:lstStyle/>
          <a:p>
            <a:pPr algn="l"/>
            <a:r>
              <a:rPr lang="zh-CN" altLang="en-US" sz="1600">
                <a:latin typeface="Arial" panose="020B0604020202020204" pitchFamily="34" charset="0"/>
                <a:ea typeface="微软雅黑" panose="020B0503020204020204" pitchFamily="34" charset="-122"/>
              </a:rPr>
              <a:t>当储能的充放行为成为电价的核心影响因素，传统串行的分析决策思路不再适用于蒙西储能特别是大容量储能的交易复盘。</a:t>
            </a:r>
          </a:p>
        </p:txBody>
      </p:sp>
      <p:grpSp>
        <p:nvGrpSpPr>
          <p:cNvPr id="24" name="组合 23"/>
          <p:cNvGrpSpPr/>
          <p:nvPr/>
        </p:nvGrpSpPr>
        <p:grpSpPr>
          <a:xfrm>
            <a:off x="813435" y="4177432"/>
            <a:ext cx="10565130" cy="624205"/>
            <a:chOff x="1178" y="6355"/>
            <a:chExt cx="16638" cy="983"/>
          </a:xfrm>
          <a:solidFill>
            <a:schemeClr val="tx2">
              <a:lumMod val="75000"/>
            </a:schemeClr>
          </a:solidFill>
        </p:grpSpPr>
        <p:sp>
          <p:nvSpPr>
            <p:cNvPr id="12" name="圆角矩形 11"/>
            <p:cNvSpPr/>
            <p:nvPr/>
          </p:nvSpPr>
          <p:spPr>
            <a:xfrm>
              <a:off x="1178" y="6355"/>
              <a:ext cx="2809" cy="981"/>
            </a:xfrm>
            <a:prstGeom prst="roundRect">
              <a:avLst/>
            </a:prstGeom>
            <a:grpFill/>
            <a:ln>
              <a:solidFill>
                <a:srgbClr val="3B3B45"/>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b="1">
                  <a:latin typeface="微软雅黑" panose="020B0503020204020204" pitchFamily="34" charset="-122"/>
                  <a:ea typeface="微软雅黑" panose="020B0503020204020204" pitchFamily="34" charset="-122"/>
                </a:rPr>
                <a:t>预测电网供需</a:t>
              </a:r>
            </a:p>
          </p:txBody>
        </p:sp>
        <p:sp>
          <p:nvSpPr>
            <p:cNvPr id="13" name="右箭头 12"/>
            <p:cNvSpPr/>
            <p:nvPr/>
          </p:nvSpPr>
          <p:spPr>
            <a:xfrm>
              <a:off x="4462" y="6634"/>
              <a:ext cx="714" cy="438"/>
            </a:xfrm>
            <a:prstGeom prst="rightArrow">
              <a:avLst/>
            </a:prstGeom>
            <a:grpFill/>
            <a:ln>
              <a:solidFill>
                <a:srgbClr val="3B3B45"/>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4" name="圆角矩形 13"/>
            <p:cNvSpPr/>
            <p:nvPr/>
          </p:nvSpPr>
          <p:spPr>
            <a:xfrm>
              <a:off x="5711" y="6355"/>
              <a:ext cx="2809" cy="981"/>
            </a:xfrm>
            <a:prstGeom prst="roundRect">
              <a:avLst/>
            </a:prstGeom>
            <a:grpFill/>
            <a:ln>
              <a:solidFill>
                <a:srgbClr val="3B3B45"/>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b="1">
                  <a:latin typeface="微软雅黑" panose="020B0503020204020204" pitchFamily="34" charset="-122"/>
                  <a:ea typeface="微软雅黑" panose="020B0503020204020204" pitchFamily="34" charset="-122"/>
                </a:rPr>
                <a:t>预测现货电价</a:t>
              </a:r>
            </a:p>
          </p:txBody>
        </p:sp>
        <p:sp>
          <p:nvSpPr>
            <p:cNvPr id="15" name="右箭头 14"/>
            <p:cNvSpPr/>
            <p:nvPr/>
          </p:nvSpPr>
          <p:spPr>
            <a:xfrm>
              <a:off x="9055" y="6634"/>
              <a:ext cx="714" cy="438"/>
            </a:xfrm>
            <a:prstGeom prst="rightArrow">
              <a:avLst/>
            </a:prstGeom>
            <a:grpFill/>
            <a:ln>
              <a:solidFill>
                <a:srgbClr val="3B3B45"/>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6" name="圆角矩形 15"/>
            <p:cNvSpPr/>
            <p:nvPr/>
          </p:nvSpPr>
          <p:spPr>
            <a:xfrm>
              <a:off x="10369" y="6355"/>
              <a:ext cx="2809" cy="981"/>
            </a:xfrm>
            <a:prstGeom prst="roundRect">
              <a:avLst/>
            </a:prstGeom>
            <a:grpFill/>
            <a:ln>
              <a:solidFill>
                <a:srgbClr val="3B3B45"/>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b="1">
                  <a:latin typeface="微软雅黑" panose="020B0503020204020204" pitchFamily="34" charset="-122"/>
                  <a:ea typeface="微软雅黑" panose="020B0503020204020204" pitchFamily="34" charset="-122"/>
                </a:rPr>
                <a:t>生成储能策略</a:t>
              </a:r>
            </a:p>
          </p:txBody>
        </p:sp>
        <p:sp>
          <p:nvSpPr>
            <p:cNvPr id="17" name="右箭头 16"/>
            <p:cNvSpPr/>
            <p:nvPr/>
          </p:nvSpPr>
          <p:spPr>
            <a:xfrm>
              <a:off x="13778" y="6634"/>
              <a:ext cx="714" cy="438"/>
            </a:xfrm>
            <a:prstGeom prst="rightArrow">
              <a:avLst/>
            </a:prstGeom>
            <a:grpFill/>
            <a:ln>
              <a:solidFill>
                <a:srgbClr val="3B3B45"/>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8" name="圆角矩形 17"/>
            <p:cNvSpPr/>
            <p:nvPr/>
          </p:nvSpPr>
          <p:spPr>
            <a:xfrm>
              <a:off x="15007" y="6355"/>
              <a:ext cx="2809" cy="981"/>
            </a:xfrm>
            <a:prstGeom prst="roundRect">
              <a:avLst/>
            </a:prstGeom>
            <a:grpFill/>
            <a:ln>
              <a:solidFill>
                <a:srgbClr val="3B3B45"/>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b="1">
                  <a:latin typeface="微软雅黑" panose="020B0503020204020204" pitchFamily="34" charset="-122"/>
                  <a:ea typeface="微软雅黑" panose="020B0503020204020204" pitchFamily="34" charset="-122"/>
                </a:rPr>
                <a:t>复盘分析</a:t>
              </a:r>
            </a:p>
          </p:txBody>
        </p:sp>
        <p:cxnSp>
          <p:nvCxnSpPr>
            <p:cNvPr id="22" name="肘形连接符 21"/>
            <p:cNvCxnSpPr>
              <a:stCxn id="16" idx="2"/>
              <a:endCxn id="14" idx="2"/>
            </p:cNvCxnSpPr>
            <p:nvPr/>
          </p:nvCxnSpPr>
          <p:spPr>
            <a:xfrm rot="5400000">
              <a:off x="9445" y="5007"/>
              <a:ext cx="5" cy="4658"/>
            </a:xfrm>
            <a:prstGeom prst="bentConnector3">
              <a:avLst>
                <a:gd name="adj1" fmla="val 7550000"/>
              </a:avLst>
            </a:prstGeom>
            <a:grpFill/>
            <a:ln w="28575">
              <a:solidFill>
                <a:srgbClr val="3B3B45"/>
              </a:solidFill>
              <a:tailEnd type="arrow"/>
            </a:ln>
          </p:spPr>
          <p:style>
            <a:lnRef idx="2">
              <a:schemeClr val="accent1"/>
            </a:lnRef>
            <a:fillRef idx="0">
              <a:srgbClr val="FFFFFF"/>
            </a:fillRef>
            <a:effectRef idx="0">
              <a:srgbClr val="FFFFFF"/>
            </a:effectRef>
            <a:fontRef idx="minor">
              <a:schemeClr val="tx1"/>
            </a:fontRef>
          </p:style>
        </p:cxnSp>
      </p:grpSp>
      <p:sp>
        <p:nvSpPr>
          <p:cNvPr id="25" name="文本框 24"/>
          <p:cNvSpPr txBox="1"/>
          <p:nvPr/>
        </p:nvSpPr>
        <p:spPr>
          <a:xfrm>
            <a:off x="419734" y="5254074"/>
            <a:ext cx="11189335" cy="787075"/>
          </a:xfrm>
          <a:prstGeom prst="rect">
            <a:avLst/>
          </a:prstGeom>
        </p:spPr>
        <p:txBody>
          <a:bodyPr wrap="square">
            <a:spAutoFit/>
            <a:extLst>
              <a:ext uri="{4A0BC546-FE56-4ADE-93B0-CB8AF2F6F144}">
                <wpsdc:textFrameExt xmlns:wpsdc="http://www.wps.cn/officeDocument/2022/drawingmlCustomData" xmlns="" type="text"/>
              </a:ext>
            </a:extLst>
          </a:bodyPr>
          <a:lstStyle/>
          <a:p>
            <a:pPr algn="l">
              <a:lnSpc>
                <a:spcPct val="150000"/>
              </a:lnSpc>
            </a:pPr>
            <a:r>
              <a:rPr lang="zh-CN" altLang="en-US" sz="1600">
                <a:latin typeface="Arial" panose="020B0604020202020204" pitchFamily="34" charset="0"/>
                <a:ea typeface="微软雅黑" panose="020B0503020204020204" pitchFamily="34" charset="-122"/>
              </a:rPr>
              <a:t>需要迭代考虑储能的充放行为对电价的影响，形成闭环的分析决策思路，特别是不再盲目追求抓住峰谷电价，而是深刻理解大储充放行为将塑造峰谷电价，并最终实现整体收益优化。</a:t>
            </a:r>
          </a:p>
        </p:txBody>
      </p:sp>
      <p:sp>
        <p:nvSpPr>
          <p:cNvPr id="4" name="矩形 3">
            <a:extLst>
              <a:ext uri="{FF2B5EF4-FFF2-40B4-BE49-F238E27FC236}">
                <a16:creationId xmlns:a16="http://schemas.microsoft.com/office/drawing/2014/main" id="{E57CBABD-AEE7-4D37-B0C7-FB9E3891E3AB}"/>
              </a:ext>
            </a:extLst>
          </p:cNvPr>
          <p:cNvSpPr/>
          <p:nvPr/>
        </p:nvSpPr>
        <p:spPr>
          <a:xfrm>
            <a:off x="0" y="0"/>
            <a:ext cx="12192000" cy="574177"/>
          </a:xfrm>
          <a:prstGeom prst="rect">
            <a:avLst/>
          </a:prstGeom>
          <a:solidFill>
            <a:srgbClr val="3B3B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6" name="文本框 25">
            <a:extLst>
              <a:ext uri="{FF2B5EF4-FFF2-40B4-BE49-F238E27FC236}">
                <a16:creationId xmlns:a16="http://schemas.microsoft.com/office/drawing/2014/main" id="{E982D3CB-4F1B-25F4-90AD-8E08883AA1D8}"/>
              </a:ext>
            </a:extLst>
          </p:cNvPr>
          <p:cNvSpPr txBox="1"/>
          <p:nvPr/>
        </p:nvSpPr>
        <p:spPr>
          <a:xfrm>
            <a:off x="126997" y="102938"/>
            <a:ext cx="7026277" cy="369332"/>
          </a:xfrm>
          <a:prstGeom prst="rect">
            <a:avLst/>
          </a:prstGeom>
          <a:noFill/>
        </p:spPr>
        <p:txBody>
          <a:bodyPr wrap="square" rtlCol="0">
            <a:spAutoFit/>
          </a:bodyPr>
          <a:lstStyle/>
          <a:p>
            <a:pPr lvl="0">
              <a:defRPr/>
            </a:pPr>
            <a:r>
              <a:rPr lang="en-US" altLang="zh-CN">
                <a:solidFill>
                  <a:prstClr val="white"/>
                </a:solidFill>
                <a:latin typeface="微软雅黑" panose="020B0503020204020204" pitchFamily="34" charset="-122"/>
                <a:ea typeface="微软雅黑" panose="020B0503020204020204" pitchFamily="34" charset="-122"/>
              </a:rPr>
              <a:t>4. </a:t>
            </a:r>
            <a:r>
              <a:rPr lang="zh-CN" altLang="en-US">
                <a:solidFill>
                  <a:prstClr val="white"/>
                </a:solidFill>
                <a:latin typeface="微软雅黑" panose="020B0503020204020204" pitchFamily="34" charset="-122"/>
                <a:ea typeface="微软雅黑" panose="020B0503020204020204" pitchFamily="34" charset="-122"/>
              </a:rPr>
              <a:t>蒙西电力市场储能交易思路与传统思路的差异</a:t>
            </a: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图表 1"/>
          <p:cNvGraphicFramePr/>
          <p:nvPr>
            <p:extLst>
              <p:ext uri="{D42A27DB-BD31-4B8C-83A1-F6EECF244321}">
                <p14:modId xmlns:p14="http://schemas.microsoft.com/office/powerpoint/2010/main" val="2321646508"/>
              </p:ext>
            </p:extLst>
          </p:nvPr>
        </p:nvGraphicFramePr>
        <p:xfrm>
          <a:off x="826135" y="880745"/>
          <a:ext cx="10755629" cy="3538855"/>
        </p:xfrm>
        <a:graphic>
          <a:graphicData uri="http://schemas.openxmlformats.org/drawingml/2006/chart">
            <c:chart xmlns:c="http://schemas.openxmlformats.org/drawingml/2006/chart" xmlns:r="http://schemas.openxmlformats.org/officeDocument/2006/relationships" r:id="rId3"/>
          </a:graphicData>
        </a:graphic>
      </p:graphicFrame>
      <p:sp>
        <p:nvSpPr>
          <p:cNvPr id="3" name="文本框 2"/>
          <p:cNvSpPr txBox="1"/>
          <p:nvPr/>
        </p:nvSpPr>
        <p:spPr>
          <a:xfrm>
            <a:off x="826135" y="4658360"/>
            <a:ext cx="10755630" cy="1322070"/>
          </a:xfrm>
          <a:prstGeom prst="rect">
            <a:avLst/>
          </a:prstGeom>
        </p:spPr>
        <p:txBody>
          <a:bodyPr wrap="square">
            <a:spAutoFit/>
            <a:extLst>
              <a:ext uri="{4A0BC546-FE56-4ADE-93B0-CB8AF2F6F144}">
                <wpsdc:textFrameExt xmlns:wpsdc="http://www.wps.cn/officeDocument/2022/drawingmlCustomData" xmlns="" type="text"/>
              </a:ext>
            </a:extLst>
          </a:bodyPr>
          <a:lstStyle/>
          <a:p>
            <a:pPr marL="285750" indent="-285750" algn="l">
              <a:buFont typeface="Wingdings" panose="05000000000000000000" charset="0"/>
              <a:buChar char="Ø"/>
            </a:pPr>
            <a:r>
              <a:rPr lang="zh-CN" altLang="en-US" sz="1600">
                <a:latin typeface="微软雅黑" panose="020B0503020204020204" pitchFamily="34" charset="-122"/>
                <a:ea typeface="微软雅黑" panose="020B0503020204020204" pitchFamily="34" charset="-122"/>
                <a:cs typeface="微软雅黑" panose="020B0503020204020204" pitchFamily="34" charset="-122"/>
              </a:rPr>
              <a:t>找到</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同班同学</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中的第一名，深入分析其交易策略并动态总结对标。</a:t>
            </a:r>
          </a:p>
          <a:p>
            <a:pPr marL="285750" indent="-285750" algn="l">
              <a:buFont typeface="Wingdings" panose="05000000000000000000" charset="0"/>
              <a:buChar char="Ø"/>
            </a:pP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l">
              <a:buFont typeface="Wingdings" panose="05000000000000000000" charset="0"/>
              <a:buChar char="Ø"/>
            </a:pPr>
            <a:r>
              <a:rPr lang="zh-CN" altLang="en-US" sz="1600">
                <a:latin typeface="微软雅黑" panose="020B0503020204020204" pitchFamily="34" charset="-122"/>
                <a:ea typeface="微软雅黑" panose="020B0503020204020204" pitchFamily="34" charset="-122"/>
                <a:cs typeface="微软雅黑" panose="020B0503020204020204" pitchFamily="34" charset="-122"/>
              </a:rPr>
              <a:t>与该储能场站进行过线上讨论，对方旁敲侧击想了解巴盟储能充放策略，其实对方采用的是与大储反向充放的策略。</a:t>
            </a:r>
          </a:p>
          <a:p>
            <a:pPr marL="285750" indent="-285750" algn="l">
              <a:buFont typeface="Wingdings" panose="05000000000000000000" charset="0"/>
              <a:buChar char="Ø"/>
            </a:pP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l">
              <a:buFont typeface="Wingdings" panose="05000000000000000000" charset="0"/>
              <a:buChar char="Ø"/>
            </a:pPr>
            <a:r>
              <a:rPr lang="zh-CN" altLang="en-US" sz="1600">
                <a:latin typeface="微软雅黑" panose="020B0503020204020204" pitchFamily="34" charset="-122"/>
                <a:ea typeface="微软雅黑" panose="020B0503020204020204" pitchFamily="34" charset="-122"/>
                <a:cs typeface="微软雅黑" panose="020B0503020204020204" pitchFamily="34" charset="-122"/>
              </a:rPr>
              <a:t>我们也将整合代理场站资源。在凌晨时段反向充放，尽量减弱大储充放带来的价差倒挂压力。</a:t>
            </a:r>
          </a:p>
        </p:txBody>
      </p:sp>
      <p:sp>
        <p:nvSpPr>
          <p:cNvPr id="4" name="矩形 3">
            <a:extLst>
              <a:ext uri="{FF2B5EF4-FFF2-40B4-BE49-F238E27FC236}">
                <a16:creationId xmlns:a16="http://schemas.microsoft.com/office/drawing/2014/main" id="{283BB4DC-4C57-8F40-C46E-526AED6885B8}"/>
              </a:ext>
            </a:extLst>
          </p:cNvPr>
          <p:cNvSpPr/>
          <p:nvPr/>
        </p:nvSpPr>
        <p:spPr>
          <a:xfrm>
            <a:off x="0" y="0"/>
            <a:ext cx="12192000" cy="574177"/>
          </a:xfrm>
          <a:prstGeom prst="rect">
            <a:avLst/>
          </a:prstGeom>
          <a:solidFill>
            <a:srgbClr val="3B3B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 name="文本框 5">
            <a:extLst>
              <a:ext uri="{FF2B5EF4-FFF2-40B4-BE49-F238E27FC236}">
                <a16:creationId xmlns:a16="http://schemas.microsoft.com/office/drawing/2014/main" id="{587E5827-4BDE-A2CD-BB1E-B0F693B98EB8}"/>
              </a:ext>
            </a:extLst>
          </p:cNvPr>
          <p:cNvSpPr txBox="1"/>
          <p:nvPr/>
        </p:nvSpPr>
        <p:spPr>
          <a:xfrm>
            <a:off x="126997" y="102938"/>
            <a:ext cx="7026277" cy="369332"/>
          </a:xfrm>
          <a:prstGeom prst="rect">
            <a:avLst/>
          </a:prstGeom>
          <a:noFill/>
        </p:spPr>
        <p:txBody>
          <a:bodyPr wrap="square" rtlCol="0">
            <a:spAutoFit/>
          </a:bodyPr>
          <a:lstStyle/>
          <a:p>
            <a:pPr lvl="0">
              <a:defRPr/>
            </a:pPr>
            <a:r>
              <a:rPr lang="en-US" altLang="zh-CN">
                <a:solidFill>
                  <a:prstClr val="white"/>
                </a:solidFill>
                <a:latin typeface="微软雅黑" panose="020B0503020204020204" pitchFamily="34" charset="-122"/>
                <a:ea typeface="微软雅黑" panose="020B0503020204020204" pitchFamily="34" charset="-122"/>
              </a:rPr>
              <a:t>4. </a:t>
            </a:r>
            <a:r>
              <a:rPr lang="zh-CN" altLang="en-US">
                <a:solidFill>
                  <a:prstClr val="white"/>
                </a:solidFill>
                <a:latin typeface="微软雅黑" panose="020B0503020204020204" pitchFamily="34" charset="-122"/>
                <a:ea typeface="微软雅黑" panose="020B0503020204020204" pitchFamily="34" charset="-122"/>
              </a:rPr>
              <a:t>考虑多场站对冲的交易策略优化</a:t>
            </a: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0132A-B769-F516-3B00-54BC4DD2DF5C}"/>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2B649B38-5A87-4607-381F-4C3A8A05B436}"/>
              </a:ext>
            </a:extLst>
          </p:cNvPr>
          <p:cNvSpPr/>
          <p:nvPr/>
        </p:nvSpPr>
        <p:spPr>
          <a:xfrm>
            <a:off x="0" y="0"/>
            <a:ext cx="12192000" cy="574177"/>
          </a:xfrm>
          <a:prstGeom prst="rect">
            <a:avLst/>
          </a:prstGeom>
          <a:solidFill>
            <a:srgbClr val="3B3B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DengXian"/>
              <a:ea typeface="DengXian" panose="02010600030101010101" pitchFamily="2" charset="-122"/>
              <a:cs typeface="+mn-cs"/>
            </a:endParaRPr>
          </a:p>
        </p:txBody>
      </p:sp>
      <p:sp>
        <p:nvSpPr>
          <p:cNvPr id="6" name="文本框 5">
            <a:extLst>
              <a:ext uri="{FF2B5EF4-FFF2-40B4-BE49-F238E27FC236}">
                <a16:creationId xmlns:a16="http://schemas.microsoft.com/office/drawing/2014/main" id="{CB72E588-DF06-0CF9-8324-A7CA1732D1B6}"/>
              </a:ext>
            </a:extLst>
          </p:cNvPr>
          <p:cNvSpPr txBox="1"/>
          <p:nvPr/>
        </p:nvSpPr>
        <p:spPr>
          <a:xfrm>
            <a:off x="7580619" y="5745745"/>
            <a:ext cx="2917950"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3</a:t>
            </a:r>
            <a:r>
              <a:rPr kumimoji="0" lang="zh-CN" altLang="en-US" sz="120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月</a:t>
            </a:r>
            <a:r>
              <a:rPr lang="en-US" altLang="zh-CN" sz="1200">
                <a:latin typeface="微软雅黑" panose="020B0503020204020204" pitchFamily="34" charset="-122"/>
                <a:ea typeface="微软雅黑" panose="020B0503020204020204" pitchFamily="34" charset="-122"/>
              </a:rPr>
              <a:t>26-</a:t>
            </a:r>
            <a:r>
              <a:rPr kumimoji="0" lang="en-US" altLang="zh-CN" sz="120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27</a:t>
            </a:r>
            <a:r>
              <a:rPr kumimoji="0" lang="zh-CN" altLang="en-US" sz="120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日留电收益</a:t>
            </a:r>
            <a:r>
              <a:rPr lang="zh-CN" altLang="en-US" sz="1200">
                <a:latin typeface="微软雅黑" panose="020B0503020204020204" pitchFamily="34" charset="-122"/>
                <a:ea typeface="微软雅黑" panose="020B0503020204020204" pitchFamily="34" charset="-122"/>
              </a:rPr>
              <a:t>对比</a:t>
            </a:r>
            <a:endParaRPr kumimoji="0" lang="zh-CN" altLang="en-US" sz="120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endParaRPr>
          </a:p>
        </p:txBody>
      </p:sp>
      <p:graphicFrame>
        <p:nvGraphicFramePr>
          <p:cNvPr id="8" name="表格 7">
            <a:extLst>
              <a:ext uri="{FF2B5EF4-FFF2-40B4-BE49-F238E27FC236}">
                <a16:creationId xmlns:a16="http://schemas.microsoft.com/office/drawing/2014/main" id="{E4E84299-E33B-3812-5910-F88DEE3C4712}"/>
              </a:ext>
            </a:extLst>
          </p:cNvPr>
          <p:cNvGraphicFramePr>
            <a:graphicFrameLocks noGrp="1"/>
          </p:cNvGraphicFramePr>
          <p:nvPr>
            <p:extLst>
              <p:ext uri="{D42A27DB-BD31-4B8C-83A1-F6EECF244321}">
                <p14:modId xmlns:p14="http://schemas.microsoft.com/office/powerpoint/2010/main" val="639597722"/>
              </p:ext>
            </p:extLst>
          </p:nvPr>
        </p:nvGraphicFramePr>
        <p:xfrm>
          <a:off x="6174058" y="1084255"/>
          <a:ext cx="5731071" cy="1385724"/>
        </p:xfrm>
        <a:graphic>
          <a:graphicData uri="http://schemas.openxmlformats.org/drawingml/2006/table">
            <a:tbl>
              <a:tblPr bandRow="1">
                <a:tableStyleId>{073A0DAA-6AF3-43AB-8588-CEC1D06C72B9}</a:tableStyleId>
              </a:tblPr>
              <a:tblGrid>
                <a:gridCol w="1146214">
                  <a:extLst>
                    <a:ext uri="{9D8B030D-6E8A-4147-A177-3AD203B41FA5}">
                      <a16:colId xmlns:a16="http://schemas.microsoft.com/office/drawing/2014/main" val="4252563308"/>
                    </a:ext>
                  </a:extLst>
                </a:gridCol>
                <a:gridCol w="2091099">
                  <a:extLst>
                    <a:ext uri="{9D8B030D-6E8A-4147-A177-3AD203B41FA5}">
                      <a16:colId xmlns:a16="http://schemas.microsoft.com/office/drawing/2014/main" val="4072271618"/>
                    </a:ext>
                  </a:extLst>
                </a:gridCol>
                <a:gridCol w="995216">
                  <a:extLst>
                    <a:ext uri="{9D8B030D-6E8A-4147-A177-3AD203B41FA5}">
                      <a16:colId xmlns:a16="http://schemas.microsoft.com/office/drawing/2014/main" val="1243879961"/>
                    </a:ext>
                  </a:extLst>
                </a:gridCol>
                <a:gridCol w="1498542">
                  <a:extLst>
                    <a:ext uri="{9D8B030D-6E8A-4147-A177-3AD203B41FA5}">
                      <a16:colId xmlns:a16="http://schemas.microsoft.com/office/drawing/2014/main" val="2640188870"/>
                    </a:ext>
                  </a:extLst>
                </a:gridCol>
              </a:tblGrid>
              <a:tr h="346431">
                <a:tc>
                  <a:txBody>
                    <a:bodyPr/>
                    <a:lstStyle/>
                    <a:p>
                      <a:pPr algn="ctr" fontAlgn="b"/>
                      <a:r>
                        <a:rPr lang="en-US" altLang="zh-CN" sz="1100" b="1" u="none" strike="noStrike">
                          <a:effectLst/>
                          <a:latin typeface="微软雅黑" panose="020B0503020204020204" pitchFamily="34" charset="-122"/>
                          <a:ea typeface="微软雅黑" panose="020B0503020204020204" pitchFamily="34" charset="-122"/>
                        </a:rPr>
                        <a:t>SOC</a:t>
                      </a:r>
                      <a:r>
                        <a:rPr lang="zh-CN" altLang="en-US" sz="1100" b="1" u="none" strike="noStrike">
                          <a:effectLst/>
                          <a:latin typeface="微软雅黑" panose="020B0503020204020204" pitchFamily="34" charset="-122"/>
                          <a:ea typeface="微软雅黑" panose="020B0503020204020204" pitchFamily="34" charset="-122"/>
                        </a:rPr>
                        <a:t>所属区间</a:t>
                      </a:r>
                      <a:endParaRPr lang="zh-CN" altLang="en-US" sz="1100" b="1"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b"/>
                      <a:r>
                        <a:rPr lang="zh-CN" altLang="en-US" sz="1100" b="1" u="none" strike="noStrike">
                          <a:effectLst/>
                          <a:latin typeface="微软雅黑" panose="020B0503020204020204" pitchFamily="34" charset="-122"/>
                          <a:ea typeface="微软雅黑" panose="020B0503020204020204" pitchFamily="34" charset="-122"/>
                        </a:rPr>
                        <a:t>范围</a:t>
                      </a:r>
                      <a:endParaRPr lang="zh-CN" altLang="en-US" sz="1100" b="1"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b"/>
                      <a:r>
                        <a:rPr lang="zh-CN" altLang="en-US" sz="1100" b="1" u="none" strike="noStrike">
                          <a:effectLst/>
                          <a:latin typeface="微软雅黑" panose="020B0503020204020204" pitchFamily="34" charset="-122"/>
                          <a:ea typeface="微软雅黑" panose="020B0503020204020204" pitchFamily="34" charset="-122"/>
                        </a:rPr>
                        <a:t>电站数量</a:t>
                      </a:r>
                      <a:endParaRPr lang="zh-CN" altLang="en-US" sz="1100" b="1"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b"/>
                      <a:r>
                        <a:rPr lang="zh-CN" altLang="en-US" sz="1100" b="1" u="none" strike="noStrike">
                          <a:effectLst/>
                          <a:latin typeface="微软雅黑" panose="020B0503020204020204" pitchFamily="34" charset="-122"/>
                          <a:ea typeface="微软雅黑" panose="020B0503020204020204" pitchFamily="34" charset="-122"/>
                        </a:rPr>
                        <a:t>占比</a:t>
                      </a:r>
                      <a:endParaRPr lang="zh-CN" altLang="en-US" sz="1100" b="1"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extLst>
                  <a:ext uri="{0D108BD9-81ED-4DB2-BD59-A6C34878D82A}">
                    <a16:rowId xmlns:a16="http://schemas.microsoft.com/office/drawing/2014/main" val="2006179499"/>
                  </a:ext>
                </a:extLst>
              </a:tr>
              <a:tr h="346431">
                <a:tc>
                  <a:txBody>
                    <a:bodyPr/>
                    <a:lstStyle/>
                    <a:p>
                      <a:pPr algn="ctr" fontAlgn="b"/>
                      <a:r>
                        <a:rPr lang="zh-CN" altLang="en-US" sz="1100" u="none" strike="noStrike">
                          <a:effectLst/>
                          <a:latin typeface="微软雅黑" panose="020B0503020204020204" pitchFamily="34" charset="-122"/>
                          <a:ea typeface="微软雅黑" panose="020B0503020204020204" pitchFamily="34" charset="-122"/>
                        </a:rPr>
                        <a:t>低区间 </a:t>
                      </a:r>
                      <a:r>
                        <a:rPr lang="en-US" altLang="zh-CN" sz="1100" u="none" strike="noStrike">
                          <a:effectLst/>
                          <a:latin typeface="微软雅黑" panose="020B0503020204020204" pitchFamily="34" charset="-122"/>
                          <a:ea typeface="微软雅黑" panose="020B0503020204020204" pitchFamily="34" charset="-122"/>
                        </a:rPr>
                        <a:t>[5,35)</a:t>
                      </a:r>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b"/>
                      <a:r>
                        <a:rPr lang="en-US" sz="1100" u="none" strike="noStrike">
                          <a:effectLst/>
                          <a:latin typeface="微软雅黑" panose="020B0503020204020204" pitchFamily="34" charset="-122"/>
                          <a:ea typeface="微软雅黑" panose="020B0503020204020204" pitchFamily="34" charset="-122"/>
                        </a:rPr>
                        <a:t>5 &lt;= x &lt; 35</a:t>
                      </a:r>
                      <a:endParaRPr 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b"/>
                      <a:r>
                        <a:rPr lang="en-US" altLang="zh-CN" sz="1100" u="none" strike="noStrike">
                          <a:effectLst/>
                          <a:latin typeface="微软雅黑" panose="020B0503020204020204" pitchFamily="34" charset="-122"/>
                          <a:ea typeface="微软雅黑" panose="020B0503020204020204" pitchFamily="34" charset="-122"/>
                        </a:rPr>
                        <a:t>18</a:t>
                      </a:r>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b"/>
                      <a:r>
                        <a:rPr lang="en-US" altLang="zh-CN" sz="1100" u="none" strike="noStrike">
                          <a:effectLst/>
                          <a:latin typeface="微软雅黑" panose="020B0503020204020204" pitchFamily="34" charset="-122"/>
                          <a:ea typeface="微软雅黑" panose="020B0503020204020204" pitchFamily="34" charset="-122"/>
                        </a:rPr>
                        <a:t>47.37%</a:t>
                      </a:r>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extLst>
                  <a:ext uri="{0D108BD9-81ED-4DB2-BD59-A6C34878D82A}">
                    <a16:rowId xmlns:a16="http://schemas.microsoft.com/office/drawing/2014/main" val="1599992489"/>
                  </a:ext>
                </a:extLst>
              </a:tr>
              <a:tr h="346431">
                <a:tc>
                  <a:txBody>
                    <a:bodyPr/>
                    <a:lstStyle/>
                    <a:p>
                      <a:pPr algn="ctr" fontAlgn="b"/>
                      <a:r>
                        <a:rPr lang="zh-CN" altLang="en-US" sz="1100" u="none" strike="noStrike">
                          <a:effectLst/>
                          <a:latin typeface="微软雅黑" panose="020B0503020204020204" pitchFamily="34" charset="-122"/>
                          <a:ea typeface="微软雅黑" panose="020B0503020204020204" pitchFamily="34" charset="-122"/>
                        </a:rPr>
                        <a:t>中区间 </a:t>
                      </a:r>
                      <a:r>
                        <a:rPr lang="en-US" altLang="zh-CN" sz="1100" u="none" strike="noStrike">
                          <a:effectLst/>
                          <a:latin typeface="微软雅黑" panose="020B0503020204020204" pitchFamily="34" charset="-122"/>
                          <a:ea typeface="微软雅黑" panose="020B0503020204020204" pitchFamily="34" charset="-122"/>
                        </a:rPr>
                        <a:t>[35,65)</a:t>
                      </a:r>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b"/>
                      <a:r>
                        <a:rPr lang="en-US" sz="1100" u="none" strike="noStrike">
                          <a:effectLst/>
                          <a:latin typeface="微软雅黑" panose="020B0503020204020204" pitchFamily="34" charset="-122"/>
                          <a:ea typeface="微软雅黑" panose="020B0503020204020204" pitchFamily="34" charset="-122"/>
                        </a:rPr>
                        <a:t>35 &lt;= x &lt; 65</a:t>
                      </a:r>
                      <a:endParaRPr 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b"/>
                      <a:r>
                        <a:rPr lang="en-US" altLang="zh-CN" sz="1100" u="none" strike="noStrike">
                          <a:effectLst/>
                          <a:latin typeface="微软雅黑" panose="020B0503020204020204" pitchFamily="34" charset="-122"/>
                          <a:ea typeface="微软雅黑" panose="020B0503020204020204" pitchFamily="34" charset="-122"/>
                        </a:rPr>
                        <a:t>8</a:t>
                      </a:r>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b"/>
                      <a:r>
                        <a:rPr lang="en-US" altLang="zh-CN" sz="1100" u="none" strike="noStrike">
                          <a:effectLst/>
                          <a:latin typeface="微软雅黑" panose="020B0503020204020204" pitchFamily="34" charset="-122"/>
                          <a:ea typeface="微软雅黑" panose="020B0503020204020204" pitchFamily="34" charset="-122"/>
                        </a:rPr>
                        <a:t>21.05%</a:t>
                      </a:r>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extLst>
                  <a:ext uri="{0D108BD9-81ED-4DB2-BD59-A6C34878D82A}">
                    <a16:rowId xmlns:a16="http://schemas.microsoft.com/office/drawing/2014/main" val="3465301169"/>
                  </a:ext>
                </a:extLst>
              </a:tr>
              <a:tr h="346431">
                <a:tc>
                  <a:txBody>
                    <a:bodyPr/>
                    <a:lstStyle/>
                    <a:p>
                      <a:pPr algn="ctr" fontAlgn="b"/>
                      <a:r>
                        <a:rPr lang="zh-CN" altLang="en-US" sz="1100" u="none" strike="noStrike">
                          <a:effectLst/>
                          <a:latin typeface="微软雅黑" panose="020B0503020204020204" pitchFamily="34" charset="-122"/>
                          <a:ea typeface="微软雅黑" panose="020B0503020204020204" pitchFamily="34" charset="-122"/>
                        </a:rPr>
                        <a:t>高区间 </a:t>
                      </a:r>
                      <a:r>
                        <a:rPr lang="en-US" altLang="zh-CN" sz="1100" u="none" strike="noStrike">
                          <a:effectLst/>
                          <a:latin typeface="微软雅黑" panose="020B0503020204020204" pitchFamily="34" charset="-122"/>
                          <a:ea typeface="微软雅黑" panose="020B0503020204020204" pitchFamily="34" charset="-122"/>
                        </a:rPr>
                        <a:t>[65,95]</a:t>
                      </a:r>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b"/>
                      <a:r>
                        <a:rPr lang="en-US" sz="1100" u="none" strike="noStrike">
                          <a:effectLst/>
                          <a:latin typeface="微软雅黑" panose="020B0503020204020204" pitchFamily="34" charset="-122"/>
                          <a:ea typeface="微软雅黑" panose="020B0503020204020204" pitchFamily="34" charset="-122"/>
                        </a:rPr>
                        <a:t>65 &lt;= x &lt;= 95</a:t>
                      </a:r>
                      <a:endParaRPr 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b"/>
                      <a:r>
                        <a:rPr lang="en-US" altLang="zh-CN" sz="1100" u="none" strike="noStrike">
                          <a:effectLst/>
                          <a:latin typeface="微软雅黑" panose="020B0503020204020204" pitchFamily="34" charset="-122"/>
                          <a:ea typeface="微软雅黑" panose="020B0503020204020204" pitchFamily="34" charset="-122"/>
                        </a:rPr>
                        <a:t>12</a:t>
                      </a:r>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b"/>
                      <a:r>
                        <a:rPr lang="en-US" altLang="zh-CN" sz="1100" u="none" strike="noStrike">
                          <a:effectLst/>
                          <a:latin typeface="微软雅黑" panose="020B0503020204020204" pitchFamily="34" charset="-122"/>
                          <a:ea typeface="微软雅黑" panose="020B0503020204020204" pitchFamily="34" charset="-122"/>
                        </a:rPr>
                        <a:t>31.58%</a:t>
                      </a:r>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extLst>
                  <a:ext uri="{0D108BD9-81ED-4DB2-BD59-A6C34878D82A}">
                    <a16:rowId xmlns:a16="http://schemas.microsoft.com/office/drawing/2014/main" val="3203574596"/>
                  </a:ext>
                </a:extLst>
              </a:tr>
            </a:tbl>
          </a:graphicData>
        </a:graphic>
      </p:graphicFrame>
      <p:sp>
        <p:nvSpPr>
          <p:cNvPr id="25" name="文本框 24">
            <a:extLst>
              <a:ext uri="{FF2B5EF4-FFF2-40B4-BE49-F238E27FC236}">
                <a16:creationId xmlns:a16="http://schemas.microsoft.com/office/drawing/2014/main" id="{1A3B42CE-50DF-F941-9CFB-B99FB38876FE}"/>
              </a:ext>
            </a:extLst>
          </p:cNvPr>
          <p:cNvSpPr txBox="1"/>
          <p:nvPr/>
        </p:nvSpPr>
        <p:spPr>
          <a:xfrm>
            <a:off x="6126508" y="2558675"/>
            <a:ext cx="5948414" cy="261610"/>
          </a:xfrm>
          <a:prstGeom prst="rect">
            <a:avLst/>
          </a:prstGeom>
          <a:noFill/>
        </p:spPr>
        <p:txBody>
          <a:bodyPr wrap="square" rtlCol="0">
            <a:spAutoFit/>
          </a:bodyPr>
          <a:lstStyle/>
          <a:p>
            <a:r>
              <a:rPr lang="zh-CN" altLang="en-US" sz="1100">
                <a:latin typeface="微软雅黑" panose="020B0503020204020204" pitchFamily="34" charset="-122"/>
                <a:ea typeface="微软雅黑" panose="020B0503020204020204" pitchFamily="34" charset="-122"/>
              </a:rPr>
              <a:t>将</a:t>
            </a:r>
            <a:r>
              <a:rPr lang="en-US" altLang="zh-CN" sz="1100">
                <a:latin typeface="微软雅黑" panose="020B0503020204020204" pitchFamily="34" charset="-122"/>
                <a:ea typeface="微软雅黑" panose="020B0503020204020204" pitchFamily="34" charset="-122"/>
              </a:rPr>
              <a:t>soc</a:t>
            </a:r>
            <a:r>
              <a:rPr lang="zh-CN" altLang="en-US" sz="1100">
                <a:latin typeface="微软雅黑" panose="020B0503020204020204" pitchFamily="34" charset="-122"/>
                <a:ea typeface="微软雅黑" panose="020B0503020204020204" pitchFamily="34" charset="-122"/>
              </a:rPr>
              <a:t>按</a:t>
            </a:r>
            <a:r>
              <a:rPr lang="zh-CN" altLang="en-US" sz="1100" b="0" i="0">
                <a:effectLst/>
                <a:latin typeface="微软雅黑" panose="020B0503020204020204" pitchFamily="34" charset="-122"/>
                <a:ea typeface="微软雅黑" panose="020B0503020204020204" pitchFamily="34" charset="-122"/>
              </a:rPr>
              <a:t>最小值 </a:t>
            </a:r>
            <a:r>
              <a:rPr lang="en-US" altLang="zh-CN" sz="1100" b="0" i="0">
                <a:effectLst/>
                <a:latin typeface="微软雅黑" panose="020B0503020204020204" pitchFamily="34" charset="-122"/>
                <a:ea typeface="微软雅黑" panose="020B0503020204020204" pitchFamily="34" charset="-122"/>
              </a:rPr>
              <a:t>5</a:t>
            </a:r>
            <a:r>
              <a:rPr lang="zh-CN" altLang="en-US" sz="1100" b="0" i="0">
                <a:effectLst/>
                <a:latin typeface="微软雅黑" panose="020B0503020204020204" pitchFamily="34" charset="-122"/>
                <a:ea typeface="微软雅黑" panose="020B0503020204020204" pitchFamily="34" charset="-122"/>
              </a:rPr>
              <a:t>、最大值 </a:t>
            </a:r>
            <a:r>
              <a:rPr lang="en-US" altLang="zh-CN" sz="1100" b="0" i="0">
                <a:effectLst/>
                <a:latin typeface="微软雅黑" panose="020B0503020204020204" pitchFamily="34" charset="-122"/>
                <a:ea typeface="微软雅黑" panose="020B0503020204020204" pitchFamily="34" charset="-122"/>
              </a:rPr>
              <a:t>95</a:t>
            </a:r>
            <a:r>
              <a:rPr lang="zh-CN" altLang="en-US" sz="1100" b="0" i="0">
                <a:effectLst/>
                <a:latin typeface="微软雅黑" panose="020B0503020204020204" pitchFamily="34" charset="-122"/>
                <a:ea typeface="微软雅黑" panose="020B0503020204020204" pitchFamily="34" charset="-122"/>
              </a:rPr>
              <a:t> 等宽三分，区间宽度为 </a:t>
            </a:r>
            <a:r>
              <a:rPr lang="en-US" altLang="zh-CN" sz="1100" b="0" i="0">
                <a:effectLst/>
                <a:latin typeface="微软雅黑" panose="020B0503020204020204" pitchFamily="34" charset="-122"/>
                <a:ea typeface="微软雅黑" panose="020B0503020204020204" pitchFamily="34" charset="-122"/>
              </a:rPr>
              <a:t>30</a:t>
            </a:r>
            <a:endParaRPr lang="zh-CN" altLang="en-US" sz="1100">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B17FED84-1708-D277-CFCF-BC80C7227D00}"/>
              </a:ext>
            </a:extLst>
          </p:cNvPr>
          <p:cNvSpPr txBox="1"/>
          <p:nvPr/>
        </p:nvSpPr>
        <p:spPr>
          <a:xfrm>
            <a:off x="126999" y="102938"/>
            <a:ext cx="8991603" cy="369332"/>
          </a:xfrm>
          <a:prstGeom prst="rect">
            <a:avLst/>
          </a:prstGeom>
          <a:noFill/>
        </p:spPr>
        <p:txBody>
          <a:bodyPr wrap="square" rtlCol="0">
            <a:spAutoFit/>
          </a:bodyPr>
          <a:lstStyle/>
          <a:p>
            <a:pPr lvl="0">
              <a:defRPr/>
            </a:pPr>
            <a:r>
              <a:rPr lang="en-US" altLang="zh-CN">
                <a:solidFill>
                  <a:schemeClr val="bg1"/>
                </a:solidFill>
                <a:latin typeface="微软雅黑" panose="020B0503020204020204" pitchFamily="34" charset="-122"/>
                <a:ea typeface="微软雅黑" panose="020B0503020204020204" pitchFamily="34" charset="-122"/>
              </a:rPr>
              <a:t>5. </a:t>
            </a:r>
            <a:r>
              <a:rPr lang="zh-CN" altLang="en-US">
                <a:solidFill>
                  <a:schemeClr val="bg1"/>
                </a:solidFill>
                <a:latin typeface="微软雅黑" panose="020B0503020204020204" pitchFamily="34" charset="-122"/>
                <a:ea typeface="微软雅黑" panose="020B0503020204020204" pitchFamily="34" charset="-122"/>
              </a:rPr>
              <a:t>影响收益的主要因素分析 </a:t>
            </a:r>
            <a:r>
              <a:rPr lang="en-US" altLang="zh-CN">
                <a:solidFill>
                  <a:schemeClr val="bg1"/>
                </a:solidFill>
                <a:latin typeface="微软雅黑" panose="020B0503020204020204" pitchFamily="34" charset="-122"/>
                <a:ea typeface="微软雅黑" panose="020B0503020204020204" pitchFamily="34" charset="-122"/>
              </a:rPr>
              <a:t>- </a:t>
            </a:r>
            <a:r>
              <a:rPr lang="zh-CN" altLang="en-US">
                <a:solidFill>
                  <a:prstClr val="white"/>
                </a:solidFill>
                <a:latin typeface="微软雅黑" panose="020B0503020204020204" pitchFamily="34" charset="-122"/>
                <a:ea typeface="微软雅黑" panose="020B0503020204020204" pitchFamily="34" charset="-122"/>
              </a:rPr>
              <a:t>捕获价差</a:t>
            </a:r>
            <a:r>
              <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提高策略 </a:t>
            </a:r>
            <a:r>
              <a:rPr kumimoji="0" lang="en-US" altLang="zh-CN"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Case1: </a:t>
            </a:r>
            <a:r>
              <a:rPr lang="zh-CN" altLang="en-US">
                <a:solidFill>
                  <a:prstClr val="white"/>
                </a:solidFill>
                <a:latin typeface="微软雅黑" panose="020B0503020204020204" pitchFamily="34" charset="-122"/>
                <a:ea typeface="微软雅黑" panose="020B0503020204020204" pitchFamily="34" charset="-122"/>
              </a:rPr>
              <a:t>典型留电场景策略分析</a:t>
            </a: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9" name="文本框 8">
            <a:extLst>
              <a:ext uri="{FF2B5EF4-FFF2-40B4-BE49-F238E27FC236}">
                <a16:creationId xmlns:a16="http://schemas.microsoft.com/office/drawing/2014/main" id="{8046F9E2-F0AF-8633-30B8-FB1E2D51F969}"/>
              </a:ext>
            </a:extLst>
          </p:cNvPr>
          <p:cNvSpPr txBox="1"/>
          <p:nvPr/>
        </p:nvSpPr>
        <p:spPr>
          <a:xfrm>
            <a:off x="2956952" y="1084255"/>
            <a:ext cx="3004436" cy="4255396"/>
          </a:xfrm>
          <a:prstGeom prst="rect">
            <a:avLst/>
          </a:prstGeom>
          <a:noFill/>
        </p:spPr>
        <p:txBody>
          <a:bodyPr wrap="square">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0" lang="zh-CN" altLang="en-US" sz="14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基本情况：</a:t>
            </a:r>
            <a:endParaRPr kumimoji="0" lang="en-US" altLang="zh-CN" sz="14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endParaRPr>
          </a:p>
          <a:p>
            <a:pPr marR="0" lvl="0" algn="l" defTabSz="914400" rtl="0" eaLnBrk="1" fontAlgn="auto" latinLnBrk="0" hangingPunct="1">
              <a:lnSpc>
                <a:spcPct val="150000"/>
              </a:lnSpc>
              <a:spcBef>
                <a:spcPts val="0"/>
              </a:spcBef>
              <a:spcAft>
                <a:spcPts val="0"/>
              </a:spcAft>
              <a:buClrTx/>
              <a:buSzTx/>
              <a:tabLst/>
              <a:defRPr/>
            </a:pPr>
            <a:r>
              <a:rPr lang="zh-CN" altLang="en-US" sz="1400">
                <a:latin typeface="微软雅黑" panose="020B0503020204020204" pitchFamily="34" charset="-122"/>
                <a:ea typeface="微软雅黑" panose="020B0503020204020204" pitchFamily="34" charset="-122"/>
              </a:rPr>
              <a:t>通过</a:t>
            </a:r>
            <a:r>
              <a:rPr lang="en-US" altLang="zh-CN" sz="1400">
                <a:latin typeface="微软雅黑" panose="020B0503020204020204" pitchFamily="34" charset="-122"/>
                <a:ea typeface="微软雅黑" panose="020B0503020204020204" pitchFamily="34" charset="-122"/>
              </a:rPr>
              <a:t>D-2</a:t>
            </a:r>
            <a:r>
              <a:rPr lang="zh-CN" altLang="en-US" sz="1400">
                <a:latin typeface="微软雅黑" panose="020B0503020204020204" pitchFamily="34" charset="-122"/>
                <a:ea typeface="微软雅黑" panose="020B0503020204020204" pitchFamily="34" charset="-122"/>
              </a:rPr>
              <a:t>竞价空间预测</a:t>
            </a:r>
            <a:r>
              <a:rPr lang="en-US" altLang="zh-CN" sz="1400">
                <a:latin typeface="微软雅黑" panose="020B0503020204020204" pitchFamily="34" charset="-122"/>
                <a:ea typeface="微软雅黑" panose="020B0503020204020204" pitchFamily="34" charset="-122"/>
              </a:rPr>
              <a:t>3</a:t>
            </a:r>
            <a:r>
              <a:rPr lang="zh-CN" altLang="en-US" sz="1400">
                <a:latin typeface="微软雅黑" panose="020B0503020204020204" pitchFamily="34" charset="-122"/>
                <a:ea typeface="微软雅黑" panose="020B0503020204020204" pitchFamily="34" charset="-122"/>
              </a:rPr>
              <a:t>月</a:t>
            </a:r>
            <a:r>
              <a:rPr lang="en-US" altLang="zh-CN" sz="1400">
                <a:latin typeface="微软雅黑" panose="020B0503020204020204" pitchFamily="34" charset="-122"/>
                <a:ea typeface="微软雅黑" panose="020B0503020204020204" pitchFamily="34" charset="-122"/>
              </a:rPr>
              <a:t>27</a:t>
            </a:r>
            <a:r>
              <a:rPr lang="zh-CN" altLang="en-US" sz="1400">
                <a:latin typeface="微软雅黑" panose="020B0503020204020204" pitchFamily="34" charset="-122"/>
                <a:ea typeface="微软雅黑" panose="020B0503020204020204" pitchFamily="34" charset="-122"/>
              </a:rPr>
              <a:t>日凌晨价格将高于</a:t>
            </a:r>
            <a:r>
              <a:rPr lang="en-US" altLang="zh-CN" sz="1400">
                <a:latin typeface="微软雅黑" panose="020B0503020204020204" pitchFamily="34" charset="-122"/>
                <a:ea typeface="微软雅黑" panose="020B0503020204020204" pitchFamily="34" charset="-122"/>
              </a:rPr>
              <a:t>3</a:t>
            </a:r>
            <a:r>
              <a:rPr lang="zh-CN" altLang="en-US" sz="1400">
                <a:latin typeface="微软雅黑" panose="020B0503020204020204" pitchFamily="34" charset="-122"/>
                <a:ea typeface="微软雅黑" panose="020B0503020204020204" pitchFamily="34" charset="-122"/>
              </a:rPr>
              <a:t>月</a:t>
            </a:r>
            <a:r>
              <a:rPr lang="en-US" altLang="zh-CN" sz="1400">
                <a:latin typeface="微软雅黑" panose="020B0503020204020204" pitchFamily="34" charset="-122"/>
                <a:ea typeface="微软雅黑" panose="020B0503020204020204" pitchFamily="34" charset="-122"/>
              </a:rPr>
              <a:t>26</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lang="zh-CN" altLang="en-US" sz="1400" b="1">
                <a:latin typeface="微软雅黑" panose="020B0503020204020204" pitchFamily="34" charset="-122"/>
                <a:ea typeface="微软雅黑" panose="020B0503020204020204" pitchFamily="34" charset="-122"/>
              </a:rPr>
              <a:t>策略执行：</a:t>
            </a:r>
            <a:endParaRPr lang="en-US" altLang="zh-CN" sz="1400" b="1">
              <a:latin typeface="微软雅黑" panose="020B0503020204020204" pitchFamily="34" charset="-122"/>
              <a:ea typeface="微软雅黑" panose="020B0503020204020204" pitchFamily="34" charset="-122"/>
            </a:endParaRPr>
          </a:p>
          <a:p>
            <a:pPr marR="0" lvl="0" algn="l" defTabSz="914400" rtl="0" eaLnBrk="1" fontAlgn="auto" latinLnBrk="0" hangingPunct="1">
              <a:lnSpc>
                <a:spcPct val="150000"/>
              </a:lnSpc>
              <a:spcBef>
                <a:spcPts val="0"/>
              </a:spcBef>
              <a:spcAft>
                <a:spcPts val="0"/>
              </a:spcAft>
              <a:buClrTx/>
              <a:buSzTx/>
              <a:tabLst/>
              <a:defRPr/>
            </a:pPr>
            <a:r>
              <a:rPr kumimoji="0" lang="zh-CN" altLang="en-US" sz="1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超过一半以上的主体，初始</a:t>
            </a:r>
            <a:r>
              <a:rPr kumimoji="0" lang="en-US" altLang="zh-CN" sz="1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SOC</a:t>
            </a:r>
            <a:r>
              <a:rPr lang="zh-CN" altLang="en-US" sz="1400">
                <a:latin typeface="微软雅黑" panose="020B0503020204020204" pitchFamily="34" charset="-122"/>
                <a:ea typeface="微软雅黑" panose="020B0503020204020204" pitchFamily="34" charset="-122"/>
              </a:rPr>
              <a:t>显示留电，但留电多少与排名相关性较差（未排除校核影响）</a:t>
            </a:r>
            <a:endParaRPr kumimoji="0" lang="en-US" altLang="zh-CN" sz="1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0" lang="zh-CN" altLang="en-US" sz="14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执行结果：</a:t>
            </a:r>
            <a:endParaRPr kumimoji="0" lang="en-US" altLang="zh-CN" sz="14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endParaRPr>
          </a:p>
          <a:p>
            <a:pPr marR="0" lvl="0" algn="l" defTabSz="914400" rtl="0" eaLnBrk="1" fontAlgn="auto" latinLnBrk="0" hangingPunct="1">
              <a:lnSpc>
                <a:spcPct val="150000"/>
              </a:lnSpc>
              <a:spcBef>
                <a:spcPts val="0"/>
              </a:spcBef>
              <a:spcAft>
                <a:spcPts val="0"/>
              </a:spcAft>
              <a:buClrTx/>
              <a:buSzTx/>
              <a:tabLst/>
              <a:defRPr/>
            </a:pPr>
            <a:r>
              <a:rPr lang="en-US" altLang="zh-CN" sz="1400">
                <a:latin typeface="微软雅黑" panose="020B0503020204020204" pitchFamily="34" charset="-122"/>
                <a:ea typeface="微软雅黑" panose="020B0503020204020204" pitchFamily="34" charset="-122"/>
              </a:rPr>
              <a:t>27</a:t>
            </a:r>
            <a:r>
              <a:rPr lang="zh-CN" altLang="en-US" sz="1400">
                <a:latin typeface="微软雅黑" panose="020B0503020204020204" pitchFamily="34" charset="-122"/>
                <a:ea typeface="微软雅黑" panose="020B0503020204020204" pitchFamily="34" charset="-122"/>
              </a:rPr>
              <a:t>日凌晨确实存在价格高于</a:t>
            </a:r>
            <a:r>
              <a:rPr lang="en-US" altLang="zh-CN" sz="1400">
                <a:latin typeface="微软雅黑" panose="020B0503020204020204" pitchFamily="34" charset="-122"/>
                <a:ea typeface="微软雅黑" panose="020B0503020204020204" pitchFamily="34" charset="-122"/>
              </a:rPr>
              <a:t>26</a:t>
            </a:r>
            <a:r>
              <a:rPr lang="zh-CN" altLang="en-US" sz="1400">
                <a:latin typeface="微软雅黑" panose="020B0503020204020204" pitchFamily="34" charset="-122"/>
                <a:ea typeface="微软雅黑" panose="020B0503020204020204" pitchFamily="34" charset="-122"/>
              </a:rPr>
              <a:t>日晚的价格区间，但同时也存在价格较低区间；</a:t>
            </a:r>
            <a:endParaRPr lang="en-US" altLang="zh-CN" sz="1400">
              <a:latin typeface="微软雅黑" panose="020B0503020204020204" pitchFamily="34" charset="-122"/>
              <a:ea typeface="微软雅黑" panose="020B0503020204020204" pitchFamily="34" charset="-122"/>
            </a:endParaRPr>
          </a:p>
          <a:p>
            <a:pPr marR="0" lvl="0" algn="l" defTabSz="914400" rtl="0" eaLnBrk="1" fontAlgn="auto" latinLnBrk="0" hangingPunct="1">
              <a:lnSpc>
                <a:spcPct val="150000"/>
              </a:lnSpc>
              <a:spcBef>
                <a:spcPts val="0"/>
              </a:spcBef>
              <a:spcAft>
                <a:spcPts val="0"/>
              </a:spcAft>
              <a:buClrTx/>
              <a:buSzTx/>
              <a:tabLst/>
              <a:defRPr/>
            </a:pPr>
            <a:r>
              <a:rPr kumimoji="0" lang="zh-CN" altLang="en-US" sz="14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执行留电策略后，需要精准捕捉高价时段，否则可能策略无法生效。</a:t>
            </a:r>
            <a:endParaRPr kumimoji="0" lang="en-US" altLang="zh-CN" sz="14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endParaRPr>
          </a:p>
        </p:txBody>
      </p:sp>
      <p:pic>
        <p:nvPicPr>
          <p:cNvPr id="11" name="图片 10">
            <a:extLst>
              <a:ext uri="{FF2B5EF4-FFF2-40B4-BE49-F238E27FC236}">
                <a16:creationId xmlns:a16="http://schemas.microsoft.com/office/drawing/2014/main" id="{5029AA68-358B-7715-3CA2-8DEE6CC9232E}"/>
              </a:ext>
            </a:extLst>
          </p:cNvPr>
          <p:cNvPicPr>
            <a:picLocks noChangeAspect="1"/>
          </p:cNvPicPr>
          <p:nvPr/>
        </p:nvPicPr>
        <p:blipFill>
          <a:blip r:embed="rId3"/>
          <a:stretch>
            <a:fillRect/>
          </a:stretch>
        </p:blipFill>
        <p:spPr>
          <a:xfrm>
            <a:off x="6174059" y="2908981"/>
            <a:ext cx="5731070" cy="2737349"/>
          </a:xfrm>
          <a:prstGeom prst="rect">
            <a:avLst/>
          </a:prstGeom>
        </p:spPr>
      </p:pic>
      <p:sp>
        <p:nvSpPr>
          <p:cNvPr id="13" name="矩形 12">
            <a:extLst>
              <a:ext uri="{FF2B5EF4-FFF2-40B4-BE49-F238E27FC236}">
                <a16:creationId xmlns:a16="http://schemas.microsoft.com/office/drawing/2014/main" id="{3E6B4A6D-CE98-5FFE-705D-C4D290B55389}"/>
              </a:ext>
            </a:extLst>
          </p:cNvPr>
          <p:cNvSpPr/>
          <p:nvPr/>
        </p:nvSpPr>
        <p:spPr>
          <a:xfrm>
            <a:off x="9544829" y="3428047"/>
            <a:ext cx="390525" cy="990600"/>
          </a:xfrm>
          <a:prstGeom prst="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 name="表格 2">
            <a:extLst>
              <a:ext uri="{FF2B5EF4-FFF2-40B4-BE49-F238E27FC236}">
                <a16:creationId xmlns:a16="http://schemas.microsoft.com/office/drawing/2014/main" id="{4D3C9A70-D8AB-7C60-FA24-631668F8AD50}"/>
              </a:ext>
            </a:extLst>
          </p:cNvPr>
          <p:cNvGraphicFramePr>
            <a:graphicFrameLocks noGrp="1"/>
          </p:cNvGraphicFramePr>
          <p:nvPr>
            <p:extLst>
              <p:ext uri="{D42A27DB-BD31-4B8C-83A1-F6EECF244321}">
                <p14:modId xmlns:p14="http://schemas.microsoft.com/office/powerpoint/2010/main" val="645751535"/>
              </p:ext>
            </p:extLst>
          </p:nvPr>
        </p:nvGraphicFramePr>
        <p:xfrm>
          <a:off x="117078" y="730744"/>
          <a:ext cx="2627204" cy="5292000"/>
        </p:xfrm>
        <a:graphic>
          <a:graphicData uri="http://schemas.openxmlformats.org/drawingml/2006/table">
            <a:tbl>
              <a:tblPr bandRow="1">
                <a:tableStyleId>{073A0DAA-6AF3-43AB-8588-CEC1D06C72B9}</a:tableStyleId>
              </a:tblPr>
              <a:tblGrid>
                <a:gridCol w="636118">
                  <a:extLst>
                    <a:ext uri="{9D8B030D-6E8A-4147-A177-3AD203B41FA5}">
                      <a16:colId xmlns:a16="http://schemas.microsoft.com/office/drawing/2014/main" val="591484034"/>
                    </a:ext>
                  </a:extLst>
                </a:gridCol>
                <a:gridCol w="1247015">
                  <a:extLst>
                    <a:ext uri="{9D8B030D-6E8A-4147-A177-3AD203B41FA5}">
                      <a16:colId xmlns:a16="http://schemas.microsoft.com/office/drawing/2014/main" val="2507008898"/>
                    </a:ext>
                  </a:extLst>
                </a:gridCol>
                <a:gridCol w="744071">
                  <a:extLst>
                    <a:ext uri="{9D8B030D-6E8A-4147-A177-3AD203B41FA5}">
                      <a16:colId xmlns:a16="http://schemas.microsoft.com/office/drawing/2014/main" val="3103887565"/>
                    </a:ext>
                  </a:extLst>
                </a:gridCol>
              </a:tblGrid>
              <a:tr h="252000">
                <a:tc>
                  <a:txBody>
                    <a:bodyPr/>
                    <a:lstStyle/>
                    <a:p>
                      <a:pPr algn="ctr" fontAlgn="t"/>
                      <a:r>
                        <a:rPr lang="zh-CN" altLang="en-US" sz="900" b="1" u="none" strike="noStrike">
                          <a:solidFill>
                            <a:srgbClr val="FFFFFF"/>
                          </a:solidFill>
                          <a:effectLst/>
                          <a:latin typeface="微软雅黑" panose="020B0503020204020204" pitchFamily="34" charset="-122"/>
                          <a:ea typeface="微软雅黑" panose="020B0503020204020204" pitchFamily="34" charset="-122"/>
                        </a:rPr>
                        <a:t>收益排名</a:t>
                      </a:r>
                      <a:endParaRPr lang="zh-CN" altLang="en-US" sz="1100" b="1"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1B2838"/>
                    </a:solidFill>
                  </a:tcPr>
                </a:tc>
                <a:tc>
                  <a:txBody>
                    <a:bodyPr/>
                    <a:lstStyle/>
                    <a:p>
                      <a:pPr algn="ctr" fontAlgn="t"/>
                      <a:r>
                        <a:rPr lang="zh-CN" altLang="en-US" sz="900" b="1" u="none" strike="noStrike">
                          <a:solidFill>
                            <a:srgbClr val="FFFFFF"/>
                          </a:solidFill>
                          <a:effectLst/>
                          <a:latin typeface="微软雅黑" panose="020B0503020204020204" pitchFamily="34" charset="-122"/>
                          <a:ea typeface="微软雅黑" panose="020B0503020204020204" pitchFamily="34" charset="-122"/>
                        </a:rPr>
                        <a:t>场站名称</a:t>
                      </a:r>
                      <a:endParaRPr lang="zh-CN" altLang="en-US" sz="1100" b="1"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1B2838"/>
                    </a:solidFill>
                  </a:tcPr>
                </a:tc>
                <a:tc>
                  <a:txBody>
                    <a:bodyPr/>
                    <a:lstStyle/>
                    <a:p>
                      <a:pPr algn="ctr" fontAlgn="t"/>
                      <a:r>
                        <a:rPr lang="en-US" altLang="zh-CN" sz="900" b="1" u="none" strike="noStrike">
                          <a:solidFill>
                            <a:srgbClr val="FFFFFF"/>
                          </a:solidFill>
                          <a:effectLst/>
                          <a:latin typeface="微软雅黑" panose="020B0503020204020204" pitchFamily="34" charset="-122"/>
                          <a:ea typeface="微软雅黑" panose="020B0503020204020204" pitchFamily="34" charset="-122"/>
                        </a:rPr>
                        <a:t>0</a:t>
                      </a:r>
                      <a:r>
                        <a:rPr lang="zh-CN" altLang="en-US" sz="900" b="1" u="none" strike="noStrike">
                          <a:solidFill>
                            <a:srgbClr val="FFFFFF"/>
                          </a:solidFill>
                          <a:effectLst/>
                          <a:latin typeface="微软雅黑" panose="020B0503020204020204" pitchFamily="34" charset="-122"/>
                          <a:ea typeface="微软雅黑" panose="020B0503020204020204" pitchFamily="34" charset="-122"/>
                        </a:rPr>
                        <a:t>点</a:t>
                      </a:r>
                      <a:r>
                        <a:rPr lang="en-US" altLang="zh-CN" sz="900" b="1" u="none" strike="noStrike">
                          <a:solidFill>
                            <a:srgbClr val="FFFFFF"/>
                          </a:solidFill>
                          <a:effectLst/>
                          <a:latin typeface="微软雅黑" panose="020B0503020204020204" pitchFamily="34" charset="-122"/>
                          <a:ea typeface="微软雅黑" panose="020B0503020204020204" pitchFamily="34" charset="-122"/>
                        </a:rPr>
                        <a:t>soc</a:t>
                      </a:r>
                      <a:endParaRPr lang="en-US" altLang="zh-CN" sz="1100" b="1"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1B2838"/>
                    </a:solidFill>
                  </a:tcPr>
                </a:tc>
                <a:extLst>
                  <a:ext uri="{0D108BD9-81ED-4DB2-BD59-A6C34878D82A}">
                    <a16:rowId xmlns:a16="http://schemas.microsoft.com/office/drawing/2014/main" val="3053910014"/>
                  </a:ext>
                </a:extLst>
              </a:tr>
              <a:tr h="252000">
                <a:tc>
                  <a:txBody>
                    <a:bodyPr/>
                    <a:lstStyle/>
                    <a:p>
                      <a:pPr algn="ctr" fontAlgn="b"/>
                      <a:r>
                        <a:rPr lang="en-US" altLang="zh-CN" sz="900" b="1" u="none" strike="noStrike">
                          <a:solidFill>
                            <a:srgbClr val="FFFFFF"/>
                          </a:solidFill>
                          <a:effectLst/>
                          <a:latin typeface="微软雅黑" panose="020B0503020204020204" pitchFamily="34" charset="-122"/>
                          <a:ea typeface="微软雅黑" panose="020B0503020204020204" pitchFamily="34" charset="-122"/>
                        </a:rPr>
                        <a:t>1</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2C3E50"/>
                    </a:solidFill>
                  </a:tcPr>
                </a:tc>
                <a:tc>
                  <a:txBody>
                    <a:bodyPr/>
                    <a:lstStyle/>
                    <a:p>
                      <a:pPr algn="ctr" fontAlgn="b"/>
                      <a:r>
                        <a:rPr lang="zh-CN" altLang="en-US" sz="900" b="1" u="none" strike="noStrike">
                          <a:solidFill>
                            <a:srgbClr val="FFFFFF"/>
                          </a:solidFill>
                          <a:effectLst/>
                          <a:latin typeface="微软雅黑" panose="020B0503020204020204" pitchFamily="34" charset="-122"/>
                          <a:ea typeface="微软雅黑" panose="020B0503020204020204" pitchFamily="34" charset="-122"/>
                        </a:rPr>
                        <a:t>中绿电东兴储能电站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2C3E50"/>
                    </a:solidFill>
                  </a:tcPr>
                </a:tc>
                <a:tc>
                  <a:txBody>
                    <a:bodyPr/>
                    <a:lstStyle/>
                    <a:p>
                      <a:pPr algn="ctr" fontAlgn="b"/>
                      <a:r>
                        <a:rPr lang="en-US" altLang="zh-CN" sz="900" b="1" u="none" strike="noStrike">
                          <a:solidFill>
                            <a:srgbClr val="FFFFFF"/>
                          </a:solidFill>
                          <a:effectLst/>
                          <a:latin typeface="微软雅黑" panose="020B0503020204020204" pitchFamily="34" charset="-122"/>
                          <a:ea typeface="微软雅黑" panose="020B0503020204020204" pitchFamily="34" charset="-122"/>
                        </a:rPr>
                        <a:t>18.51</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2C3E50"/>
                    </a:solidFill>
                  </a:tcPr>
                </a:tc>
                <a:extLst>
                  <a:ext uri="{0D108BD9-81ED-4DB2-BD59-A6C34878D82A}">
                    <a16:rowId xmlns:a16="http://schemas.microsoft.com/office/drawing/2014/main" val="1710462667"/>
                  </a:ext>
                </a:extLst>
              </a:tr>
              <a:tr h="252000">
                <a:tc>
                  <a:txBody>
                    <a:bodyPr/>
                    <a:lstStyle/>
                    <a:p>
                      <a:pPr algn="ctr" fontAlgn="b"/>
                      <a:r>
                        <a:rPr lang="en-US" altLang="zh-CN" sz="900" b="0" u="none" strike="noStrike">
                          <a:solidFill>
                            <a:srgbClr val="2C3E50"/>
                          </a:solidFill>
                          <a:effectLst/>
                          <a:latin typeface="微软雅黑" panose="020B0503020204020204" pitchFamily="34" charset="-122"/>
                          <a:ea typeface="微软雅黑" panose="020B0503020204020204" pitchFamily="34" charset="-122"/>
                        </a:rPr>
                        <a:t>2</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tc>
                  <a:txBody>
                    <a:bodyPr/>
                    <a:lstStyle/>
                    <a:p>
                      <a:pPr algn="ctr" fontAlgn="b"/>
                      <a:r>
                        <a:rPr lang="zh-CN" altLang="en-US" sz="900" b="0" u="none" strike="noStrike">
                          <a:solidFill>
                            <a:srgbClr val="2C3E50"/>
                          </a:solidFill>
                          <a:effectLst/>
                          <a:latin typeface="微软雅黑" panose="020B0503020204020204" pitchFamily="34" charset="-122"/>
                          <a:ea typeface="微软雅黑" panose="020B0503020204020204" pitchFamily="34" charset="-122"/>
                        </a:rPr>
                        <a:t>星能乌勒吉储能电站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tc>
                  <a:txBody>
                    <a:bodyPr/>
                    <a:lstStyle/>
                    <a:p>
                      <a:pPr algn="ctr" fontAlgn="b"/>
                      <a:r>
                        <a:rPr lang="en-US" altLang="zh-CN" sz="900" b="0" u="none" strike="noStrike">
                          <a:solidFill>
                            <a:srgbClr val="2C3E50"/>
                          </a:solidFill>
                          <a:effectLst/>
                          <a:latin typeface="微软雅黑" panose="020B0503020204020204" pitchFamily="34" charset="-122"/>
                          <a:ea typeface="微软雅黑" panose="020B0503020204020204" pitchFamily="34" charset="-122"/>
                        </a:rPr>
                        <a:t>76.58</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extLst>
                  <a:ext uri="{0D108BD9-81ED-4DB2-BD59-A6C34878D82A}">
                    <a16:rowId xmlns:a16="http://schemas.microsoft.com/office/drawing/2014/main" val="1555432798"/>
                  </a:ext>
                </a:extLst>
              </a:tr>
              <a:tr h="252000">
                <a:tc>
                  <a:txBody>
                    <a:bodyPr/>
                    <a:lstStyle/>
                    <a:p>
                      <a:pPr algn="ctr" fontAlgn="b"/>
                      <a:r>
                        <a:rPr lang="en-US" altLang="zh-CN" sz="900" b="0" u="none" strike="noStrike">
                          <a:solidFill>
                            <a:srgbClr val="2C3E50"/>
                          </a:solidFill>
                          <a:effectLst/>
                          <a:latin typeface="微软雅黑" panose="020B0503020204020204" pitchFamily="34" charset="-122"/>
                          <a:ea typeface="微软雅黑" panose="020B0503020204020204" pitchFamily="34" charset="-122"/>
                        </a:rPr>
                        <a:t>3</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tc>
                  <a:txBody>
                    <a:bodyPr/>
                    <a:lstStyle/>
                    <a:p>
                      <a:pPr algn="ctr" fontAlgn="b"/>
                      <a:r>
                        <a:rPr lang="zh-CN" altLang="en-US" sz="900" b="0" u="none" strike="noStrike">
                          <a:solidFill>
                            <a:srgbClr val="2C3E50"/>
                          </a:solidFill>
                          <a:effectLst/>
                          <a:latin typeface="微软雅黑" panose="020B0503020204020204" pitchFamily="34" charset="-122"/>
                          <a:ea typeface="微软雅黑" panose="020B0503020204020204" pitchFamily="34" charset="-122"/>
                        </a:rPr>
                        <a:t>星钒海窝储能电站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tc>
                  <a:txBody>
                    <a:bodyPr/>
                    <a:lstStyle/>
                    <a:p>
                      <a:pPr algn="ctr" fontAlgn="b"/>
                      <a:r>
                        <a:rPr lang="en-US" altLang="zh-CN" sz="900" b="0" u="none" strike="noStrike">
                          <a:solidFill>
                            <a:srgbClr val="2C3E50"/>
                          </a:solidFill>
                          <a:effectLst/>
                          <a:latin typeface="微软雅黑" panose="020B0503020204020204" pitchFamily="34" charset="-122"/>
                          <a:ea typeface="微软雅黑" panose="020B0503020204020204" pitchFamily="34" charset="-122"/>
                        </a:rPr>
                        <a:t>5</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extLst>
                  <a:ext uri="{0D108BD9-81ED-4DB2-BD59-A6C34878D82A}">
                    <a16:rowId xmlns:a16="http://schemas.microsoft.com/office/drawing/2014/main" val="1513124595"/>
                  </a:ext>
                </a:extLst>
              </a:tr>
              <a:tr h="252000">
                <a:tc>
                  <a:txBody>
                    <a:bodyPr/>
                    <a:lstStyle/>
                    <a:p>
                      <a:pPr algn="ctr" fontAlgn="b"/>
                      <a:r>
                        <a:rPr lang="en-US" altLang="zh-CN" sz="900" b="0" u="none" strike="noStrike">
                          <a:solidFill>
                            <a:srgbClr val="2C3E50"/>
                          </a:solidFill>
                          <a:effectLst/>
                          <a:latin typeface="微软雅黑" panose="020B0503020204020204" pitchFamily="34" charset="-122"/>
                          <a:ea typeface="微软雅黑" panose="020B0503020204020204" pitchFamily="34" charset="-122"/>
                        </a:rPr>
                        <a:t>4</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tc>
                  <a:txBody>
                    <a:bodyPr/>
                    <a:lstStyle/>
                    <a:p>
                      <a:pPr algn="ctr" fontAlgn="b"/>
                      <a:r>
                        <a:rPr lang="zh-CN" altLang="en-US" sz="900" b="0" u="none" strike="noStrike">
                          <a:solidFill>
                            <a:srgbClr val="2C3E50"/>
                          </a:solidFill>
                          <a:effectLst/>
                          <a:latin typeface="微软雅黑" panose="020B0503020204020204" pitchFamily="34" charset="-122"/>
                          <a:ea typeface="微软雅黑" panose="020B0503020204020204" pitchFamily="34" charset="-122"/>
                        </a:rPr>
                        <a:t>明阳亚什图储能电站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tc>
                  <a:txBody>
                    <a:bodyPr/>
                    <a:lstStyle/>
                    <a:p>
                      <a:pPr algn="ctr" fontAlgn="b"/>
                      <a:r>
                        <a:rPr lang="en-US" altLang="zh-CN" sz="900" b="0" u="none" strike="noStrike">
                          <a:solidFill>
                            <a:srgbClr val="2C3E50"/>
                          </a:solidFill>
                          <a:effectLst/>
                          <a:latin typeface="微软雅黑" panose="020B0503020204020204" pitchFamily="34" charset="-122"/>
                          <a:ea typeface="微软雅黑" panose="020B0503020204020204" pitchFamily="34" charset="-122"/>
                        </a:rPr>
                        <a:t>36.54</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extLst>
                  <a:ext uri="{0D108BD9-81ED-4DB2-BD59-A6C34878D82A}">
                    <a16:rowId xmlns:a16="http://schemas.microsoft.com/office/drawing/2014/main" val="3644391044"/>
                  </a:ext>
                </a:extLst>
              </a:tr>
              <a:tr h="252000">
                <a:tc>
                  <a:txBody>
                    <a:bodyPr/>
                    <a:lstStyle/>
                    <a:p>
                      <a:pPr algn="ctr" fontAlgn="b"/>
                      <a:r>
                        <a:rPr lang="en-US" altLang="zh-CN" sz="900" b="0" u="none" strike="noStrike">
                          <a:solidFill>
                            <a:srgbClr val="2C3E50"/>
                          </a:solidFill>
                          <a:effectLst/>
                          <a:latin typeface="微软雅黑" panose="020B0503020204020204" pitchFamily="34" charset="-122"/>
                          <a:ea typeface="微软雅黑" panose="020B0503020204020204" pitchFamily="34" charset="-122"/>
                        </a:rPr>
                        <a:t>5</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tc>
                  <a:txBody>
                    <a:bodyPr/>
                    <a:lstStyle/>
                    <a:p>
                      <a:pPr algn="ctr" fontAlgn="b"/>
                      <a:r>
                        <a:rPr lang="zh-CN" altLang="en-US" sz="900" b="0" u="none" strike="noStrike">
                          <a:solidFill>
                            <a:srgbClr val="2C3E50"/>
                          </a:solidFill>
                          <a:effectLst/>
                          <a:latin typeface="微软雅黑" panose="020B0503020204020204" pitchFamily="34" charset="-122"/>
                          <a:ea typeface="微软雅黑" panose="020B0503020204020204" pitchFamily="34" charset="-122"/>
                        </a:rPr>
                        <a:t>协鑫石拐储能电站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tc>
                  <a:txBody>
                    <a:bodyPr/>
                    <a:lstStyle/>
                    <a:p>
                      <a:pPr algn="ctr" fontAlgn="b"/>
                      <a:r>
                        <a:rPr lang="en-US" altLang="zh-CN" sz="900" b="0" u="none" strike="noStrike">
                          <a:solidFill>
                            <a:srgbClr val="2C3E50"/>
                          </a:solidFill>
                          <a:effectLst/>
                          <a:latin typeface="微软雅黑" panose="020B0503020204020204" pitchFamily="34" charset="-122"/>
                          <a:ea typeface="微软雅黑" panose="020B0503020204020204" pitchFamily="34" charset="-122"/>
                        </a:rPr>
                        <a:t>22.63</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extLst>
                  <a:ext uri="{0D108BD9-81ED-4DB2-BD59-A6C34878D82A}">
                    <a16:rowId xmlns:a16="http://schemas.microsoft.com/office/drawing/2014/main" val="3503963767"/>
                  </a:ext>
                </a:extLst>
              </a:tr>
              <a:tr h="252000">
                <a:tc>
                  <a:txBody>
                    <a:bodyPr/>
                    <a:lstStyle/>
                    <a:p>
                      <a:pPr algn="ctr" fontAlgn="b"/>
                      <a:r>
                        <a:rPr lang="en-US" altLang="zh-CN" sz="900" b="0" u="none" strike="noStrike">
                          <a:solidFill>
                            <a:srgbClr val="2C3E50"/>
                          </a:solidFill>
                          <a:effectLst/>
                          <a:latin typeface="微软雅黑" panose="020B0503020204020204" pitchFamily="34" charset="-122"/>
                          <a:ea typeface="微软雅黑" panose="020B0503020204020204" pitchFamily="34" charset="-122"/>
                        </a:rPr>
                        <a:t>6</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tc>
                  <a:txBody>
                    <a:bodyPr/>
                    <a:lstStyle/>
                    <a:p>
                      <a:pPr algn="ctr" fontAlgn="b"/>
                      <a:r>
                        <a:rPr lang="zh-CN" altLang="en-US" sz="900" b="0" u="none" strike="noStrike">
                          <a:solidFill>
                            <a:srgbClr val="2C3E50"/>
                          </a:solidFill>
                          <a:effectLst/>
                          <a:latin typeface="微软雅黑" panose="020B0503020204020204" pitchFamily="34" charset="-122"/>
                          <a:ea typeface="微软雅黑" panose="020B0503020204020204" pitchFamily="34" charset="-122"/>
                        </a:rPr>
                        <a:t>博梁海纳储能电站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tc>
                  <a:txBody>
                    <a:bodyPr/>
                    <a:lstStyle/>
                    <a:p>
                      <a:pPr algn="ctr" fontAlgn="b"/>
                      <a:r>
                        <a:rPr lang="en-US" altLang="zh-CN" sz="900" b="0" u="none" strike="noStrike">
                          <a:solidFill>
                            <a:srgbClr val="2C3E50"/>
                          </a:solidFill>
                          <a:effectLst/>
                          <a:latin typeface="微软雅黑" panose="020B0503020204020204" pitchFamily="34" charset="-122"/>
                          <a:ea typeface="微软雅黑" panose="020B0503020204020204" pitchFamily="34" charset="-122"/>
                        </a:rPr>
                        <a:t>43.42</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extLst>
                  <a:ext uri="{0D108BD9-81ED-4DB2-BD59-A6C34878D82A}">
                    <a16:rowId xmlns:a16="http://schemas.microsoft.com/office/drawing/2014/main" val="3407135804"/>
                  </a:ext>
                </a:extLst>
              </a:tr>
              <a:tr h="252000">
                <a:tc>
                  <a:txBody>
                    <a:bodyPr/>
                    <a:lstStyle/>
                    <a:p>
                      <a:pPr algn="ctr" fontAlgn="b"/>
                      <a:r>
                        <a:rPr lang="en-US" altLang="zh-CN" sz="900" b="0" u="none" strike="noStrike">
                          <a:solidFill>
                            <a:srgbClr val="2C3E50"/>
                          </a:solidFill>
                          <a:effectLst/>
                          <a:latin typeface="微软雅黑" panose="020B0503020204020204" pitchFamily="34" charset="-122"/>
                          <a:ea typeface="微软雅黑" panose="020B0503020204020204" pitchFamily="34" charset="-122"/>
                        </a:rPr>
                        <a:t>7</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tc>
                  <a:txBody>
                    <a:bodyPr/>
                    <a:lstStyle/>
                    <a:p>
                      <a:pPr algn="ctr" fontAlgn="b"/>
                      <a:r>
                        <a:rPr lang="zh-CN" altLang="en-US" sz="900" b="0" u="none" strike="noStrike">
                          <a:solidFill>
                            <a:srgbClr val="2C3E50"/>
                          </a:solidFill>
                          <a:effectLst/>
                          <a:latin typeface="微软雅黑" panose="020B0503020204020204" pitchFamily="34" charset="-122"/>
                          <a:ea typeface="微软雅黑" panose="020B0503020204020204" pitchFamily="34" charset="-122"/>
                        </a:rPr>
                        <a:t>蒙能奈伦储能电站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tc>
                  <a:txBody>
                    <a:bodyPr/>
                    <a:lstStyle/>
                    <a:p>
                      <a:pPr algn="ctr" fontAlgn="b"/>
                      <a:r>
                        <a:rPr lang="en-US" altLang="zh-CN" sz="900" b="0" u="none" strike="noStrike">
                          <a:solidFill>
                            <a:srgbClr val="2C3E50"/>
                          </a:solidFill>
                          <a:effectLst/>
                          <a:latin typeface="微软雅黑" panose="020B0503020204020204" pitchFamily="34" charset="-122"/>
                          <a:ea typeface="微软雅黑" panose="020B0503020204020204" pitchFamily="34" charset="-122"/>
                        </a:rPr>
                        <a:t>26.58</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extLst>
                  <a:ext uri="{0D108BD9-81ED-4DB2-BD59-A6C34878D82A}">
                    <a16:rowId xmlns:a16="http://schemas.microsoft.com/office/drawing/2014/main" val="2663972378"/>
                  </a:ext>
                </a:extLst>
              </a:tr>
              <a:tr h="252000">
                <a:tc>
                  <a:txBody>
                    <a:bodyPr/>
                    <a:lstStyle/>
                    <a:p>
                      <a:pPr algn="ctr" fontAlgn="b"/>
                      <a:r>
                        <a:rPr lang="en-US" altLang="zh-CN" sz="900" b="0" u="none" strike="noStrike">
                          <a:solidFill>
                            <a:srgbClr val="2C3E50"/>
                          </a:solidFill>
                          <a:effectLst/>
                          <a:latin typeface="微软雅黑" panose="020B0503020204020204" pitchFamily="34" charset="-122"/>
                          <a:ea typeface="微软雅黑" panose="020B0503020204020204" pitchFamily="34" charset="-122"/>
                        </a:rPr>
                        <a:t>8</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tc>
                  <a:txBody>
                    <a:bodyPr/>
                    <a:lstStyle/>
                    <a:p>
                      <a:pPr algn="ctr" fontAlgn="b"/>
                      <a:r>
                        <a:rPr lang="zh-CN" altLang="en-US" sz="900" b="0" u="none" strike="noStrike">
                          <a:solidFill>
                            <a:srgbClr val="2C3E50"/>
                          </a:solidFill>
                          <a:effectLst/>
                          <a:latin typeface="微软雅黑" panose="020B0503020204020204" pitchFamily="34" charset="-122"/>
                          <a:ea typeface="微软雅黑" panose="020B0503020204020204" pitchFamily="34" charset="-122"/>
                        </a:rPr>
                        <a:t>综能百灵储能电站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tc>
                  <a:txBody>
                    <a:bodyPr/>
                    <a:lstStyle/>
                    <a:p>
                      <a:pPr algn="ctr" fontAlgn="b"/>
                      <a:r>
                        <a:rPr lang="en-US" altLang="zh-CN" sz="900" b="0" u="none" strike="noStrike">
                          <a:solidFill>
                            <a:srgbClr val="2C3E50"/>
                          </a:solidFill>
                          <a:effectLst/>
                          <a:latin typeface="微软雅黑" panose="020B0503020204020204" pitchFamily="34" charset="-122"/>
                          <a:ea typeface="微软雅黑" panose="020B0503020204020204" pitchFamily="34" charset="-122"/>
                        </a:rPr>
                        <a:t>19.34</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extLst>
                  <a:ext uri="{0D108BD9-81ED-4DB2-BD59-A6C34878D82A}">
                    <a16:rowId xmlns:a16="http://schemas.microsoft.com/office/drawing/2014/main" val="3130598401"/>
                  </a:ext>
                </a:extLst>
              </a:tr>
              <a:tr h="252000">
                <a:tc>
                  <a:txBody>
                    <a:bodyPr/>
                    <a:lstStyle/>
                    <a:p>
                      <a:pPr algn="ctr" fontAlgn="b"/>
                      <a:r>
                        <a:rPr lang="en-US" altLang="zh-CN" sz="900" b="0" u="none" strike="noStrike">
                          <a:solidFill>
                            <a:srgbClr val="2C3E50"/>
                          </a:solidFill>
                          <a:effectLst/>
                          <a:latin typeface="微软雅黑" panose="020B0503020204020204" pitchFamily="34" charset="-122"/>
                          <a:ea typeface="微软雅黑" panose="020B0503020204020204" pitchFamily="34" charset="-122"/>
                        </a:rPr>
                        <a:t>9</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tc>
                  <a:txBody>
                    <a:bodyPr/>
                    <a:lstStyle/>
                    <a:p>
                      <a:pPr algn="ctr" fontAlgn="b"/>
                      <a:r>
                        <a:rPr lang="zh-CN" altLang="en-US" sz="900" b="0" u="none" strike="noStrike">
                          <a:solidFill>
                            <a:srgbClr val="2C3E50"/>
                          </a:solidFill>
                          <a:effectLst/>
                          <a:latin typeface="微软雅黑" panose="020B0503020204020204" pitchFamily="34" charset="-122"/>
                          <a:ea typeface="微软雅黑" panose="020B0503020204020204" pitchFamily="34" charset="-122"/>
                        </a:rPr>
                        <a:t>星辰科创储能电站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tc>
                  <a:txBody>
                    <a:bodyPr/>
                    <a:lstStyle/>
                    <a:p>
                      <a:pPr algn="ctr" fontAlgn="b"/>
                      <a:r>
                        <a:rPr lang="en-US" altLang="zh-CN" sz="900" b="0" u="none" strike="noStrike">
                          <a:solidFill>
                            <a:srgbClr val="2C3E50"/>
                          </a:solidFill>
                          <a:effectLst/>
                          <a:latin typeface="微软雅黑" panose="020B0503020204020204" pitchFamily="34" charset="-122"/>
                          <a:ea typeface="微软雅黑" panose="020B0503020204020204" pitchFamily="34" charset="-122"/>
                        </a:rPr>
                        <a:t>95</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extLst>
                  <a:ext uri="{0D108BD9-81ED-4DB2-BD59-A6C34878D82A}">
                    <a16:rowId xmlns:a16="http://schemas.microsoft.com/office/drawing/2014/main" val="2498890135"/>
                  </a:ext>
                </a:extLst>
              </a:tr>
              <a:tr h="252000">
                <a:tc>
                  <a:txBody>
                    <a:bodyPr/>
                    <a:lstStyle/>
                    <a:p>
                      <a:pPr algn="ctr" fontAlgn="b"/>
                      <a:r>
                        <a:rPr lang="en-US" altLang="zh-CN" sz="900" b="0" u="none" strike="noStrike">
                          <a:solidFill>
                            <a:srgbClr val="2C3E50"/>
                          </a:solidFill>
                          <a:effectLst/>
                          <a:latin typeface="微软雅黑" panose="020B0503020204020204" pitchFamily="34" charset="-122"/>
                          <a:ea typeface="微软雅黑" panose="020B0503020204020204" pitchFamily="34" charset="-122"/>
                        </a:rPr>
                        <a:t>10</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tc>
                  <a:txBody>
                    <a:bodyPr/>
                    <a:lstStyle/>
                    <a:p>
                      <a:pPr algn="ctr" fontAlgn="b"/>
                      <a:r>
                        <a:rPr lang="zh-CN" altLang="en-US" sz="900" b="0" u="none" strike="noStrike">
                          <a:solidFill>
                            <a:srgbClr val="2C3E50"/>
                          </a:solidFill>
                          <a:effectLst/>
                          <a:latin typeface="微软雅黑" panose="020B0503020204020204" pitchFamily="34" charset="-122"/>
                          <a:ea typeface="微软雅黑" panose="020B0503020204020204" pitchFamily="34" charset="-122"/>
                        </a:rPr>
                        <a:t>蒙能敖仑储能电站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tc>
                  <a:txBody>
                    <a:bodyPr/>
                    <a:lstStyle/>
                    <a:p>
                      <a:pPr algn="ctr" fontAlgn="b"/>
                      <a:r>
                        <a:rPr lang="en-US" altLang="zh-CN" sz="900" b="0" u="none" strike="noStrike">
                          <a:solidFill>
                            <a:srgbClr val="2C3E50"/>
                          </a:solidFill>
                          <a:effectLst/>
                          <a:latin typeface="微软雅黑" panose="020B0503020204020204" pitchFamily="34" charset="-122"/>
                          <a:ea typeface="微软雅黑" panose="020B0503020204020204" pitchFamily="34" charset="-122"/>
                        </a:rPr>
                        <a:t>35.79</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extLst>
                  <a:ext uri="{0D108BD9-81ED-4DB2-BD59-A6C34878D82A}">
                    <a16:rowId xmlns:a16="http://schemas.microsoft.com/office/drawing/2014/main" val="1121969707"/>
                  </a:ext>
                </a:extLst>
              </a:tr>
              <a:tr h="252000">
                <a:tc>
                  <a:txBody>
                    <a:bodyPr/>
                    <a:lstStyle/>
                    <a:p>
                      <a:pPr algn="ctr" fontAlgn="b"/>
                      <a:r>
                        <a:rPr lang="en-US" altLang="zh-CN" sz="900" b="0" u="none" strike="noStrike">
                          <a:solidFill>
                            <a:srgbClr val="2C3E50"/>
                          </a:solidFill>
                          <a:effectLst/>
                          <a:latin typeface="微软雅黑" panose="020B0503020204020204" pitchFamily="34" charset="-122"/>
                          <a:ea typeface="微软雅黑" panose="020B0503020204020204" pitchFamily="34" charset="-122"/>
                        </a:rPr>
                        <a:t>11</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tc>
                  <a:txBody>
                    <a:bodyPr/>
                    <a:lstStyle/>
                    <a:p>
                      <a:pPr algn="ctr" fontAlgn="b"/>
                      <a:r>
                        <a:rPr lang="zh-CN" altLang="en-US" sz="900" b="0" u="none" strike="noStrike">
                          <a:solidFill>
                            <a:srgbClr val="2C3E50"/>
                          </a:solidFill>
                          <a:effectLst/>
                          <a:latin typeface="微软雅黑" panose="020B0503020204020204" pitchFamily="34" charset="-122"/>
                          <a:ea typeface="微软雅黑" panose="020B0503020204020204" pitchFamily="34" charset="-122"/>
                        </a:rPr>
                        <a:t>景通四益堂储能电站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tc>
                  <a:txBody>
                    <a:bodyPr/>
                    <a:lstStyle/>
                    <a:p>
                      <a:pPr algn="ctr" fontAlgn="b"/>
                      <a:r>
                        <a:rPr lang="en-US" altLang="zh-CN" sz="900" b="0" u="none" strike="noStrike">
                          <a:solidFill>
                            <a:srgbClr val="2C3E50"/>
                          </a:solidFill>
                          <a:effectLst/>
                          <a:latin typeface="微软雅黑" panose="020B0503020204020204" pitchFamily="34" charset="-122"/>
                          <a:ea typeface="微软雅黑" panose="020B0503020204020204" pitchFamily="34" charset="-122"/>
                        </a:rPr>
                        <a:t>35.79</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extLst>
                  <a:ext uri="{0D108BD9-81ED-4DB2-BD59-A6C34878D82A}">
                    <a16:rowId xmlns:a16="http://schemas.microsoft.com/office/drawing/2014/main" val="1266305165"/>
                  </a:ext>
                </a:extLst>
              </a:tr>
              <a:tr h="252000">
                <a:tc>
                  <a:txBody>
                    <a:bodyPr/>
                    <a:lstStyle/>
                    <a:p>
                      <a:pPr algn="ctr" fontAlgn="b"/>
                      <a:r>
                        <a:rPr lang="en-US" altLang="zh-CN" sz="900" b="0" u="none" strike="noStrike">
                          <a:solidFill>
                            <a:srgbClr val="2C3E50"/>
                          </a:solidFill>
                          <a:effectLst/>
                          <a:latin typeface="微软雅黑" panose="020B0503020204020204" pitchFamily="34" charset="-122"/>
                          <a:ea typeface="微软雅黑" panose="020B0503020204020204" pitchFamily="34" charset="-122"/>
                        </a:rPr>
                        <a:t>12</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tc>
                  <a:txBody>
                    <a:bodyPr/>
                    <a:lstStyle/>
                    <a:p>
                      <a:pPr algn="ctr" fontAlgn="b"/>
                      <a:r>
                        <a:rPr lang="zh-CN" altLang="en-US" sz="900" b="0" u="none" strike="noStrike">
                          <a:solidFill>
                            <a:srgbClr val="2C3E50"/>
                          </a:solidFill>
                          <a:effectLst/>
                          <a:latin typeface="微软雅黑" panose="020B0503020204020204" pitchFamily="34" charset="-122"/>
                          <a:ea typeface="微软雅黑" panose="020B0503020204020204" pitchFamily="34" charset="-122"/>
                        </a:rPr>
                        <a:t>泰垚鑫储储能电站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tc>
                  <a:txBody>
                    <a:bodyPr/>
                    <a:lstStyle/>
                    <a:p>
                      <a:pPr algn="ctr" fontAlgn="b"/>
                      <a:r>
                        <a:rPr lang="en-US" altLang="zh-CN" sz="900" b="0" u="none" strike="noStrike">
                          <a:solidFill>
                            <a:srgbClr val="2C3E50"/>
                          </a:solidFill>
                          <a:effectLst/>
                          <a:latin typeface="微软雅黑" panose="020B0503020204020204" pitchFamily="34" charset="-122"/>
                          <a:ea typeface="微软雅黑" panose="020B0503020204020204" pitchFamily="34" charset="-122"/>
                        </a:rPr>
                        <a:t>5</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extLst>
                  <a:ext uri="{0D108BD9-81ED-4DB2-BD59-A6C34878D82A}">
                    <a16:rowId xmlns:a16="http://schemas.microsoft.com/office/drawing/2014/main" val="4080462456"/>
                  </a:ext>
                </a:extLst>
              </a:tr>
              <a:tr h="252000">
                <a:tc>
                  <a:txBody>
                    <a:bodyPr/>
                    <a:lstStyle/>
                    <a:p>
                      <a:pPr algn="ctr" fontAlgn="b"/>
                      <a:r>
                        <a:rPr lang="en-US" altLang="zh-CN" sz="900" b="0" u="none" strike="noStrike">
                          <a:solidFill>
                            <a:srgbClr val="2C3E50"/>
                          </a:solidFill>
                          <a:effectLst/>
                          <a:latin typeface="微软雅黑" panose="020B0503020204020204" pitchFamily="34" charset="-122"/>
                          <a:ea typeface="微软雅黑" panose="020B0503020204020204" pitchFamily="34" charset="-122"/>
                        </a:rPr>
                        <a:t>13</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tc>
                  <a:txBody>
                    <a:bodyPr/>
                    <a:lstStyle/>
                    <a:p>
                      <a:pPr algn="ctr" fontAlgn="b"/>
                      <a:r>
                        <a:rPr lang="zh-CN" altLang="en-US" sz="900" b="0" u="none" strike="noStrike">
                          <a:solidFill>
                            <a:srgbClr val="2C3E50"/>
                          </a:solidFill>
                          <a:effectLst/>
                          <a:latin typeface="微软雅黑" panose="020B0503020204020204" pitchFamily="34" charset="-122"/>
                          <a:ea typeface="微软雅黑" panose="020B0503020204020204" pitchFamily="34" charset="-122"/>
                        </a:rPr>
                        <a:t>景怡查干哈达储能电站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tc>
                  <a:txBody>
                    <a:bodyPr/>
                    <a:lstStyle/>
                    <a:p>
                      <a:pPr algn="ctr" fontAlgn="b"/>
                      <a:r>
                        <a:rPr lang="en-US" altLang="zh-CN" sz="900" b="0" u="none" strike="noStrike">
                          <a:solidFill>
                            <a:srgbClr val="2C3E50"/>
                          </a:solidFill>
                          <a:effectLst/>
                          <a:latin typeface="微软雅黑" panose="020B0503020204020204" pitchFamily="34" charset="-122"/>
                          <a:ea typeface="微软雅黑" panose="020B0503020204020204" pitchFamily="34" charset="-122"/>
                        </a:rPr>
                        <a:t>81.75</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extLst>
                  <a:ext uri="{0D108BD9-81ED-4DB2-BD59-A6C34878D82A}">
                    <a16:rowId xmlns:a16="http://schemas.microsoft.com/office/drawing/2014/main" val="3231926536"/>
                  </a:ext>
                </a:extLst>
              </a:tr>
              <a:tr h="252000">
                <a:tc>
                  <a:txBody>
                    <a:bodyPr/>
                    <a:lstStyle/>
                    <a:p>
                      <a:pPr algn="ctr" fontAlgn="b"/>
                      <a:r>
                        <a:rPr lang="en-US" altLang="zh-CN" sz="900" b="0" u="none" strike="noStrike">
                          <a:solidFill>
                            <a:srgbClr val="2C3E50"/>
                          </a:solidFill>
                          <a:effectLst/>
                          <a:latin typeface="微软雅黑" panose="020B0503020204020204" pitchFamily="34" charset="-122"/>
                          <a:ea typeface="微软雅黑" panose="020B0503020204020204" pitchFamily="34" charset="-122"/>
                        </a:rPr>
                        <a:t>14</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tc>
                  <a:txBody>
                    <a:bodyPr/>
                    <a:lstStyle/>
                    <a:p>
                      <a:pPr algn="ctr" fontAlgn="b"/>
                      <a:r>
                        <a:rPr lang="zh-CN" altLang="en-US" sz="900" b="0" u="none" strike="noStrike">
                          <a:solidFill>
                            <a:srgbClr val="2C3E50"/>
                          </a:solidFill>
                          <a:effectLst/>
                          <a:latin typeface="微软雅黑" panose="020B0503020204020204" pitchFamily="34" charset="-122"/>
                          <a:ea typeface="微软雅黑" panose="020B0503020204020204" pitchFamily="34" charset="-122"/>
                        </a:rPr>
                        <a:t>裕昭沙子坝储能电站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tc>
                  <a:txBody>
                    <a:bodyPr/>
                    <a:lstStyle/>
                    <a:p>
                      <a:pPr algn="ctr" fontAlgn="b"/>
                      <a:r>
                        <a:rPr lang="en-US" altLang="zh-CN" sz="900" b="0" u="none" strike="noStrike">
                          <a:solidFill>
                            <a:srgbClr val="2C3E50"/>
                          </a:solidFill>
                          <a:effectLst/>
                          <a:latin typeface="微软雅黑" panose="020B0503020204020204" pitchFamily="34" charset="-122"/>
                          <a:ea typeface="微软雅黑" panose="020B0503020204020204" pitchFamily="34" charset="-122"/>
                        </a:rPr>
                        <a:t>5</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extLst>
                  <a:ext uri="{0D108BD9-81ED-4DB2-BD59-A6C34878D82A}">
                    <a16:rowId xmlns:a16="http://schemas.microsoft.com/office/drawing/2014/main" val="4274201409"/>
                  </a:ext>
                </a:extLst>
              </a:tr>
              <a:tr h="252000">
                <a:tc>
                  <a:txBody>
                    <a:bodyPr/>
                    <a:lstStyle/>
                    <a:p>
                      <a:pPr algn="ctr" fontAlgn="b"/>
                      <a:r>
                        <a:rPr lang="en-US" altLang="zh-CN" sz="900" b="0" u="none" strike="noStrike">
                          <a:solidFill>
                            <a:srgbClr val="2C3E50"/>
                          </a:solidFill>
                          <a:effectLst/>
                          <a:latin typeface="微软雅黑" panose="020B0503020204020204" pitchFamily="34" charset="-122"/>
                          <a:ea typeface="微软雅黑" panose="020B0503020204020204" pitchFamily="34" charset="-122"/>
                        </a:rPr>
                        <a:t>15</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tc>
                  <a:txBody>
                    <a:bodyPr/>
                    <a:lstStyle/>
                    <a:p>
                      <a:pPr algn="ctr" fontAlgn="b"/>
                      <a:r>
                        <a:rPr lang="zh-CN" altLang="en-US" sz="900" b="0" u="none" strike="noStrike">
                          <a:solidFill>
                            <a:srgbClr val="2C3E50"/>
                          </a:solidFill>
                          <a:effectLst/>
                          <a:latin typeface="微软雅黑" panose="020B0503020204020204" pitchFamily="34" charset="-122"/>
                          <a:ea typeface="微软雅黑" panose="020B0503020204020204" pitchFamily="34" charset="-122"/>
                        </a:rPr>
                        <a:t>综能万成功储能电站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tc>
                  <a:txBody>
                    <a:bodyPr/>
                    <a:lstStyle/>
                    <a:p>
                      <a:pPr algn="ctr" fontAlgn="b"/>
                      <a:r>
                        <a:rPr lang="en-US" altLang="zh-CN" sz="900" b="0" u="none" strike="noStrike">
                          <a:solidFill>
                            <a:srgbClr val="2C3E50"/>
                          </a:solidFill>
                          <a:effectLst/>
                          <a:latin typeface="微软雅黑" panose="020B0503020204020204" pitchFamily="34" charset="-122"/>
                          <a:ea typeface="微软雅黑" panose="020B0503020204020204" pitchFamily="34" charset="-122"/>
                        </a:rPr>
                        <a:t>81.7</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extLst>
                  <a:ext uri="{0D108BD9-81ED-4DB2-BD59-A6C34878D82A}">
                    <a16:rowId xmlns:a16="http://schemas.microsoft.com/office/drawing/2014/main" val="6378223"/>
                  </a:ext>
                </a:extLst>
              </a:tr>
              <a:tr h="252000">
                <a:tc>
                  <a:txBody>
                    <a:bodyPr/>
                    <a:lstStyle/>
                    <a:p>
                      <a:pPr algn="ctr" fontAlgn="b"/>
                      <a:r>
                        <a:rPr lang="en-US" altLang="zh-CN" sz="900" b="0" u="none" strike="noStrike">
                          <a:solidFill>
                            <a:srgbClr val="2C3E50"/>
                          </a:solidFill>
                          <a:effectLst/>
                          <a:latin typeface="微软雅黑" panose="020B0503020204020204" pitchFamily="34" charset="-122"/>
                          <a:ea typeface="微软雅黑" panose="020B0503020204020204" pitchFamily="34" charset="-122"/>
                        </a:rPr>
                        <a:t>16</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tc>
                  <a:txBody>
                    <a:bodyPr/>
                    <a:lstStyle/>
                    <a:p>
                      <a:pPr algn="ctr" fontAlgn="b"/>
                      <a:r>
                        <a:rPr lang="zh-CN" altLang="en-US" sz="900" b="0" u="none" strike="noStrike">
                          <a:solidFill>
                            <a:srgbClr val="2C3E50"/>
                          </a:solidFill>
                          <a:effectLst/>
                          <a:latin typeface="微软雅黑" panose="020B0503020204020204" pitchFamily="34" charset="-122"/>
                          <a:ea typeface="微软雅黑" panose="020B0503020204020204" pitchFamily="34" charset="-122"/>
                        </a:rPr>
                        <a:t>悦杭独贵储能电站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tc>
                  <a:txBody>
                    <a:bodyPr/>
                    <a:lstStyle/>
                    <a:p>
                      <a:pPr algn="ctr" fontAlgn="b"/>
                      <a:r>
                        <a:rPr lang="en-US" altLang="zh-CN" sz="900" b="0" u="none" strike="noStrike">
                          <a:solidFill>
                            <a:srgbClr val="2C3E50"/>
                          </a:solidFill>
                          <a:effectLst/>
                          <a:latin typeface="微软雅黑" panose="020B0503020204020204" pitchFamily="34" charset="-122"/>
                          <a:ea typeface="微软雅黑" panose="020B0503020204020204" pitchFamily="34" charset="-122"/>
                        </a:rPr>
                        <a:t>44.67</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extLst>
                  <a:ext uri="{0D108BD9-81ED-4DB2-BD59-A6C34878D82A}">
                    <a16:rowId xmlns:a16="http://schemas.microsoft.com/office/drawing/2014/main" val="506066163"/>
                  </a:ext>
                </a:extLst>
              </a:tr>
              <a:tr h="252000">
                <a:tc>
                  <a:txBody>
                    <a:bodyPr/>
                    <a:lstStyle/>
                    <a:p>
                      <a:pPr algn="ctr" fontAlgn="b"/>
                      <a:r>
                        <a:rPr lang="en-US" altLang="zh-CN" sz="900" b="0" u="none" strike="noStrike">
                          <a:solidFill>
                            <a:srgbClr val="2C3E50"/>
                          </a:solidFill>
                          <a:effectLst/>
                          <a:latin typeface="微软雅黑" panose="020B0503020204020204" pitchFamily="34" charset="-122"/>
                          <a:ea typeface="微软雅黑" panose="020B0503020204020204" pitchFamily="34" charset="-122"/>
                        </a:rPr>
                        <a:t>17</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tc>
                  <a:txBody>
                    <a:bodyPr/>
                    <a:lstStyle/>
                    <a:p>
                      <a:pPr algn="ctr" fontAlgn="b"/>
                      <a:r>
                        <a:rPr lang="zh-CN" altLang="en-US" sz="900" b="0" u="none" strike="noStrike">
                          <a:solidFill>
                            <a:srgbClr val="2C3E50"/>
                          </a:solidFill>
                          <a:effectLst/>
                          <a:latin typeface="微软雅黑" panose="020B0503020204020204" pitchFamily="34" charset="-122"/>
                          <a:ea typeface="微软雅黑" panose="020B0503020204020204" pitchFamily="34" charset="-122"/>
                        </a:rPr>
                        <a:t>创启杜四营储能电站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tc>
                  <a:txBody>
                    <a:bodyPr/>
                    <a:lstStyle/>
                    <a:p>
                      <a:pPr algn="ctr" fontAlgn="b"/>
                      <a:r>
                        <a:rPr lang="en-US" altLang="zh-CN" sz="900" b="0" u="none" strike="noStrike">
                          <a:solidFill>
                            <a:srgbClr val="2C3E50"/>
                          </a:solidFill>
                          <a:effectLst/>
                          <a:latin typeface="微软雅黑" panose="020B0503020204020204" pitchFamily="34" charset="-122"/>
                          <a:ea typeface="微软雅黑" panose="020B0503020204020204" pitchFamily="34" charset="-122"/>
                        </a:rPr>
                        <a:t>10.88</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extLst>
                  <a:ext uri="{0D108BD9-81ED-4DB2-BD59-A6C34878D82A}">
                    <a16:rowId xmlns:a16="http://schemas.microsoft.com/office/drawing/2014/main" val="1243385865"/>
                  </a:ext>
                </a:extLst>
              </a:tr>
              <a:tr h="252000">
                <a:tc>
                  <a:txBody>
                    <a:bodyPr/>
                    <a:lstStyle/>
                    <a:p>
                      <a:pPr algn="ctr" fontAlgn="b"/>
                      <a:r>
                        <a:rPr lang="en-US" altLang="zh-CN" sz="900" b="0" u="none" strike="noStrike">
                          <a:solidFill>
                            <a:srgbClr val="2C3E50"/>
                          </a:solidFill>
                          <a:effectLst/>
                          <a:latin typeface="微软雅黑" panose="020B0503020204020204" pitchFamily="34" charset="-122"/>
                          <a:ea typeface="微软雅黑" panose="020B0503020204020204" pitchFamily="34" charset="-122"/>
                        </a:rPr>
                        <a:t>18</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tc>
                  <a:txBody>
                    <a:bodyPr/>
                    <a:lstStyle/>
                    <a:p>
                      <a:pPr algn="ctr" fontAlgn="b"/>
                      <a:r>
                        <a:rPr lang="zh-CN" altLang="en-US" sz="900" b="0" u="none" strike="noStrike">
                          <a:solidFill>
                            <a:srgbClr val="2C3E50"/>
                          </a:solidFill>
                          <a:effectLst/>
                          <a:latin typeface="微软雅黑" panose="020B0503020204020204" pitchFamily="34" charset="-122"/>
                          <a:ea typeface="微软雅黑" panose="020B0503020204020204" pitchFamily="34" charset="-122"/>
                        </a:rPr>
                        <a:t>博思苗六营储能电站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tc>
                  <a:txBody>
                    <a:bodyPr/>
                    <a:lstStyle/>
                    <a:p>
                      <a:pPr algn="ctr" fontAlgn="b"/>
                      <a:r>
                        <a:rPr lang="en-US" altLang="zh-CN" sz="900" b="0" u="none" strike="noStrike">
                          <a:solidFill>
                            <a:srgbClr val="2C3E50"/>
                          </a:solidFill>
                          <a:effectLst/>
                          <a:latin typeface="微软雅黑" panose="020B0503020204020204" pitchFamily="34" charset="-122"/>
                          <a:ea typeface="微软雅黑" panose="020B0503020204020204" pitchFamily="34" charset="-122"/>
                        </a:rPr>
                        <a:t>5</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extLst>
                  <a:ext uri="{0D108BD9-81ED-4DB2-BD59-A6C34878D82A}">
                    <a16:rowId xmlns:a16="http://schemas.microsoft.com/office/drawing/2014/main" val="2278766417"/>
                  </a:ext>
                </a:extLst>
              </a:tr>
              <a:tr h="252000">
                <a:tc>
                  <a:txBody>
                    <a:bodyPr/>
                    <a:lstStyle/>
                    <a:p>
                      <a:pPr algn="ctr" fontAlgn="b"/>
                      <a:r>
                        <a:rPr lang="en-US" altLang="zh-CN" sz="900" b="0" u="none" strike="noStrike">
                          <a:solidFill>
                            <a:srgbClr val="2C3E50"/>
                          </a:solidFill>
                          <a:effectLst/>
                          <a:latin typeface="微软雅黑" panose="020B0503020204020204" pitchFamily="34" charset="-122"/>
                          <a:ea typeface="微软雅黑" panose="020B0503020204020204" pitchFamily="34" charset="-122"/>
                        </a:rPr>
                        <a:t>19</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tc>
                  <a:txBody>
                    <a:bodyPr/>
                    <a:lstStyle/>
                    <a:p>
                      <a:pPr algn="ctr" fontAlgn="b"/>
                      <a:r>
                        <a:rPr lang="zh-CN" altLang="en-US" sz="900" b="0" u="none" strike="noStrike">
                          <a:solidFill>
                            <a:srgbClr val="2C3E50"/>
                          </a:solidFill>
                          <a:effectLst/>
                          <a:latin typeface="微软雅黑" panose="020B0503020204020204" pitchFamily="34" charset="-122"/>
                          <a:ea typeface="微软雅黑" panose="020B0503020204020204" pitchFamily="34" charset="-122"/>
                        </a:rPr>
                        <a:t>博汉星光储能电站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tc>
                  <a:txBody>
                    <a:bodyPr/>
                    <a:lstStyle/>
                    <a:p>
                      <a:pPr algn="ctr" fontAlgn="b"/>
                      <a:r>
                        <a:rPr lang="en-US" altLang="zh-CN" sz="900" b="0" u="none" strike="noStrike">
                          <a:solidFill>
                            <a:srgbClr val="2C3E50"/>
                          </a:solidFill>
                          <a:effectLst/>
                          <a:latin typeface="微软雅黑" panose="020B0503020204020204" pitchFamily="34" charset="-122"/>
                          <a:ea typeface="微软雅黑" panose="020B0503020204020204" pitchFamily="34" charset="-122"/>
                        </a:rPr>
                        <a:t>5</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5F7FA"/>
                    </a:solidFill>
                  </a:tcPr>
                </a:tc>
                <a:extLst>
                  <a:ext uri="{0D108BD9-81ED-4DB2-BD59-A6C34878D82A}">
                    <a16:rowId xmlns:a16="http://schemas.microsoft.com/office/drawing/2014/main" val="2960498125"/>
                  </a:ext>
                </a:extLst>
              </a:tr>
              <a:tr h="252000">
                <a:tc>
                  <a:txBody>
                    <a:bodyPr/>
                    <a:lstStyle/>
                    <a:p>
                      <a:pPr algn="ctr" fontAlgn="b"/>
                      <a:r>
                        <a:rPr lang="en-US" altLang="zh-CN" sz="900" b="0" u="none" strike="noStrike">
                          <a:solidFill>
                            <a:srgbClr val="2C3E50"/>
                          </a:solidFill>
                          <a:effectLst/>
                          <a:latin typeface="微软雅黑" panose="020B0503020204020204" pitchFamily="34" charset="-122"/>
                          <a:ea typeface="微软雅黑" panose="020B0503020204020204" pitchFamily="34" charset="-122"/>
                        </a:rPr>
                        <a:t>20</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tc>
                  <a:txBody>
                    <a:bodyPr/>
                    <a:lstStyle/>
                    <a:p>
                      <a:pPr algn="ctr" fontAlgn="b"/>
                      <a:r>
                        <a:rPr lang="zh-CN" altLang="en-US" sz="900" b="0" u="none" strike="noStrike">
                          <a:solidFill>
                            <a:srgbClr val="2C3E50"/>
                          </a:solidFill>
                          <a:effectLst/>
                          <a:latin typeface="微软雅黑" panose="020B0503020204020204" pitchFamily="34" charset="-122"/>
                          <a:ea typeface="微软雅黑" panose="020B0503020204020204" pitchFamily="34" charset="-122"/>
                        </a:rPr>
                        <a:t>蒙能百利格储能电站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tc>
                  <a:txBody>
                    <a:bodyPr/>
                    <a:lstStyle/>
                    <a:p>
                      <a:pPr algn="ctr" fontAlgn="b"/>
                      <a:r>
                        <a:rPr lang="en-US" altLang="zh-CN" sz="900" b="0" u="none" strike="noStrike">
                          <a:solidFill>
                            <a:srgbClr val="2C3E50"/>
                          </a:solidFill>
                          <a:effectLst/>
                          <a:latin typeface="微软雅黑" panose="020B0503020204020204" pitchFamily="34" charset="-122"/>
                          <a:ea typeface="微软雅黑" panose="020B0503020204020204" pitchFamily="34" charset="-122"/>
                        </a:rPr>
                        <a:t>67.37</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45720" marR="45720" marT="22860" marB="22860" anchor="ctr">
                    <a:solidFill>
                      <a:srgbClr val="FFFFFF"/>
                    </a:solidFill>
                  </a:tcPr>
                </a:tc>
                <a:extLst>
                  <a:ext uri="{0D108BD9-81ED-4DB2-BD59-A6C34878D82A}">
                    <a16:rowId xmlns:a16="http://schemas.microsoft.com/office/drawing/2014/main" val="2513223956"/>
                  </a:ext>
                </a:extLst>
              </a:tr>
            </a:tbl>
          </a:graphicData>
        </a:graphic>
      </p:graphicFrame>
    </p:spTree>
    <p:extLst>
      <p:ext uri="{BB962C8B-B14F-4D97-AF65-F5344CB8AC3E}">
        <p14:creationId xmlns:p14="http://schemas.microsoft.com/office/powerpoint/2010/main" val="11991249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7CF99-C8EA-E630-CD20-EF665D647E3D}"/>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4CB85E19-76AF-1873-3FD2-47DBC205AF5C}"/>
              </a:ext>
            </a:extLst>
          </p:cNvPr>
          <p:cNvSpPr/>
          <p:nvPr/>
        </p:nvSpPr>
        <p:spPr>
          <a:xfrm>
            <a:off x="0" y="0"/>
            <a:ext cx="12192000" cy="574177"/>
          </a:xfrm>
          <a:prstGeom prst="rect">
            <a:avLst/>
          </a:prstGeom>
          <a:solidFill>
            <a:srgbClr val="3B3B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DengXian"/>
              <a:ea typeface="DengXian" panose="02010600030101010101" pitchFamily="2" charset="-122"/>
              <a:cs typeface="+mn-cs"/>
            </a:endParaRPr>
          </a:p>
        </p:txBody>
      </p:sp>
      <p:sp>
        <p:nvSpPr>
          <p:cNvPr id="6" name="文本框 5">
            <a:extLst>
              <a:ext uri="{FF2B5EF4-FFF2-40B4-BE49-F238E27FC236}">
                <a16:creationId xmlns:a16="http://schemas.microsoft.com/office/drawing/2014/main" id="{B929C776-4BC4-180D-788A-3851C5C3013D}"/>
              </a:ext>
            </a:extLst>
          </p:cNvPr>
          <p:cNvSpPr txBox="1"/>
          <p:nvPr/>
        </p:nvSpPr>
        <p:spPr>
          <a:xfrm>
            <a:off x="126998" y="102938"/>
            <a:ext cx="8860539" cy="369332"/>
          </a:xfrm>
          <a:prstGeom prst="rect">
            <a:avLst/>
          </a:prstGeom>
          <a:noFill/>
        </p:spPr>
        <p:txBody>
          <a:bodyPr wrap="square" rtlCol="0">
            <a:spAutoFit/>
          </a:bodyPr>
          <a:lstStyle/>
          <a:p>
            <a:pPr lvl="0">
              <a:defRPr/>
            </a:pPr>
            <a:r>
              <a:rPr lang="en-US" altLang="zh-CN">
                <a:solidFill>
                  <a:schemeClr val="bg1"/>
                </a:solidFill>
                <a:latin typeface="微软雅黑" panose="020B0503020204020204" pitchFamily="34" charset="-122"/>
                <a:ea typeface="微软雅黑" panose="020B0503020204020204" pitchFamily="34" charset="-122"/>
              </a:rPr>
              <a:t>5. </a:t>
            </a:r>
            <a:r>
              <a:rPr lang="zh-CN" altLang="en-US">
                <a:solidFill>
                  <a:schemeClr val="bg1"/>
                </a:solidFill>
                <a:latin typeface="微软雅黑" panose="020B0503020204020204" pitchFamily="34" charset="-122"/>
                <a:ea typeface="微软雅黑" panose="020B0503020204020204" pitchFamily="34" charset="-122"/>
              </a:rPr>
              <a:t>影响收益的主要因素分析 </a:t>
            </a:r>
            <a:r>
              <a:rPr lang="en-US" altLang="zh-CN">
                <a:solidFill>
                  <a:schemeClr val="bg1"/>
                </a:solidFill>
                <a:latin typeface="微软雅黑" panose="020B0503020204020204" pitchFamily="34" charset="-122"/>
                <a:ea typeface="微软雅黑" panose="020B0503020204020204" pitchFamily="34" charset="-122"/>
              </a:rPr>
              <a:t>- </a:t>
            </a:r>
            <a:r>
              <a:rPr lang="zh-CN" altLang="en-US">
                <a:solidFill>
                  <a:prstClr val="white"/>
                </a:solidFill>
                <a:latin typeface="微软雅黑" panose="020B0503020204020204" pitchFamily="34" charset="-122"/>
                <a:ea typeface="微软雅黑" panose="020B0503020204020204" pitchFamily="34" charset="-122"/>
              </a:rPr>
              <a:t>捕获价差提高策略</a:t>
            </a:r>
            <a:r>
              <a:rPr lang="en-US" altLang="zh-CN">
                <a:solidFill>
                  <a:prstClr val="white"/>
                </a:solidFill>
                <a:latin typeface="微软雅黑" panose="020B0503020204020204" pitchFamily="34" charset="-122"/>
                <a:ea typeface="微软雅黑" panose="020B0503020204020204" pitchFamily="34" charset="-122"/>
              </a:rPr>
              <a:t> Case2: </a:t>
            </a:r>
            <a:r>
              <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留电 </a:t>
            </a:r>
            <a:r>
              <a:rPr kumimoji="0" lang="en-US" altLang="zh-CN"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&amp; </a:t>
            </a:r>
            <a:r>
              <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极端价格捕捉</a:t>
            </a:r>
          </a:p>
        </p:txBody>
      </p:sp>
      <p:grpSp>
        <p:nvGrpSpPr>
          <p:cNvPr id="3" name="组合 2">
            <a:extLst>
              <a:ext uri="{FF2B5EF4-FFF2-40B4-BE49-F238E27FC236}">
                <a16:creationId xmlns:a16="http://schemas.microsoft.com/office/drawing/2014/main" id="{73DA8E8B-1FC2-2DCB-41F4-12C8405B2B8F}"/>
              </a:ext>
            </a:extLst>
          </p:cNvPr>
          <p:cNvGrpSpPr/>
          <p:nvPr/>
        </p:nvGrpSpPr>
        <p:grpSpPr>
          <a:xfrm>
            <a:off x="200026" y="1366048"/>
            <a:ext cx="8667750" cy="3797894"/>
            <a:chOff x="1198671" y="1394623"/>
            <a:chExt cx="10061357" cy="3797894"/>
          </a:xfrm>
        </p:grpSpPr>
        <p:pic>
          <p:nvPicPr>
            <p:cNvPr id="15" name="图片 14">
              <a:extLst>
                <a:ext uri="{FF2B5EF4-FFF2-40B4-BE49-F238E27FC236}">
                  <a16:creationId xmlns:a16="http://schemas.microsoft.com/office/drawing/2014/main" id="{F0D2A1F8-D209-693B-4F58-299750A7744B}"/>
                </a:ext>
              </a:extLst>
            </p:cNvPr>
            <p:cNvPicPr>
              <a:picLocks noChangeAspect="1"/>
            </p:cNvPicPr>
            <p:nvPr/>
          </p:nvPicPr>
          <p:blipFill>
            <a:blip r:embed="rId3"/>
            <a:stretch>
              <a:fillRect/>
            </a:stretch>
          </p:blipFill>
          <p:spPr>
            <a:xfrm>
              <a:off x="1198671" y="1394623"/>
              <a:ext cx="10061357" cy="3797894"/>
            </a:xfrm>
            <a:prstGeom prst="rect">
              <a:avLst/>
            </a:prstGeom>
          </p:spPr>
        </p:pic>
        <p:sp>
          <p:nvSpPr>
            <p:cNvPr id="16" name="矩形 15">
              <a:extLst>
                <a:ext uri="{FF2B5EF4-FFF2-40B4-BE49-F238E27FC236}">
                  <a16:creationId xmlns:a16="http://schemas.microsoft.com/office/drawing/2014/main" id="{9FA9DAE2-C1EF-08C6-97FB-84C866E1B15F}"/>
                </a:ext>
              </a:extLst>
            </p:cNvPr>
            <p:cNvSpPr/>
            <p:nvPr/>
          </p:nvSpPr>
          <p:spPr>
            <a:xfrm>
              <a:off x="8229600" y="1876425"/>
              <a:ext cx="1076325" cy="2638425"/>
            </a:xfrm>
            <a:prstGeom prst="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文本框 3">
            <a:extLst>
              <a:ext uri="{FF2B5EF4-FFF2-40B4-BE49-F238E27FC236}">
                <a16:creationId xmlns:a16="http://schemas.microsoft.com/office/drawing/2014/main" id="{28A8C44F-1EDA-9E65-8D3C-60BFEFA222D6}"/>
              </a:ext>
            </a:extLst>
          </p:cNvPr>
          <p:cNvSpPr txBox="1"/>
          <p:nvPr/>
        </p:nvSpPr>
        <p:spPr>
          <a:xfrm>
            <a:off x="9019334" y="1301302"/>
            <a:ext cx="3004436" cy="4255396"/>
          </a:xfrm>
          <a:prstGeom prst="rect">
            <a:avLst/>
          </a:prstGeom>
          <a:noFill/>
        </p:spPr>
        <p:txBody>
          <a:bodyPr wrap="square">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0" lang="zh-CN" altLang="en-US" sz="14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基本情况：</a:t>
            </a:r>
            <a:endParaRPr kumimoji="0" lang="en-US" altLang="zh-CN" sz="14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endParaRPr>
          </a:p>
          <a:p>
            <a:pPr marR="0" lvl="0" algn="l" defTabSz="914400" rtl="0" eaLnBrk="1" fontAlgn="auto" latinLnBrk="0" hangingPunct="1">
              <a:lnSpc>
                <a:spcPct val="150000"/>
              </a:lnSpc>
              <a:spcBef>
                <a:spcPts val="0"/>
              </a:spcBef>
              <a:spcAft>
                <a:spcPts val="0"/>
              </a:spcAft>
              <a:buClrTx/>
              <a:buSzTx/>
              <a:tabLst/>
              <a:defRPr/>
            </a:pPr>
            <a:r>
              <a:rPr lang="en-US" altLang="zh-CN" sz="1400">
                <a:latin typeface="微软雅黑" panose="020B0503020204020204" pitchFamily="34" charset="-122"/>
                <a:ea typeface="微软雅黑" panose="020B0503020204020204" pitchFamily="34" charset="-122"/>
              </a:rPr>
              <a:t>4</a:t>
            </a:r>
            <a:r>
              <a:rPr lang="zh-CN" altLang="en-US" sz="1400">
                <a:latin typeface="微软雅黑" panose="020B0503020204020204" pitchFamily="34" charset="-122"/>
                <a:ea typeface="微软雅黑" panose="020B0503020204020204" pitchFamily="34" charset="-122"/>
              </a:rPr>
              <a:t>月</a:t>
            </a:r>
            <a:r>
              <a:rPr lang="en-US" altLang="zh-CN" sz="1400">
                <a:latin typeface="微软雅黑" panose="020B0503020204020204" pitchFamily="34" charset="-122"/>
                <a:ea typeface="微软雅黑" panose="020B0503020204020204" pitchFamily="34" charset="-122"/>
              </a:rPr>
              <a:t>7</a:t>
            </a:r>
            <a:r>
              <a:rPr lang="zh-CN" altLang="en-US" sz="1400">
                <a:latin typeface="微软雅黑" panose="020B0503020204020204" pitchFamily="34" charset="-122"/>
                <a:ea typeface="微软雅黑" panose="020B0503020204020204" pitchFamily="34" charset="-122"/>
              </a:rPr>
              <a:t>日</a:t>
            </a:r>
            <a:r>
              <a:rPr lang="en-US" altLang="zh-CN" sz="1400">
                <a:latin typeface="微软雅黑" panose="020B0503020204020204" pitchFamily="34" charset="-122"/>
                <a:ea typeface="微软雅黑" panose="020B0503020204020204" pitchFamily="34" charset="-122"/>
              </a:rPr>
              <a:t>0:00-2</a:t>
            </a:r>
            <a:r>
              <a:rPr lang="zh-CN" altLang="en-US" sz="1400">
                <a:latin typeface="微软雅黑" panose="020B0503020204020204" pitchFamily="34" charset="-122"/>
                <a:ea typeface="微软雅黑" panose="020B0503020204020204" pitchFamily="34" charset="-122"/>
              </a:rPr>
              <a:t>：</a:t>
            </a:r>
            <a:r>
              <a:rPr lang="en-US" altLang="zh-CN" sz="1400">
                <a:latin typeface="微软雅黑" panose="020B0503020204020204" pitchFamily="34" charset="-122"/>
                <a:ea typeface="微软雅黑" panose="020B0503020204020204" pitchFamily="34" charset="-122"/>
              </a:rPr>
              <a:t>40</a:t>
            </a:r>
            <a:r>
              <a:rPr lang="zh-CN" altLang="en-US" sz="1400">
                <a:latin typeface="微软雅黑" panose="020B0503020204020204" pitchFamily="34" charset="-122"/>
                <a:ea typeface="微软雅黑" panose="020B0503020204020204" pitchFamily="34" charset="-122"/>
              </a:rPr>
              <a:t>为红色区，</a:t>
            </a:r>
            <a:r>
              <a:rPr lang="en-US" altLang="zh-CN" sz="1400">
                <a:latin typeface="微软雅黑" panose="020B0503020204020204" pitchFamily="34" charset="-122"/>
                <a:ea typeface="微软雅黑" panose="020B0503020204020204" pitchFamily="34" charset="-122"/>
              </a:rPr>
              <a:t>2:45</a:t>
            </a:r>
            <a:r>
              <a:rPr lang="zh-CN" altLang="en-US" sz="1400">
                <a:latin typeface="微软雅黑" panose="020B0503020204020204" pitchFamily="34" charset="-122"/>
                <a:ea typeface="微软雅黑" panose="020B0503020204020204" pitchFamily="34" charset="-122"/>
              </a:rPr>
              <a:t>为绿色区；</a:t>
            </a:r>
            <a:r>
              <a:rPr lang="en-US" altLang="zh-CN" sz="1400">
                <a:latin typeface="微软雅黑" panose="020B0503020204020204" pitchFamily="34" charset="-122"/>
                <a:ea typeface="微软雅黑" panose="020B0503020204020204" pitchFamily="34" charset="-122"/>
              </a:rPr>
              <a:t>4</a:t>
            </a:r>
            <a:r>
              <a:rPr lang="zh-CN" altLang="en-US" sz="1400">
                <a:latin typeface="微软雅黑" panose="020B0503020204020204" pitchFamily="34" charset="-122"/>
                <a:ea typeface="微软雅黑" panose="020B0503020204020204" pitchFamily="34" charset="-122"/>
              </a:rPr>
              <a:t>月</a:t>
            </a:r>
            <a:r>
              <a:rPr lang="en-US" altLang="zh-CN" sz="1400">
                <a:latin typeface="微软雅黑" panose="020B0503020204020204" pitchFamily="34" charset="-122"/>
                <a:ea typeface="微软雅黑" panose="020B0503020204020204" pitchFamily="34" charset="-122"/>
              </a:rPr>
              <a:t>6</a:t>
            </a:r>
            <a:r>
              <a:rPr lang="zh-CN" altLang="en-US" sz="1400">
                <a:latin typeface="微软雅黑" panose="020B0503020204020204" pitchFamily="34" charset="-122"/>
                <a:ea typeface="微软雅黑" panose="020B0503020204020204" pitchFamily="34" charset="-122"/>
              </a:rPr>
              <a:t>日晚间价格预期良好，接近</a:t>
            </a:r>
            <a:r>
              <a:rPr lang="en-US" altLang="zh-CN" sz="1400">
                <a:latin typeface="微软雅黑" panose="020B0503020204020204" pitchFamily="34" charset="-122"/>
                <a:ea typeface="微软雅黑" panose="020B0503020204020204" pitchFamily="34" charset="-122"/>
              </a:rPr>
              <a:t>0</a:t>
            </a:r>
            <a:r>
              <a:rPr lang="zh-CN" altLang="en-US" sz="1400">
                <a:latin typeface="微软雅黑" panose="020B0503020204020204" pitchFamily="34" charset="-122"/>
                <a:ea typeface="微软雅黑" panose="020B0503020204020204" pitchFamily="34" charset="-122"/>
              </a:rPr>
              <a:t>点为红色区。</a:t>
            </a:r>
            <a:endParaRPr lang="en-US" altLang="zh-CN" sz="1400">
              <a:latin typeface="微软雅黑" panose="020B0503020204020204" pitchFamily="34" charset="-122"/>
              <a:ea typeface="微软雅黑" panose="020B0503020204020204" pitchFamily="34" charset="-122"/>
            </a:endParaRPr>
          </a:p>
          <a:p>
            <a:pPr marR="0" lvl="0" algn="l" defTabSz="914400" rtl="0" eaLnBrk="1" fontAlgn="auto" latinLnBrk="0" hangingPunct="1">
              <a:lnSpc>
                <a:spcPct val="150000"/>
              </a:lnSpc>
              <a:spcBef>
                <a:spcPts val="0"/>
              </a:spcBef>
              <a:spcAft>
                <a:spcPts val="0"/>
              </a:spcAft>
              <a:buClrTx/>
              <a:buSzTx/>
              <a:tabLst/>
              <a:defRPr/>
            </a:pPr>
            <a:r>
              <a:rPr lang="zh-CN" altLang="en-US" sz="1400">
                <a:latin typeface="微软雅黑" panose="020B0503020204020204" pitchFamily="34" charset="-122"/>
                <a:ea typeface="微软雅黑" panose="020B0503020204020204" pitchFamily="34" charset="-122"/>
              </a:rPr>
              <a:t>常规策略</a:t>
            </a:r>
            <a:r>
              <a:rPr lang="en-US" altLang="zh-CN" sz="1400">
                <a:latin typeface="微软雅黑" panose="020B0503020204020204" pitchFamily="34" charset="-122"/>
                <a:ea typeface="微软雅黑" panose="020B0503020204020204" pitchFamily="34" charset="-122"/>
              </a:rPr>
              <a:t>6</a:t>
            </a:r>
            <a:r>
              <a:rPr lang="zh-CN" altLang="en-US" sz="1400">
                <a:latin typeface="微软雅黑" panose="020B0503020204020204" pitchFamily="34" charset="-122"/>
                <a:ea typeface="微软雅黑" panose="020B0503020204020204" pitchFamily="34" charset="-122"/>
              </a:rPr>
              <a:t>号放完电，</a:t>
            </a:r>
            <a:r>
              <a:rPr lang="en-US" altLang="zh-CN" sz="1400">
                <a:latin typeface="微软雅黑" panose="020B0503020204020204" pitchFamily="34" charset="-122"/>
                <a:ea typeface="微软雅黑" panose="020B0503020204020204" pitchFamily="34" charset="-122"/>
              </a:rPr>
              <a:t>7</a:t>
            </a:r>
            <a:r>
              <a:rPr lang="zh-CN" altLang="en-US" sz="1400">
                <a:latin typeface="微软雅黑" panose="020B0503020204020204" pitchFamily="34" charset="-122"/>
                <a:ea typeface="微软雅黑" panose="020B0503020204020204" pitchFamily="34" charset="-122"/>
              </a:rPr>
              <a:t>号绿色区开始充电</a:t>
            </a:r>
            <a:endParaRPr lang="en-US" altLang="zh-CN" sz="1400">
              <a:latin typeface="微软雅黑" panose="020B0503020204020204" pitchFamily="34" charset="-122"/>
              <a:ea typeface="微软雅黑" panose="020B0503020204020204" pitchFamily="34" charset="-122"/>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lang="zh-CN" altLang="en-US" sz="1400" b="1">
                <a:latin typeface="微软雅黑" panose="020B0503020204020204" pitchFamily="34" charset="-122"/>
                <a:ea typeface="微软雅黑" panose="020B0503020204020204" pitchFamily="34" charset="-122"/>
              </a:rPr>
              <a:t>策略执行：</a:t>
            </a:r>
            <a:endParaRPr lang="en-US" altLang="zh-CN" sz="1400" b="1">
              <a:latin typeface="微软雅黑" panose="020B0503020204020204" pitchFamily="34" charset="-122"/>
              <a:ea typeface="微软雅黑" panose="020B0503020204020204" pitchFamily="34" charset="-122"/>
            </a:endParaRPr>
          </a:p>
          <a:p>
            <a:pPr marR="0" lvl="0" algn="l" defTabSz="914400" rtl="0" eaLnBrk="1" fontAlgn="auto" latinLnBrk="0" hangingPunct="1">
              <a:lnSpc>
                <a:spcPct val="150000"/>
              </a:lnSpc>
              <a:spcBef>
                <a:spcPts val="0"/>
              </a:spcBef>
              <a:spcAft>
                <a:spcPts val="0"/>
              </a:spcAft>
              <a:buClrTx/>
              <a:buSzTx/>
              <a:tabLst/>
              <a:defRPr/>
            </a:pPr>
            <a:r>
              <a:rPr kumimoji="0" lang="zh-CN" altLang="en-US" sz="1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通过</a:t>
            </a:r>
            <a:r>
              <a:rPr kumimoji="0" lang="en-US" altLang="zh-CN" sz="1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4</a:t>
            </a:r>
            <a:r>
              <a:rPr kumimoji="0" lang="zh-CN" altLang="en-US" sz="1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月</a:t>
            </a:r>
            <a:r>
              <a:rPr kumimoji="0" lang="en-US" altLang="zh-CN" sz="1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6</a:t>
            </a:r>
            <a:r>
              <a:rPr kumimoji="0" lang="zh-CN" altLang="en-US" sz="1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日</a:t>
            </a:r>
            <a:r>
              <a:rPr kumimoji="0" lang="zh-CN" altLang="en-US" sz="14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留电</a:t>
            </a:r>
            <a:r>
              <a:rPr kumimoji="0" lang="zh-CN" altLang="en-US" sz="1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a:t>
            </a:r>
            <a:r>
              <a:rPr kumimoji="0" lang="zh-CN" altLang="en-US" sz="14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精准捕捉“红切绿”价格畸变高峰区</a:t>
            </a:r>
            <a:r>
              <a:rPr kumimoji="0" lang="zh-CN" altLang="en-US" sz="1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，获得</a:t>
            </a:r>
            <a:r>
              <a:rPr kumimoji="0" lang="en-US" altLang="zh-CN" sz="1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1.5</a:t>
            </a:r>
            <a:r>
              <a:rPr kumimoji="0" lang="zh-CN" altLang="en-US" sz="1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元高价放电收益</a:t>
            </a:r>
            <a:endParaRPr kumimoji="0" lang="en-US" altLang="zh-CN" sz="1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0" lang="zh-CN" altLang="en-US" sz="14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执行结果：</a:t>
            </a:r>
            <a:endParaRPr kumimoji="0" lang="en-US" altLang="zh-CN" sz="14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endParaRPr>
          </a:p>
          <a:p>
            <a:pPr marR="0" lvl="0" algn="l" defTabSz="914400" rtl="0" eaLnBrk="1" fontAlgn="auto" latinLnBrk="0" hangingPunct="1">
              <a:lnSpc>
                <a:spcPct val="150000"/>
              </a:lnSpc>
              <a:spcBef>
                <a:spcPts val="0"/>
              </a:spcBef>
              <a:spcAft>
                <a:spcPts val="0"/>
              </a:spcAft>
              <a:buClrTx/>
              <a:buSzTx/>
              <a:tabLst/>
              <a:defRPr/>
            </a:pPr>
            <a:r>
              <a:rPr kumimoji="0" lang="zh-CN" altLang="en-US" sz="1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当日全网</a:t>
            </a:r>
            <a:r>
              <a:rPr kumimoji="0" lang="en-US" altLang="zh-CN" sz="1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2</a:t>
            </a:r>
            <a:r>
              <a:rPr kumimoji="0" lang="zh-CN" altLang="en-US" sz="1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家执行该策略，最终收益排名为当日的</a:t>
            </a:r>
            <a:r>
              <a:rPr kumimoji="0" lang="en-US" altLang="zh-CN" sz="14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1</a:t>
            </a:r>
            <a:r>
              <a:rPr kumimoji="0" lang="zh-CN" altLang="en-US" sz="14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a:t>
            </a:r>
            <a:r>
              <a:rPr kumimoji="0" lang="en-US" altLang="zh-CN" sz="14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2</a:t>
            </a:r>
            <a:endParaRPr kumimoji="0" lang="zh-CN" altLang="en-US" sz="14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7073381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8ADCB-3C98-8570-99CE-1EC7341B072B}"/>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46E15CFC-5439-25A6-490D-1B21B5330FED}"/>
              </a:ext>
            </a:extLst>
          </p:cNvPr>
          <p:cNvSpPr/>
          <p:nvPr/>
        </p:nvSpPr>
        <p:spPr>
          <a:xfrm>
            <a:off x="0" y="0"/>
            <a:ext cx="12192000" cy="574177"/>
          </a:xfrm>
          <a:prstGeom prst="rect">
            <a:avLst/>
          </a:prstGeom>
          <a:solidFill>
            <a:srgbClr val="3B3B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DengXian"/>
              <a:ea typeface="DengXian" panose="02010600030101010101" pitchFamily="2" charset="-122"/>
              <a:cs typeface="+mn-cs"/>
            </a:endParaRPr>
          </a:p>
        </p:txBody>
      </p:sp>
      <p:sp>
        <p:nvSpPr>
          <p:cNvPr id="6" name="文本框 5">
            <a:extLst>
              <a:ext uri="{FF2B5EF4-FFF2-40B4-BE49-F238E27FC236}">
                <a16:creationId xmlns:a16="http://schemas.microsoft.com/office/drawing/2014/main" id="{ED49A050-5DE6-5B94-301C-9D82ED61427F}"/>
              </a:ext>
            </a:extLst>
          </p:cNvPr>
          <p:cNvSpPr txBox="1"/>
          <p:nvPr/>
        </p:nvSpPr>
        <p:spPr>
          <a:xfrm>
            <a:off x="126998" y="102938"/>
            <a:ext cx="7931151" cy="369332"/>
          </a:xfrm>
          <a:prstGeom prst="rect">
            <a:avLst/>
          </a:prstGeom>
          <a:noFill/>
        </p:spPr>
        <p:txBody>
          <a:bodyPr wrap="square" rtlCol="0">
            <a:spAutoFit/>
          </a:bodyPr>
          <a:lstStyle/>
          <a:p>
            <a:pPr lvl="0">
              <a:defRPr/>
            </a:pPr>
            <a:r>
              <a:rPr lang="en-US" altLang="zh-CN">
                <a:solidFill>
                  <a:schemeClr val="bg1"/>
                </a:solidFill>
                <a:latin typeface="微软雅黑" panose="020B0503020204020204" pitchFamily="34" charset="-122"/>
                <a:ea typeface="微软雅黑" panose="020B0503020204020204" pitchFamily="34" charset="-122"/>
              </a:rPr>
              <a:t>5. </a:t>
            </a:r>
            <a:r>
              <a:rPr lang="zh-CN" altLang="en-US">
                <a:solidFill>
                  <a:schemeClr val="bg1"/>
                </a:solidFill>
                <a:latin typeface="微软雅黑" panose="020B0503020204020204" pitchFamily="34" charset="-122"/>
                <a:ea typeface="微软雅黑" panose="020B0503020204020204" pitchFamily="34" charset="-122"/>
              </a:rPr>
              <a:t>影响收益的主要因素分析 </a:t>
            </a:r>
            <a:r>
              <a:rPr lang="en-US" altLang="zh-CN">
                <a:solidFill>
                  <a:schemeClr val="bg1"/>
                </a:solidFill>
                <a:latin typeface="微软雅黑" panose="020B0503020204020204" pitchFamily="34" charset="-122"/>
                <a:ea typeface="微软雅黑" panose="020B0503020204020204" pitchFamily="34" charset="-122"/>
              </a:rPr>
              <a:t>- </a:t>
            </a:r>
            <a:r>
              <a:rPr lang="zh-CN" altLang="en-US">
                <a:solidFill>
                  <a:prstClr val="white"/>
                </a:solidFill>
                <a:latin typeface="微软雅黑" panose="020B0503020204020204" pitchFamily="34" charset="-122"/>
                <a:ea typeface="微软雅黑" panose="020B0503020204020204" pitchFamily="34" charset="-122"/>
              </a:rPr>
              <a:t>捕获价差提高策略</a:t>
            </a:r>
            <a:r>
              <a:rPr lang="en-US" altLang="zh-CN">
                <a:solidFill>
                  <a:prstClr val="white"/>
                </a:solidFill>
                <a:latin typeface="微软雅黑" panose="020B0503020204020204" pitchFamily="34" charset="-122"/>
                <a:ea typeface="微软雅黑" panose="020B0503020204020204" pitchFamily="34" charset="-122"/>
              </a:rPr>
              <a:t> Case3: </a:t>
            </a:r>
            <a:r>
              <a:rPr lang="zh-CN" altLang="en-US">
                <a:solidFill>
                  <a:prstClr val="white"/>
                </a:solidFill>
                <a:latin typeface="微软雅黑" panose="020B0503020204020204" pitchFamily="34" charset="-122"/>
                <a:ea typeface="微软雅黑" panose="020B0503020204020204" pitchFamily="34" charset="-122"/>
              </a:rPr>
              <a:t>短充短放策略</a:t>
            </a: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pic>
        <p:nvPicPr>
          <p:cNvPr id="15" name="图片 14">
            <a:extLst>
              <a:ext uri="{FF2B5EF4-FFF2-40B4-BE49-F238E27FC236}">
                <a16:creationId xmlns:a16="http://schemas.microsoft.com/office/drawing/2014/main" id="{32115A37-727E-F399-B3E4-F1828380CBC9}"/>
              </a:ext>
            </a:extLst>
          </p:cNvPr>
          <p:cNvPicPr>
            <a:picLocks noChangeAspect="1"/>
          </p:cNvPicPr>
          <p:nvPr/>
        </p:nvPicPr>
        <p:blipFill>
          <a:blip r:embed="rId3"/>
          <a:stretch>
            <a:fillRect/>
          </a:stretch>
        </p:blipFill>
        <p:spPr>
          <a:xfrm>
            <a:off x="406400" y="1270033"/>
            <a:ext cx="8089900" cy="4109180"/>
          </a:xfrm>
          <a:prstGeom prst="rect">
            <a:avLst/>
          </a:prstGeom>
        </p:spPr>
      </p:pic>
      <p:sp>
        <p:nvSpPr>
          <p:cNvPr id="3" name="文本框 2">
            <a:extLst>
              <a:ext uri="{FF2B5EF4-FFF2-40B4-BE49-F238E27FC236}">
                <a16:creationId xmlns:a16="http://schemas.microsoft.com/office/drawing/2014/main" id="{6D80057C-8C3B-89B1-19D2-FDB0C8A48DCB}"/>
              </a:ext>
            </a:extLst>
          </p:cNvPr>
          <p:cNvSpPr txBox="1"/>
          <p:nvPr/>
        </p:nvSpPr>
        <p:spPr>
          <a:xfrm>
            <a:off x="8582025" y="1366048"/>
            <a:ext cx="3067050" cy="3285900"/>
          </a:xfrm>
          <a:prstGeom prst="rect">
            <a:avLst/>
          </a:prstGeom>
          <a:noFill/>
        </p:spPr>
        <p:txBody>
          <a:bodyPr wrap="square">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0" lang="zh-CN" altLang="en-US" sz="14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基本情况：</a:t>
            </a:r>
            <a:endParaRPr kumimoji="0" lang="en-US" altLang="zh-CN" sz="14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endParaRPr>
          </a:p>
          <a:p>
            <a:pPr marR="0" lvl="0" algn="l" defTabSz="914400" rtl="0" eaLnBrk="1" fontAlgn="auto" latinLnBrk="0" hangingPunct="1">
              <a:lnSpc>
                <a:spcPct val="150000"/>
              </a:lnSpc>
              <a:spcBef>
                <a:spcPts val="0"/>
              </a:spcBef>
              <a:spcAft>
                <a:spcPts val="0"/>
              </a:spcAft>
              <a:buClrTx/>
              <a:buSzTx/>
              <a:tabLst/>
              <a:defRPr/>
            </a:pPr>
            <a:r>
              <a:rPr kumimoji="0" lang="zh-CN" altLang="en-US" sz="1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在</a:t>
            </a:r>
            <a:r>
              <a:rPr kumimoji="0" lang="en-US" altLang="zh-CN" sz="1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4</a:t>
            </a:r>
            <a:r>
              <a:rPr lang="zh-CN" altLang="en-US" sz="1400">
                <a:latin typeface="微软雅黑" panose="020B0503020204020204" pitchFamily="34" charset="-122"/>
                <a:ea typeface="微软雅黑" panose="020B0503020204020204" pitchFamily="34" charset="-122"/>
              </a:rPr>
              <a:t>月</a:t>
            </a:r>
            <a:r>
              <a:rPr lang="en-US" altLang="zh-CN" sz="1400">
                <a:latin typeface="微软雅黑" panose="020B0503020204020204" pitchFamily="34" charset="-122"/>
                <a:ea typeface="微软雅黑" panose="020B0503020204020204" pitchFamily="34" charset="-122"/>
              </a:rPr>
              <a:t>9</a:t>
            </a:r>
            <a:r>
              <a:rPr lang="zh-CN" altLang="en-US" sz="1400">
                <a:latin typeface="微软雅黑" panose="020B0503020204020204" pitchFamily="34" charset="-122"/>
                <a:ea typeface="微软雅黑" panose="020B0503020204020204" pitchFamily="34" charset="-122"/>
              </a:rPr>
              <a:t>日的早上，采用</a:t>
            </a:r>
            <a:r>
              <a:rPr lang="en-US" altLang="zh-CN" sz="1400">
                <a:latin typeface="微软雅黑" panose="020B0503020204020204" pitchFamily="34" charset="-122"/>
                <a:ea typeface="微软雅黑" panose="020B0503020204020204" pitchFamily="34" charset="-122"/>
              </a:rPr>
              <a:t>1</a:t>
            </a:r>
            <a:r>
              <a:rPr lang="zh-CN" altLang="en-US" sz="1400">
                <a:latin typeface="微软雅黑" panose="020B0503020204020204" pitchFamily="34" charset="-122"/>
                <a:ea typeface="微软雅黑" panose="020B0503020204020204" pitchFamily="34" charset="-122"/>
              </a:rPr>
              <a:t>小时充放的短充、短放策略，尽量避免价格阶梯性下降带来的充放价格倒挂</a:t>
            </a:r>
            <a:endParaRPr lang="en-US" altLang="zh-CN" sz="1400">
              <a:latin typeface="微软雅黑" panose="020B0503020204020204" pitchFamily="34" charset="-122"/>
              <a:ea typeface="微软雅黑" panose="020B0503020204020204" pitchFamily="34" charset="-122"/>
            </a:endParaRPr>
          </a:p>
          <a:p>
            <a:pPr marR="0" lvl="0" algn="l" defTabSz="914400" rtl="0" eaLnBrk="1" fontAlgn="auto" latinLnBrk="0" hangingPunct="1">
              <a:lnSpc>
                <a:spcPct val="150000"/>
              </a:lnSpc>
              <a:spcBef>
                <a:spcPts val="0"/>
              </a:spcBef>
              <a:spcAft>
                <a:spcPts val="0"/>
              </a:spcAft>
              <a:buClrTx/>
              <a:buSzTx/>
              <a:tabLst/>
              <a:defRPr/>
            </a:pPr>
            <a:endParaRPr kumimoji="0" lang="en-US" altLang="zh-CN" sz="1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endParaRPr>
          </a:p>
          <a:p>
            <a:pPr marR="0" lvl="0" algn="l" defTabSz="914400" rtl="0" eaLnBrk="1" fontAlgn="auto" latinLnBrk="0" hangingPunct="1">
              <a:lnSpc>
                <a:spcPct val="150000"/>
              </a:lnSpc>
              <a:spcBef>
                <a:spcPts val="0"/>
              </a:spcBef>
              <a:spcAft>
                <a:spcPts val="0"/>
              </a:spcAft>
              <a:buClrTx/>
              <a:buSzTx/>
              <a:tabLst/>
              <a:defRPr/>
            </a:pPr>
            <a:endParaRPr kumimoji="0" lang="en-US" altLang="zh-CN" sz="1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0" lang="zh-CN" altLang="en-US" sz="14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执行结果：</a:t>
            </a:r>
            <a:endParaRPr kumimoji="0" lang="en-US" altLang="zh-CN" sz="14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endParaRPr>
          </a:p>
          <a:p>
            <a:pPr marR="0" lvl="0" algn="l" defTabSz="914400" rtl="0" eaLnBrk="1" fontAlgn="auto" latinLnBrk="0" hangingPunct="1">
              <a:lnSpc>
                <a:spcPct val="150000"/>
              </a:lnSpc>
              <a:spcBef>
                <a:spcPts val="0"/>
              </a:spcBef>
              <a:spcAft>
                <a:spcPts val="0"/>
              </a:spcAft>
              <a:buClrTx/>
              <a:buSzTx/>
              <a:tabLst/>
              <a:defRPr/>
            </a:pPr>
            <a:r>
              <a:rPr kumimoji="0" lang="zh-CN" altLang="en-US" sz="1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当天收益排名巴盟和泰垚鑫均列前</a:t>
            </a:r>
            <a:r>
              <a:rPr kumimoji="0" lang="en-US" altLang="zh-CN" sz="1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10</a:t>
            </a:r>
            <a:r>
              <a:rPr kumimoji="0" lang="zh-CN" altLang="en-US" sz="1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a:t>
            </a:r>
            <a:endParaRPr kumimoji="0" lang="en-US" altLang="zh-CN" sz="1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endParaRPr>
          </a:p>
          <a:p>
            <a:pPr marR="0" lvl="0" algn="l" defTabSz="914400" rtl="0" eaLnBrk="1" fontAlgn="auto" latinLnBrk="0" hangingPunct="1">
              <a:lnSpc>
                <a:spcPct val="150000"/>
              </a:lnSpc>
              <a:spcBef>
                <a:spcPts val="0"/>
              </a:spcBef>
              <a:spcAft>
                <a:spcPts val="0"/>
              </a:spcAft>
              <a:buClrTx/>
              <a:buSzTx/>
              <a:tabLst/>
              <a:defRPr/>
            </a:pPr>
            <a:r>
              <a:rPr kumimoji="0" lang="zh-CN" altLang="en-US" sz="14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泰垚鑫大量在三月采用此策略，三月收益排名全网第一</a:t>
            </a:r>
          </a:p>
        </p:txBody>
      </p:sp>
      <p:sp>
        <p:nvSpPr>
          <p:cNvPr id="4" name="矩形 3">
            <a:extLst>
              <a:ext uri="{FF2B5EF4-FFF2-40B4-BE49-F238E27FC236}">
                <a16:creationId xmlns:a16="http://schemas.microsoft.com/office/drawing/2014/main" id="{EF7AFED9-723A-26D1-82A6-10010BD5BE83}"/>
              </a:ext>
            </a:extLst>
          </p:cNvPr>
          <p:cNvSpPr/>
          <p:nvPr/>
        </p:nvSpPr>
        <p:spPr>
          <a:xfrm>
            <a:off x="6191250" y="1781176"/>
            <a:ext cx="2133600" cy="3381374"/>
          </a:xfrm>
          <a:prstGeom prst="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2133203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6710B-87CF-2BFF-500B-EA68C5F764DC}"/>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3AE4F54E-9720-A482-31A4-909FFC90A73B}"/>
              </a:ext>
            </a:extLst>
          </p:cNvPr>
          <p:cNvSpPr/>
          <p:nvPr/>
        </p:nvSpPr>
        <p:spPr>
          <a:xfrm>
            <a:off x="0" y="0"/>
            <a:ext cx="12192000" cy="574177"/>
          </a:xfrm>
          <a:prstGeom prst="rect">
            <a:avLst/>
          </a:prstGeom>
          <a:solidFill>
            <a:srgbClr val="3B3B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DengXian"/>
              <a:ea typeface="DengXian" panose="02010600030101010101" pitchFamily="2" charset="-122"/>
              <a:cs typeface="+mn-cs"/>
            </a:endParaRPr>
          </a:p>
        </p:txBody>
      </p:sp>
      <p:sp>
        <p:nvSpPr>
          <p:cNvPr id="6" name="文本框 5">
            <a:extLst>
              <a:ext uri="{FF2B5EF4-FFF2-40B4-BE49-F238E27FC236}">
                <a16:creationId xmlns:a16="http://schemas.microsoft.com/office/drawing/2014/main" id="{8C0C9036-F598-0926-07D4-E4A28EDC1DD8}"/>
              </a:ext>
            </a:extLst>
          </p:cNvPr>
          <p:cNvSpPr txBox="1"/>
          <p:nvPr/>
        </p:nvSpPr>
        <p:spPr>
          <a:xfrm>
            <a:off x="126998" y="102938"/>
            <a:ext cx="10896601" cy="369332"/>
          </a:xfrm>
          <a:prstGeom prst="rect">
            <a:avLst/>
          </a:prstGeom>
          <a:noFill/>
        </p:spPr>
        <p:txBody>
          <a:bodyPr wrap="square" rtlCol="0">
            <a:spAutoFit/>
          </a:bodyPr>
          <a:lstStyle/>
          <a:p>
            <a:pPr lvl="0">
              <a:defRPr/>
            </a:pPr>
            <a:r>
              <a:rPr lang="en-US" altLang="zh-CN">
                <a:solidFill>
                  <a:schemeClr val="bg1"/>
                </a:solidFill>
                <a:latin typeface="微软雅黑" panose="020B0503020204020204" pitchFamily="34" charset="-122"/>
                <a:ea typeface="微软雅黑" panose="020B0503020204020204" pitchFamily="34" charset="-122"/>
              </a:rPr>
              <a:t>5. </a:t>
            </a:r>
            <a:r>
              <a:rPr lang="zh-CN" altLang="en-US">
                <a:solidFill>
                  <a:schemeClr val="bg1"/>
                </a:solidFill>
                <a:latin typeface="微软雅黑" panose="020B0503020204020204" pitchFamily="34" charset="-122"/>
                <a:ea typeface="微软雅黑" panose="020B0503020204020204" pitchFamily="34" charset="-122"/>
              </a:rPr>
              <a:t>影响收益的主要因素分析 </a:t>
            </a:r>
            <a:r>
              <a:rPr lang="en-US" altLang="zh-CN">
                <a:solidFill>
                  <a:schemeClr val="bg1"/>
                </a:solidFill>
                <a:latin typeface="微软雅黑" panose="020B0503020204020204" pitchFamily="34" charset="-122"/>
                <a:ea typeface="微软雅黑" panose="020B0503020204020204" pitchFamily="34" charset="-122"/>
              </a:rPr>
              <a:t>- </a:t>
            </a:r>
            <a:r>
              <a:rPr lang="zh-CN" altLang="en-US">
                <a:solidFill>
                  <a:prstClr val="white"/>
                </a:solidFill>
                <a:latin typeface="微软雅黑" panose="020B0503020204020204" pitchFamily="34" charset="-122"/>
                <a:ea typeface="微软雅黑" panose="020B0503020204020204" pitchFamily="34" charset="-122"/>
              </a:rPr>
              <a:t>捕获价差提高策略</a:t>
            </a:r>
            <a:r>
              <a:rPr lang="en-US" altLang="zh-CN">
                <a:solidFill>
                  <a:prstClr val="white"/>
                </a:solidFill>
                <a:latin typeface="微软雅黑" panose="020B0503020204020204" pitchFamily="34" charset="-122"/>
                <a:ea typeface="微软雅黑" panose="020B0503020204020204" pitchFamily="34" charset="-122"/>
              </a:rPr>
              <a:t> Case4: </a:t>
            </a:r>
            <a:r>
              <a:rPr lang="zh-CN" altLang="en-US">
                <a:solidFill>
                  <a:prstClr val="white"/>
                </a:solidFill>
                <a:latin typeface="微软雅黑" panose="020B0503020204020204" pitchFamily="34" charset="-122"/>
                <a:ea typeface="微软雅黑" panose="020B0503020204020204" pitchFamily="34" charset="-122"/>
              </a:rPr>
              <a:t>多场站配合策略</a:t>
            </a:r>
          </a:p>
        </p:txBody>
      </p:sp>
      <p:pic>
        <p:nvPicPr>
          <p:cNvPr id="4" name="图片 3">
            <a:extLst>
              <a:ext uri="{FF2B5EF4-FFF2-40B4-BE49-F238E27FC236}">
                <a16:creationId xmlns:a16="http://schemas.microsoft.com/office/drawing/2014/main" id="{E20969F8-BE9F-D657-A2A2-F03DE88CEA56}"/>
              </a:ext>
            </a:extLst>
          </p:cNvPr>
          <p:cNvPicPr>
            <a:picLocks noChangeAspect="1"/>
          </p:cNvPicPr>
          <p:nvPr/>
        </p:nvPicPr>
        <p:blipFill>
          <a:blip r:embed="rId3"/>
          <a:stretch>
            <a:fillRect/>
          </a:stretch>
        </p:blipFill>
        <p:spPr>
          <a:xfrm>
            <a:off x="200025" y="1157779"/>
            <a:ext cx="8315325" cy="3985721"/>
          </a:xfrm>
          <a:prstGeom prst="rect">
            <a:avLst/>
          </a:prstGeom>
        </p:spPr>
      </p:pic>
      <p:sp>
        <p:nvSpPr>
          <p:cNvPr id="3" name="文本框 2">
            <a:extLst>
              <a:ext uri="{FF2B5EF4-FFF2-40B4-BE49-F238E27FC236}">
                <a16:creationId xmlns:a16="http://schemas.microsoft.com/office/drawing/2014/main" id="{A80FB903-5317-3CD7-1185-B4F2C14AAA5E}"/>
              </a:ext>
            </a:extLst>
          </p:cNvPr>
          <p:cNvSpPr txBox="1"/>
          <p:nvPr/>
        </p:nvSpPr>
        <p:spPr>
          <a:xfrm>
            <a:off x="8582025" y="1366048"/>
            <a:ext cx="3067050" cy="3609065"/>
          </a:xfrm>
          <a:prstGeom prst="rect">
            <a:avLst/>
          </a:prstGeom>
          <a:noFill/>
        </p:spPr>
        <p:txBody>
          <a:bodyPr wrap="square">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0" lang="zh-CN" altLang="en-US" sz="14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基本情况：</a:t>
            </a:r>
            <a:endParaRPr kumimoji="0" lang="en-US" altLang="zh-CN" sz="14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endParaRPr>
          </a:p>
          <a:p>
            <a:pPr marR="0" lvl="0" algn="l" defTabSz="914400" rtl="0" eaLnBrk="1" fontAlgn="auto" latinLnBrk="0" hangingPunct="1">
              <a:lnSpc>
                <a:spcPct val="150000"/>
              </a:lnSpc>
              <a:spcBef>
                <a:spcPts val="0"/>
              </a:spcBef>
              <a:spcAft>
                <a:spcPts val="0"/>
              </a:spcAft>
              <a:buClrTx/>
              <a:buSzTx/>
              <a:tabLst/>
              <a:defRPr/>
            </a:pPr>
            <a:r>
              <a:rPr kumimoji="0" lang="en-US" altLang="zh-CN" sz="1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4</a:t>
            </a:r>
            <a:r>
              <a:rPr lang="zh-CN" altLang="en-US" sz="1400">
                <a:latin typeface="微软雅黑" panose="020B0503020204020204" pitchFamily="34" charset="-122"/>
                <a:ea typeface="微软雅黑" panose="020B0503020204020204" pitchFamily="34" charset="-122"/>
              </a:rPr>
              <a:t>月</a:t>
            </a:r>
            <a:r>
              <a:rPr lang="en-US" altLang="zh-CN" sz="1400">
                <a:latin typeface="微软雅黑" panose="020B0503020204020204" pitchFamily="34" charset="-122"/>
                <a:ea typeface="微软雅黑" panose="020B0503020204020204" pitchFamily="34" charset="-122"/>
              </a:rPr>
              <a:t>9</a:t>
            </a:r>
            <a:r>
              <a:rPr lang="zh-CN" altLang="en-US" sz="1400">
                <a:latin typeface="微软雅黑" panose="020B0503020204020204" pitchFamily="34" charset="-122"/>
                <a:ea typeface="微软雅黑" panose="020B0503020204020204" pitchFamily="34" charset="-122"/>
              </a:rPr>
              <a:t>日小储留电约</a:t>
            </a:r>
            <a:r>
              <a:rPr lang="en-US" altLang="zh-CN" sz="1400">
                <a:latin typeface="微软雅黑" panose="020B0503020204020204" pitchFamily="34" charset="-122"/>
                <a:ea typeface="微软雅黑" panose="020B0503020204020204" pitchFamily="34" charset="-122"/>
              </a:rPr>
              <a:t>15%</a:t>
            </a:r>
            <a:r>
              <a:rPr lang="zh-CN" altLang="en-US" sz="1400">
                <a:latin typeface="微软雅黑" panose="020B0503020204020204" pitchFamily="34" charset="-122"/>
                <a:ea typeface="微软雅黑" panose="020B0503020204020204" pitchFamily="34" charset="-122"/>
              </a:rPr>
              <a:t>，在</a:t>
            </a:r>
            <a:r>
              <a:rPr lang="en-US" altLang="zh-CN" sz="1400">
                <a:latin typeface="微软雅黑" panose="020B0503020204020204" pitchFamily="34" charset="-122"/>
                <a:ea typeface="微软雅黑" panose="020B0503020204020204" pitchFamily="34" charset="-122"/>
              </a:rPr>
              <a:t>4</a:t>
            </a:r>
            <a:r>
              <a:rPr lang="zh-CN" altLang="en-US" sz="1400">
                <a:latin typeface="微软雅黑" panose="020B0503020204020204" pitchFamily="34" charset="-122"/>
                <a:ea typeface="微软雅黑" panose="020B0503020204020204" pitchFamily="34" charset="-122"/>
              </a:rPr>
              <a:t>月</a:t>
            </a:r>
            <a:r>
              <a:rPr lang="en-US" altLang="zh-CN" sz="1400">
                <a:latin typeface="微软雅黑" panose="020B0503020204020204" pitchFamily="34" charset="-122"/>
                <a:ea typeface="微软雅黑" panose="020B0503020204020204" pitchFamily="34" charset="-122"/>
              </a:rPr>
              <a:t>10</a:t>
            </a:r>
            <a:r>
              <a:rPr lang="zh-CN" altLang="en-US" sz="1400">
                <a:latin typeface="微软雅黑" panose="020B0503020204020204" pitchFamily="34" charset="-122"/>
                <a:ea typeface="微软雅黑" panose="020B0503020204020204" pitchFamily="34" charset="-122"/>
              </a:rPr>
              <a:t>日早上配合大储放电，基本实现大储充、小储放的策略。</a:t>
            </a:r>
            <a:endParaRPr lang="en-US" altLang="zh-CN" sz="1400">
              <a:latin typeface="微软雅黑" panose="020B0503020204020204" pitchFamily="34" charset="-122"/>
              <a:ea typeface="微软雅黑" panose="020B0503020204020204" pitchFamily="34" charset="-122"/>
            </a:endParaRPr>
          </a:p>
          <a:p>
            <a:pPr marR="0" lvl="0" algn="l" defTabSz="914400" rtl="0" eaLnBrk="1" fontAlgn="auto" latinLnBrk="0" hangingPunct="1">
              <a:lnSpc>
                <a:spcPct val="150000"/>
              </a:lnSpc>
              <a:spcBef>
                <a:spcPts val="0"/>
              </a:spcBef>
              <a:spcAft>
                <a:spcPts val="0"/>
              </a:spcAft>
              <a:buClrTx/>
              <a:buSzTx/>
              <a:tabLst/>
              <a:defRPr/>
            </a:pPr>
            <a:endParaRPr lang="en-US" altLang="zh-CN" sz="1400">
              <a:latin typeface="微软雅黑" panose="020B0503020204020204" pitchFamily="34" charset="-122"/>
              <a:ea typeface="微软雅黑" panose="020B0503020204020204" pitchFamily="34" charset="-122"/>
            </a:endParaRPr>
          </a:p>
          <a:p>
            <a:pPr marR="0" lvl="0" algn="l" defTabSz="914400" rtl="0" eaLnBrk="1" fontAlgn="auto" latinLnBrk="0" hangingPunct="1">
              <a:lnSpc>
                <a:spcPct val="150000"/>
              </a:lnSpc>
              <a:spcBef>
                <a:spcPts val="0"/>
              </a:spcBef>
              <a:spcAft>
                <a:spcPts val="0"/>
              </a:spcAft>
              <a:buClrTx/>
              <a:buSzTx/>
              <a:tabLst/>
              <a:defRPr/>
            </a:pPr>
            <a:endParaRPr lang="en-US" altLang="zh-CN" sz="1400">
              <a:latin typeface="微软雅黑" panose="020B0503020204020204" pitchFamily="34" charset="-122"/>
              <a:ea typeface="微软雅黑" panose="020B0503020204020204" pitchFamily="34" charset="-122"/>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0" lang="zh-CN" altLang="en-US" sz="14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执行结果：</a:t>
            </a:r>
            <a:endParaRPr kumimoji="0" lang="en-US" altLang="zh-CN" sz="14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endParaRPr>
          </a:p>
          <a:p>
            <a:pPr lvl="0">
              <a:lnSpc>
                <a:spcPct val="150000"/>
              </a:lnSpc>
              <a:defRPr/>
            </a:pPr>
            <a:r>
              <a:rPr lang="zh-CN" altLang="en-US" sz="1400">
                <a:latin typeface="微软雅黑" panose="020B0503020204020204" pitchFamily="34" charset="-122"/>
                <a:ea typeface="微软雅黑" panose="020B0503020204020204" pitchFamily="34" charset="-122"/>
              </a:rPr>
              <a:t>该策略还在论证调整中，当前问题：</a:t>
            </a:r>
            <a:endParaRPr lang="en-US" altLang="zh-CN" sz="1400">
              <a:latin typeface="微软雅黑" panose="020B0503020204020204" pitchFamily="34" charset="-122"/>
              <a:ea typeface="微软雅黑" panose="020B0503020204020204" pitchFamily="34" charset="-122"/>
            </a:endParaRPr>
          </a:p>
          <a:p>
            <a:pPr lvl="0">
              <a:lnSpc>
                <a:spcPct val="150000"/>
              </a:lnSpc>
              <a:defRPr/>
            </a:pPr>
            <a:r>
              <a:rPr lang="zh-CN" altLang="en-US" sz="1400">
                <a:latin typeface="微软雅黑" panose="020B0503020204020204" pitchFamily="34" charset="-122"/>
                <a:ea typeface="微软雅黑" panose="020B0503020204020204" pitchFamily="34" charset="-122"/>
              </a:rPr>
              <a:t>小储充电时段缩小，为了拉满充电量不得已将在倒挂区充放。</a:t>
            </a:r>
            <a:endParaRPr lang="en-US" altLang="zh-CN" sz="1400">
              <a:latin typeface="微软雅黑" panose="020B0503020204020204" pitchFamily="34" charset="-122"/>
              <a:ea typeface="微软雅黑" panose="020B0503020204020204" pitchFamily="34" charset="-122"/>
            </a:endParaRPr>
          </a:p>
          <a:p>
            <a:pPr marR="0" lvl="0" algn="l" defTabSz="914400" rtl="0" eaLnBrk="1" fontAlgn="auto" latinLnBrk="0" hangingPunct="1">
              <a:lnSpc>
                <a:spcPct val="150000"/>
              </a:lnSpc>
              <a:spcBef>
                <a:spcPts val="0"/>
              </a:spcBef>
              <a:spcAft>
                <a:spcPts val="0"/>
              </a:spcAft>
              <a:buClrTx/>
              <a:buSzTx/>
              <a:tabLst/>
              <a:defRPr/>
            </a:pPr>
            <a:endParaRPr kumimoji="0" lang="zh-CN" altLang="en-US" sz="14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endParaRPr>
          </a:p>
        </p:txBody>
      </p:sp>
      <p:sp>
        <p:nvSpPr>
          <p:cNvPr id="5" name="矩形 4">
            <a:extLst>
              <a:ext uri="{FF2B5EF4-FFF2-40B4-BE49-F238E27FC236}">
                <a16:creationId xmlns:a16="http://schemas.microsoft.com/office/drawing/2014/main" id="{B1F3905D-E4CB-622C-CB57-6D9637EA7AAA}"/>
              </a:ext>
            </a:extLst>
          </p:cNvPr>
          <p:cNvSpPr/>
          <p:nvPr/>
        </p:nvSpPr>
        <p:spPr>
          <a:xfrm>
            <a:off x="5610224" y="1459952"/>
            <a:ext cx="2562225" cy="3381374"/>
          </a:xfrm>
          <a:prstGeom prst="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751695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6FF1A-0DF5-8CAA-C3E7-72C7C9A26B61}"/>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C515BECB-E828-6272-1A26-E0024329146D}"/>
              </a:ext>
            </a:extLst>
          </p:cNvPr>
          <p:cNvSpPr/>
          <p:nvPr/>
        </p:nvSpPr>
        <p:spPr>
          <a:xfrm>
            <a:off x="0" y="0"/>
            <a:ext cx="12192000" cy="574177"/>
          </a:xfrm>
          <a:prstGeom prst="rect">
            <a:avLst/>
          </a:prstGeom>
          <a:solidFill>
            <a:srgbClr val="3B3B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DengXian"/>
              <a:ea typeface="DengXian" panose="02010600030101010101" pitchFamily="2" charset="-122"/>
              <a:cs typeface="+mn-cs"/>
            </a:endParaRPr>
          </a:p>
        </p:txBody>
      </p:sp>
      <p:sp>
        <p:nvSpPr>
          <p:cNvPr id="8" name="文本框 7">
            <a:extLst>
              <a:ext uri="{FF2B5EF4-FFF2-40B4-BE49-F238E27FC236}">
                <a16:creationId xmlns:a16="http://schemas.microsoft.com/office/drawing/2014/main" id="{655ED87C-EAEF-6290-DE06-B6FDB9146474}"/>
              </a:ext>
            </a:extLst>
          </p:cNvPr>
          <p:cNvSpPr txBox="1"/>
          <p:nvPr/>
        </p:nvSpPr>
        <p:spPr>
          <a:xfrm>
            <a:off x="126998" y="102938"/>
            <a:ext cx="10588627" cy="369332"/>
          </a:xfrm>
          <a:prstGeom prst="rect">
            <a:avLst/>
          </a:prstGeom>
          <a:noFill/>
        </p:spPr>
        <p:txBody>
          <a:bodyPr wrap="square" rtlCol="0">
            <a:spAutoFit/>
          </a:bodyPr>
          <a:lstStyle/>
          <a:p>
            <a:pPr lvl="0">
              <a:defRPr/>
            </a:pPr>
            <a:r>
              <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蒙西</a:t>
            </a:r>
            <a:r>
              <a:rPr lang="zh-CN" altLang="en-US" dirty="0">
                <a:solidFill>
                  <a:prstClr val="white"/>
                </a:solidFill>
                <a:latin typeface="微软雅黑" panose="020B0503020204020204" pitchFamily="34" charset="-122"/>
                <a:ea typeface="微软雅黑" panose="020B0503020204020204" pitchFamily="34" charset="-122"/>
              </a:rPr>
              <a:t>储能交易风险及挑战</a:t>
            </a:r>
            <a:endParaRPr kumimoji="0" lang="zh-CN" altLang="en-US" sz="1800" b="0" i="0" u="none" strike="noStrike" kern="1200" cap="none" spc="0" normalizeH="0" baseline="0" noProof="0" dirty="0">
              <a:ln>
                <a:noFill/>
              </a:ln>
              <a:solidFill>
                <a:schemeClr val="accent4">
                  <a:lumMod val="20000"/>
                  <a:lumOff val="80000"/>
                </a:schemeClr>
              </a:solidFill>
              <a:effectLst/>
              <a:uLnTx/>
              <a:uFillTx/>
              <a:latin typeface="微软雅黑" panose="020B0503020204020204" pitchFamily="34" charset="-122"/>
              <a:ea typeface="微软雅黑" panose="020B0503020204020204" pitchFamily="34" charset="-122"/>
              <a:cs typeface="+mn-cs"/>
            </a:endParaRPr>
          </a:p>
        </p:txBody>
      </p:sp>
      <p:sp>
        <p:nvSpPr>
          <p:cNvPr id="4" name="文本框 3">
            <a:extLst>
              <a:ext uri="{FF2B5EF4-FFF2-40B4-BE49-F238E27FC236}">
                <a16:creationId xmlns:a16="http://schemas.microsoft.com/office/drawing/2014/main" id="{C2213748-7F7F-92B8-2C90-BEFFC4BED353}"/>
              </a:ext>
            </a:extLst>
          </p:cNvPr>
          <p:cNvSpPr txBox="1"/>
          <p:nvPr/>
        </p:nvSpPr>
        <p:spPr>
          <a:xfrm>
            <a:off x="126998" y="574177"/>
            <a:ext cx="11624232" cy="5352556"/>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zh-CN" altLang="en-US" sz="2400" b="1" dirty="0">
                <a:solidFill>
                  <a:prstClr val="black"/>
                </a:solidFill>
                <a:latin typeface="微软雅黑" panose="020B0503020204020204" pitchFamily="34" charset="-122"/>
                <a:ea typeface="微软雅黑" panose="020B0503020204020204" pitchFamily="34" charset="-122"/>
              </a:rPr>
              <a:t>市场</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风险</a:t>
            </a:r>
            <a:endPar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CN" sz="2000" b="1" dirty="0">
                <a:solidFill>
                  <a:prstClr val="black"/>
                </a:solidFill>
                <a:latin typeface="微软雅黑" panose="020B0503020204020204" pitchFamily="34" charset="-122"/>
                <a:ea typeface="微软雅黑" panose="020B0503020204020204" pitchFamily="34" charset="-122"/>
              </a:rPr>
              <a:t>1.</a:t>
            </a:r>
            <a:r>
              <a:rPr lang="zh-CN" altLang="en-US" sz="2000" b="1" dirty="0">
                <a:solidFill>
                  <a:prstClr val="black"/>
                </a:solidFill>
                <a:latin typeface="微软雅黑" panose="020B0503020204020204" pitchFamily="34" charset="-122"/>
                <a:ea typeface="微软雅黑" panose="020B0503020204020204" pitchFamily="34" charset="-122"/>
              </a:rPr>
              <a:t>容量补贴政策的延续性</a:t>
            </a:r>
            <a:endParaRPr lang="en-US" altLang="zh-CN" sz="2000" b="1" dirty="0">
              <a:solidFill>
                <a:prstClr val="black"/>
              </a:solidFill>
              <a:latin typeface="微软雅黑" panose="020B0503020204020204" pitchFamily="34" charset="-122"/>
              <a:ea typeface="微软雅黑" panose="020B0503020204020204" pitchFamily="34" charset="-122"/>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zh-CN" altLang="en-US" sz="18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当前蒙西容量补贴政策与国家</a:t>
            </a:r>
            <a:r>
              <a:rPr kumimoji="0" lang="en-US" altLang="zh-CN" sz="18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114</a:t>
            </a:r>
            <a:r>
              <a:rPr kumimoji="0" lang="zh-CN" altLang="en-US" sz="18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号</a:t>
            </a:r>
            <a:r>
              <a:rPr lang="zh-CN" altLang="en-US" dirty="0">
                <a:solidFill>
                  <a:prstClr val="black"/>
                </a:solidFill>
                <a:latin typeface="微软雅黑" panose="020B0503020204020204" pitchFamily="34" charset="-122"/>
                <a:ea typeface="微软雅黑" panose="020B0503020204020204" pitchFamily="34" charset="-122"/>
              </a:rPr>
              <a:t>文</a:t>
            </a:r>
            <a:r>
              <a:rPr kumimoji="0" lang="zh-CN" altLang="en-US" sz="18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容量补贴政策指导方向不符，包括补贴方式和资金来源。</a:t>
            </a: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存在政策转向或变化的风险，例如与</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114</a:t>
            </a: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号文补贴方式并轨、进一步降低补贴充放循环次数等（</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2025</a:t>
            </a: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年</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次，</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2026</a:t>
            </a: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年</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1.5</a:t>
            </a: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次）</a:t>
            </a:r>
            <a:endParaRPr lang="en-US" altLang="zh-CN" sz="2000" b="1" dirty="0">
              <a:solidFill>
                <a:prstClr val="black"/>
              </a:solidFill>
              <a:latin typeface="微软雅黑" panose="020B0503020204020204" pitchFamily="34" charset="-122"/>
              <a:ea typeface="微软雅黑" panose="020B0503020204020204" pitchFamily="34" charset="-122"/>
            </a:endParaRPr>
          </a:p>
          <a:p>
            <a:pPr>
              <a:lnSpc>
                <a:spcPct val="150000"/>
              </a:lnSpc>
              <a:defRPr/>
            </a:pPr>
            <a:r>
              <a:rPr lang="en-US" altLang="zh-CN" sz="2000" b="1" dirty="0">
                <a:solidFill>
                  <a:prstClr val="black"/>
                </a:solidFill>
                <a:latin typeface="微软雅黑" panose="020B0503020204020204" pitchFamily="34" charset="-122"/>
                <a:ea typeface="微软雅黑" panose="020B0503020204020204" pitchFamily="34" charset="-122"/>
              </a:rPr>
              <a:t>2.</a:t>
            </a:r>
            <a:r>
              <a:rPr lang="zh-CN" altLang="en-US" sz="2000" b="1" dirty="0">
                <a:solidFill>
                  <a:prstClr val="black"/>
                </a:solidFill>
                <a:latin typeface="微软雅黑" panose="020B0503020204020204" pitchFamily="34" charset="-122"/>
                <a:ea typeface="微软雅黑" panose="020B0503020204020204" pitchFamily="34" charset="-122"/>
              </a:rPr>
              <a:t>若储能装机容量进一步扩大，将拉低用电高峰时段价格，降低现货市场峰谷价差</a:t>
            </a:r>
            <a:endParaRPr lang="en-US" altLang="zh-CN" sz="2000" b="1" dirty="0">
              <a:solidFill>
                <a:prstClr val="black"/>
              </a:solidFill>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ü"/>
              <a:defRPr/>
            </a:pPr>
            <a:r>
              <a:rPr lang="en-US" altLang="zh-CN" dirty="0">
                <a:solidFill>
                  <a:prstClr val="black"/>
                </a:solidFill>
                <a:latin typeface="微软雅黑" panose="020B0503020204020204" pitchFamily="34" charset="-122"/>
                <a:ea typeface="微软雅黑" panose="020B0503020204020204" pitchFamily="34" charset="-122"/>
              </a:rPr>
              <a:t>2026</a:t>
            </a:r>
            <a:r>
              <a:rPr lang="zh-CN" altLang="en-US" dirty="0">
                <a:solidFill>
                  <a:prstClr val="black"/>
                </a:solidFill>
                <a:latin typeface="微软雅黑" panose="020B0503020204020204" pitchFamily="34" charset="-122"/>
                <a:ea typeface="微软雅黑" panose="020B0503020204020204" pitchFamily="34" charset="-122"/>
              </a:rPr>
              <a:t>年较</a:t>
            </a:r>
            <a:r>
              <a:rPr lang="en-US" altLang="zh-CN" dirty="0">
                <a:solidFill>
                  <a:prstClr val="black"/>
                </a:solidFill>
                <a:latin typeface="微软雅黑" panose="020B0503020204020204" pitchFamily="34" charset="-122"/>
                <a:ea typeface="微软雅黑" panose="020B0503020204020204" pitchFamily="34" charset="-122"/>
              </a:rPr>
              <a:t>2025</a:t>
            </a:r>
            <a:r>
              <a:rPr lang="zh-CN" altLang="en-US" dirty="0">
                <a:solidFill>
                  <a:prstClr val="black"/>
                </a:solidFill>
                <a:latin typeface="微软雅黑" panose="020B0503020204020204" pitchFamily="34" charset="-122"/>
                <a:ea typeface="微软雅黑" panose="020B0503020204020204" pitchFamily="34" charset="-122"/>
              </a:rPr>
              <a:t>年现货峰谷差大幅下降，随着储能并网规模进一步扩大，现货价差将被进一步缩小</a:t>
            </a:r>
            <a:endParaRPr lang="en-US" altLang="zh-CN" dirty="0">
              <a:solidFill>
                <a:prstClr val="black"/>
              </a:solidFill>
              <a:latin typeface="微软雅黑" panose="020B0503020204020204" pitchFamily="34" charset="-122"/>
              <a:ea typeface="微软雅黑" panose="020B0503020204020204" pitchFamily="34" charset="-122"/>
            </a:endParaRPr>
          </a:p>
          <a:p>
            <a:pPr>
              <a:lnSpc>
                <a:spcPct val="150000"/>
              </a:lnSpc>
              <a:defRPr/>
            </a:pPr>
            <a:r>
              <a:rPr lang="en-US" altLang="zh-CN" sz="2000" b="1" dirty="0">
                <a:solidFill>
                  <a:prstClr val="black"/>
                </a:solidFill>
                <a:latin typeface="微软雅黑" panose="020B0503020204020204" pitchFamily="34" charset="-122"/>
                <a:ea typeface="微软雅黑" panose="020B0503020204020204" pitchFamily="34" charset="-122"/>
              </a:rPr>
              <a:t>3.</a:t>
            </a:r>
            <a:r>
              <a:rPr lang="zh-CN" altLang="en-US" sz="2000" b="1" dirty="0">
                <a:solidFill>
                  <a:prstClr val="black"/>
                </a:solidFill>
                <a:latin typeface="微软雅黑" panose="020B0503020204020204" pitchFamily="34" charset="-122"/>
                <a:ea typeface="微软雅黑" panose="020B0503020204020204" pitchFamily="34" charset="-122"/>
              </a:rPr>
              <a:t>断面阻塞影响呼包东区域地区，</a:t>
            </a:r>
            <a:r>
              <a:rPr lang="zh-CN" altLang="en-US" sz="2000" b="1" dirty="0">
                <a:solidFill>
                  <a:prstClr val="black"/>
                </a:solidFill>
                <a:latin typeface="微软雅黑" panose="020B0503020204020204" pitchFamily="34" charset="-122"/>
                <a:ea typeface="微软雅黑" panose="020B0503020204020204" pitchFamily="34" charset="-122"/>
                <a:sym typeface="+mn-ea"/>
              </a:rPr>
              <a:t>价差较小，晚间放电校核严重</a:t>
            </a:r>
            <a:endParaRPr lang="en-US" altLang="zh-CN" sz="2000" b="1" dirty="0">
              <a:solidFill>
                <a:prstClr val="black"/>
              </a:solidFill>
              <a:latin typeface="微软雅黑" panose="020B0503020204020204" pitchFamily="34" charset="-122"/>
              <a:ea typeface="微软雅黑" panose="020B0503020204020204" pitchFamily="34" charset="-122"/>
              <a:sym typeface="+mn-ea"/>
            </a:endParaRPr>
          </a:p>
          <a:p>
            <a:pPr marL="285750" indent="-285750">
              <a:lnSpc>
                <a:spcPct val="150000"/>
              </a:lnSpc>
              <a:buFont typeface="Wingdings" panose="05000000000000000000" pitchFamily="2" charset="2"/>
              <a:buChar char="ü"/>
              <a:defRPr/>
            </a:pPr>
            <a:r>
              <a:rPr lang="zh-CN" altLang="en-US" dirty="0">
                <a:solidFill>
                  <a:prstClr val="black"/>
                </a:solidFill>
                <a:latin typeface="微软雅黑" panose="020B0503020204020204" pitchFamily="34" charset="-122"/>
                <a:ea typeface="微软雅黑" panose="020B0503020204020204" pitchFamily="34" charset="-122"/>
                <a:sym typeface="+mn-ea"/>
              </a:rPr>
              <a:t>苏右、四子王旗场站，受阻塞影响中午橙色区间充电价格较高，晚高峰受旗下营变电站送出越限影响，频繁被调度校核无法放电</a:t>
            </a:r>
            <a:endParaRPr lang="en-US" altLang="zh-CN" dirty="0">
              <a:solidFill>
                <a:prstClr val="black"/>
              </a:solidFill>
              <a:latin typeface="微软雅黑" panose="020B0503020204020204" pitchFamily="34" charset="-122"/>
              <a:ea typeface="微软雅黑" panose="020B0503020204020204" pitchFamily="34" charset="-122"/>
              <a:sym typeface="+mn-ea"/>
            </a:endParaRPr>
          </a:p>
          <a:p>
            <a:pPr>
              <a:lnSpc>
                <a:spcPct val="150000"/>
              </a:lnSpc>
              <a:defRPr/>
            </a:pPr>
            <a:r>
              <a:rPr lang="en-US" altLang="zh-CN" sz="2000" b="1" dirty="0">
                <a:solidFill>
                  <a:prstClr val="black"/>
                </a:solidFill>
                <a:latin typeface="微软雅黑" panose="020B0503020204020204" pitchFamily="34" charset="-122"/>
                <a:ea typeface="微软雅黑" panose="020B0503020204020204" pitchFamily="34" charset="-122"/>
                <a:sym typeface="+mn-ea"/>
              </a:rPr>
              <a:t>4.</a:t>
            </a:r>
            <a:r>
              <a:rPr lang="zh-CN" altLang="en-US" sz="2000" b="1" dirty="0">
                <a:solidFill>
                  <a:prstClr val="black"/>
                </a:solidFill>
                <a:latin typeface="微软雅黑" panose="020B0503020204020204" pitchFamily="34" charset="-122"/>
                <a:ea typeface="微软雅黑" panose="020B0503020204020204" pitchFamily="34" charset="-122"/>
                <a:sym typeface="+mn-ea"/>
              </a:rPr>
              <a:t>交易规则的变化</a:t>
            </a:r>
            <a:endParaRPr lang="en-US" altLang="zh-CN" sz="2000" b="1" dirty="0">
              <a:solidFill>
                <a:prstClr val="black"/>
              </a:solidFill>
              <a:latin typeface="微软雅黑" panose="020B0503020204020204" pitchFamily="34" charset="-122"/>
              <a:ea typeface="微软雅黑" panose="020B0503020204020204" pitchFamily="34" charset="-122"/>
              <a:sym typeface="+mn-ea"/>
            </a:endParaRPr>
          </a:p>
          <a:p>
            <a:pPr marL="285750" indent="-285750">
              <a:lnSpc>
                <a:spcPct val="150000"/>
              </a:lnSpc>
              <a:buFont typeface="Wingdings" panose="05000000000000000000" pitchFamily="2" charset="2"/>
              <a:buChar char="ü"/>
              <a:defRPr/>
            </a:pPr>
            <a:r>
              <a:rPr lang="zh-CN" altLang="en-US" dirty="0">
                <a:solidFill>
                  <a:prstClr val="black"/>
                </a:solidFill>
                <a:latin typeface="微软雅黑" panose="020B0503020204020204" pitchFamily="34" charset="-122"/>
                <a:ea typeface="微软雅黑" panose="020B0503020204020204" pitchFamily="34" charset="-122"/>
                <a:sym typeface="+mn-ea"/>
              </a:rPr>
              <a:t>由“报量不报价” 的自调度模式，改为“报量报价” 的模式，可能造成</a:t>
            </a:r>
            <a:r>
              <a:rPr lang="en-US" altLang="zh-CN" dirty="0">
                <a:solidFill>
                  <a:prstClr val="black"/>
                </a:solidFill>
                <a:latin typeface="微软雅黑" panose="020B0503020204020204" pitchFamily="34" charset="-122"/>
                <a:ea typeface="微软雅黑" panose="020B0503020204020204" pitchFamily="34" charset="-122"/>
                <a:sym typeface="+mn-ea"/>
              </a:rPr>
              <a:t>0</a:t>
            </a:r>
            <a:r>
              <a:rPr lang="zh-CN" altLang="en-US" dirty="0">
                <a:solidFill>
                  <a:prstClr val="black"/>
                </a:solidFill>
                <a:latin typeface="微软雅黑" panose="020B0503020204020204" pitchFamily="34" charset="-122"/>
                <a:ea typeface="微软雅黑" panose="020B0503020204020204" pitchFamily="34" charset="-122"/>
                <a:sym typeface="+mn-ea"/>
              </a:rPr>
              <a:t>价差、负价差无法充放，降低循环此时，影响补贴的获取，影响储能收益获取</a:t>
            </a:r>
            <a:endParaRPr lang="zh-CN" altLang="en-US" dirty="0">
              <a:solidFill>
                <a:prstClr val="black"/>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165836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00683-198A-0BDC-4281-815F2D3EBB3B}"/>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C886BC84-EA3D-15AA-C902-75DD184FF049}"/>
              </a:ext>
            </a:extLst>
          </p:cNvPr>
          <p:cNvSpPr txBox="1"/>
          <p:nvPr/>
        </p:nvSpPr>
        <p:spPr>
          <a:xfrm>
            <a:off x="6188771" y="3557713"/>
            <a:ext cx="5534388" cy="2549661"/>
          </a:xfrm>
          <a:prstGeom prst="rect">
            <a:avLst/>
          </a:prstGeom>
          <a:solidFill>
            <a:schemeClr val="bg1">
              <a:lumMod val="85000"/>
            </a:schemeClr>
          </a:solidFill>
        </p:spPr>
        <p:txBody>
          <a:bodyPr wrap="square" rtlCol="0" anchor="t" anchorCtr="0">
            <a:noAutofit/>
          </a:bodyPr>
          <a:lstStyle/>
          <a:p>
            <a:pPr marL="0" marR="0" lvl="0" indent="0" algn="ctr" defTabSz="914400" rtl="0" eaLnBrk="1" fontAlgn="auto" latinLnBrk="0" hangingPunct="1">
              <a:lnSpc>
                <a:spcPct val="130000"/>
              </a:lnSpc>
              <a:spcBef>
                <a:spcPts val="0"/>
              </a:spcBef>
              <a:spcAft>
                <a:spcPts val="0"/>
              </a:spcAft>
              <a:buClrTx/>
              <a:buSzTx/>
              <a:buFont typeface="Arial" panose="020B0604020202020204" pitchFamily="34" charset="0"/>
              <a:buNone/>
              <a:tabLst/>
              <a:defRPr/>
            </a:pPr>
            <a:endParaRPr kumimoji="0" lang="en-US" altLang="zh-CN"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mn-ea"/>
            </a:endParaRPr>
          </a:p>
        </p:txBody>
      </p:sp>
      <p:sp>
        <p:nvSpPr>
          <p:cNvPr id="10" name="文本框 9">
            <a:extLst>
              <a:ext uri="{FF2B5EF4-FFF2-40B4-BE49-F238E27FC236}">
                <a16:creationId xmlns:a16="http://schemas.microsoft.com/office/drawing/2014/main" id="{80E00411-303D-668E-ED64-BE3085741580}"/>
              </a:ext>
            </a:extLst>
          </p:cNvPr>
          <p:cNvSpPr txBox="1"/>
          <p:nvPr/>
        </p:nvSpPr>
        <p:spPr>
          <a:xfrm>
            <a:off x="6188771" y="899251"/>
            <a:ext cx="5534388" cy="2549661"/>
          </a:xfrm>
          <a:prstGeom prst="rect">
            <a:avLst/>
          </a:prstGeom>
          <a:solidFill>
            <a:schemeClr val="bg1">
              <a:lumMod val="85000"/>
            </a:schemeClr>
          </a:solidFill>
        </p:spPr>
        <p:txBody>
          <a:bodyPr wrap="square" rtlCol="0" anchor="t" anchorCtr="0">
            <a:noAutofit/>
          </a:bodyPr>
          <a:lstStyle/>
          <a:p>
            <a:pPr marL="0" marR="0" lvl="0" indent="0" algn="ctr" defTabSz="914400" rtl="0" eaLnBrk="1" fontAlgn="auto" latinLnBrk="0" hangingPunct="1">
              <a:lnSpc>
                <a:spcPct val="130000"/>
              </a:lnSpc>
              <a:spcBef>
                <a:spcPts val="0"/>
              </a:spcBef>
              <a:spcAft>
                <a:spcPts val="0"/>
              </a:spcAft>
              <a:buClrTx/>
              <a:buSzTx/>
              <a:buFont typeface="Arial" panose="020B0604020202020204" pitchFamily="34" charset="0"/>
              <a:buNone/>
              <a:tabLst/>
              <a:defRPr/>
            </a:pPr>
            <a:endParaRPr kumimoji="0" lang="en-US" altLang="zh-CN"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mn-ea"/>
            </a:endParaRPr>
          </a:p>
        </p:txBody>
      </p:sp>
      <p:sp>
        <p:nvSpPr>
          <p:cNvPr id="11" name="文本框 10">
            <a:extLst>
              <a:ext uri="{FF2B5EF4-FFF2-40B4-BE49-F238E27FC236}">
                <a16:creationId xmlns:a16="http://schemas.microsoft.com/office/drawing/2014/main" id="{E8A3E0A0-19EC-2203-47CD-F0305AFE6924}"/>
              </a:ext>
            </a:extLst>
          </p:cNvPr>
          <p:cNvSpPr txBox="1"/>
          <p:nvPr/>
        </p:nvSpPr>
        <p:spPr>
          <a:xfrm>
            <a:off x="337023" y="3557713"/>
            <a:ext cx="5534388" cy="2549661"/>
          </a:xfrm>
          <a:prstGeom prst="rect">
            <a:avLst/>
          </a:prstGeom>
          <a:solidFill>
            <a:schemeClr val="bg1">
              <a:lumMod val="85000"/>
            </a:schemeClr>
          </a:solidFill>
        </p:spPr>
        <p:txBody>
          <a:bodyPr wrap="square" rtlCol="0" anchor="t" anchorCtr="0">
            <a:noAutofit/>
          </a:bodyPr>
          <a:lstStyle/>
          <a:p>
            <a:pPr marL="0" marR="0" lvl="0" indent="0" algn="ctr" defTabSz="914400" rtl="0" eaLnBrk="1" fontAlgn="auto" latinLnBrk="0" hangingPunct="1">
              <a:lnSpc>
                <a:spcPct val="130000"/>
              </a:lnSpc>
              <a:spcBef>
                <a:spcPts val="0"/>
              </a:spcBef>
              <a:spcAft>
                <a:spcPts val="0"/>
              </a:spcAft>
              <a:buClrTx/>
              <a:buSzTx/>
              <a:buFont typeface="Arial" panose="020B0604020202020204" pitchFamily="34" charset="0"/>
              <a:buNone/>
              <a:tabLst/>
              <a:defRPr/>
            </a:pPr>
            <a:endParaRPr kumimoji="0" lang="en-US" altLang="zh-CN"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mn-ea"/>
            </a:endParaRPr>
          </a:p>
        </p:txBody>
      </p:sp>
      <p:sp>
        <p:nvSpPr>
          <p:cNvPr id="8" name="文本框 7">
            <a:extLst>
              <a:ext uri="{FF2B5EF4-FFF2-40B4-BE49-F238E27FC236}">
                <a16:creationId xmlns:a16="http://schemas.microsoft.com/office/drawing/2014/main" id="{65E2DD0A-25E6-AF0A-3F11-651BC695BBAE}"/>
              </a:ext>
            </a:extLst>
          </p:cNvPr>
          <p:cNvSpPr txBox="1"/>
          <p:nvPr/>
        </p:nvSpPr>
        <p:spPr>
          <a:xfrm>
            <a:off x="337023" y="888044"/>
            <a:ext cx="5534388" cy="2549661"/>
          </a:xfrm>
          <a:prstGeom prst="rect">
            <a:avLst/>
          </a:prstGeom>
          <a:solidFill>
            <a:schemeClr val="bg1">
              <a:lumMod val="85000"/>
            </a:schemeClr>
          </a:solidFill>
        </p:spPr>
        <p:txBody>
          <a:bodyPr wrap="square" rtlCol="0" anchor="t" anchorCtr="0">
            <a:noAutofit/>
          </a:bodyPr>
          <a:lstStyle/>
          <a:p>
            <a:pPr marL="0" marR="0" lvl="0" indent="0" algn="ctr" defTabSz="914400" rtl="0" eaLnBrk="1" fontAlgn="auto" latinLnBrk="0" hangingPunct="1">
              <a:lnSpc>
                <a:spcPct val="130000"/>
              </a:lnSpc>
              <a:spcBef>
                <a:spcPts val="0"/>
              </a:spcBef>
              <a:spcAft>
                <a:spcPts val="0"/>
              </a:spcAft>
              <a:buClrTx/>
              <a:buSzTx/>
              <a:buFont typeface="Arial" panose="020B0604020202020204" pitchFamily="34" charset="0"/>
              <a:buNone/>
              <a:tabLst/>
              <a:defRPr/>
            </a:pPr>
            <a:endParaRPr kumimoji="0" lang="en-US" altLang="zh-CN"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mn-ea"/>
            </a:endParaRPr>
          </a:p>
        </p:txBody>
      </p:sp>
      <p:sp>
        <p:nvSpPr>
          <p:cNvPr id="2" name="矩形 1">
            <a:extLst>
              <a:ext uri="{FF2B5EF4-FFF2-40B4-BE49-F238E27FC236}">
                <a16:creationId xmlns:a16="http://schemas.microsoft.com/office/drawing/2014/main" id="{8EE3DA3B-FBDA-B06D-C190-66C786141DE7}"/>
              </a:ext>
            </a:extLst>
          </p:cNvPr>
          <p:cNvSpPr/>
          <p:nvPr/>
        </p:nvSpPr>
        <p:spPr>
          <a:xfrm>
            <a:off x="0" y="0"/>
            <a:ext cx="12192000" cy="574177"/>
          </a:xfrm>
          <a:prstGeom prst="rect">
            <a:avLst/>
          </a:prstGeom>
          <a:solidFill>
            <a:srgbClr val="3B3B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85D6C027-90E8-37DF-87E0-3851C78F57C9}"/>
              </a:ext>
            </a:extLst>
          </p:cNvPr>
          <p:cNvSpPr txBox="1"/>
          <p:nvPr/>
        </p:nvSpPr>
        <p:spPr>
          <a:xfrm>
            <a:off x="126999" y="102938"/>
            <a:ext cx="445985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储能交易团队努力的方向</a:t>
            </a:r>
          </a:p>
        </p:txBody>
      </p:sp>
      <p:sp>
        <p:nvSpPr>
          <p:cNvPr id="4" name="文本框 3">
            <a:extLst>
              <a:ext uri="{FF2B5EF4-FFF2-40B4-BE49-F238E27FC236}">
                <a16:creationId xmlns:a16="http://schemas.microsoft.com/office/drawing/2014/main" id="{D0DCF155-3F42-C4B9-F785-97310E917D23}"/>
              </a:ext>
            </a:extLst>
          </p:cNvPr>
          <p:cNvSpPr txBox="1"/>
          <p:nvPr/>
        </p:nvSpPr>
        <p:spPr>
          <a:xfrm>
            <a:off x="352983" y="888045"/>
            <a:ext cx="5488083" cy="2418739"/>
          </a:xfrm>
          <a:prstGeom prst="rect">
            <a:avLst/>
          </a:prstGeom>
          <a:noFill/>
        </p:spPr>
        <p:txBody>
          <a:bodyPr wrap="square" rtlCol="0">
            <a:spAutoFit/>
          </a:bodyPr>
          <a:lstStyle/>
          <a:p>
            <a:pPr marR="0" lvl="0" algn="l" defTabSz="914400" rtl="0" eaLnBrk="1" fontAlgn="auto" latinLnBrk="0" hangingPunct="1">
              <a:lnSpc>
                <a:spcPct val="150000"/>
              </a:lnSpc>
              <a:spcBef>
                <a:spcPts val="0"/>
              </a:spcBef>
              <a:spcAft>
                <a:spcPts val="0"/>
              </a:spcAft>
              <a:buClrTx/>
              <a:buSzTx/>
              <a:tabLst/>
              <a:defRPr/>
            </a:pPr>
            <a:r>
              <a:rPr lang="zh-CN" altLang="en-US" sz="2800" b="1">
                <a:solidFill>
                  <a:schemeClr val="tx2"/>
                </a:solidFill>
                <a:latin typeface="微软雅黑" panose="020B0503020204020204" pitchFamily="34" charset="-122"/>
                <a:ea typeface="微软雅黑" panose="020B0503020204020204" pitchFamily="34" charset="-122"/>
              </a:rPr>
              <a:t>团队致胜</a:t>
            </a:r>
            <a:endParaRPr lang="en-US" altLang="zh-CN" sz="2800" b="1">
              <a:solidFill>
                <a:schemeClr val="tx2"/>
              </a:solidFill>
              <a:latin typeface="微软雅黑" panose="020B0503020204020204" pitchFamily="34" charset="-122"/>
              <a:ea typeface="微软雅黑" panose="020B0503020204020204" pitchFamily="34" charset="-122"/>
            </a:endParaRPr>
          </a:p>
          <a:p>
            <a:pPr marR="0" lvl="0" algn="l" defTabSz="914400" rtl="0" eaLnBrk="1" fontAlgn="auto" latinLnBrk="0" hangingPunct="1">
              <a:lnSpc>
                <a:spcPct val="100000"/>
              </a:lnSpc>
              <a:spcBef>
                <a:spcPts val="0"/>
              </a:spcBef>
              <a:spcAft>
                <a:spcPts val="0"/>
              </a:spcAft>
              <a:buClrTx/>
              <a:buSzTx/>
              <a:tabLst/>
              <a:defRPr/>
            </a:pPr>
            <a:endParaRPr lang="en-US" altLang="zh-CN" sz="1600" b="1">
              <a:solidFill>
                <a:prstClr val="black"/>
              </a:solidFill>
              <a:latin typeface="微软雅黑" panose="020B0503020204020204" pitchFamily="34" charset="-122"/>
              <a:ea typeface="微软雅黑" panose="020B0503020204020204" pitchFamily="34" charset="-122"/>
            </a:endParaRPr>
          </a:p>
          <a:p>
            <a:pPr marR="0" lvl="0" algn="l" defTabSz="914400" rtl="0" eaLnBrk="1" fontAlgn="auto" latinLnBrk="0" hangingPunct="1">
              <a:lnSpc>
                <a:spcPct val="150000"/>
              </a:lnSpc>
              <a:spcBef>
                <a:spcPts val="0"/>
              </a:spcBef>
              <a:spcAft>
                <a:spcPts val="0"/>
              </a:spcAft>
              <a:buClrTx/>
              <a:buSzTx/>
              <a:tabLst/>
              <a:defRPr/>
            </a:pPr>
            <a:r>
              <a:rPr lang="zh-CN" altLang="en-US" sz="1600" b="1">
                <a:solidFill>
                  <a:prstClr val="black"/>
                </a:solidFill>
                <a:latin typeface="微软雅黑" panose="020B0503020204020204" pitchFamily="34" charset="-122"/>
                <a:ea typeface="微软雅黑" panose="020B0503020204020204" pitchFamily="34" charset="-122"/>
              </a:rPr>
              <a:t>集体决策</a:t>
            </a:r>
            <a:endParaRPr lang="en-US" altLang="zh-CN" sz="1600" b="1">
              <a:solidFill>
                <a:prstClr val="black"/>
              </a:solidFill>
              <a:latin typeface="微软雅黑" panose="020B0503020204020204" pitchFamily="34" charset="-122"/>
              <a:ea typeface="微软雅黑" panose="020B0503020204020204" pitchFamily="34" charset="-122"/>
            </a:endParaRPr>
          </a:p>
          <a:p>
            <a:pPr marR="0" lvl="0" algn="l" defTabSz="914400" rtl="0" eaLnBrk="1" fontAlgn="auto" latinLnBrk="0" hangingPunct="1">
              <a:lnSpc>
                <a:spcPct val="150000"/>
              </a:lnSpc>
              <a:spcBef>
                <a:spcPts val="0"/>
              </a:spcBef>
              <a:spcAft>
                <a:spcPts val="0"/>
              </a:spcAft>
              <a:buClrTx/>
              <a:buSzTx/>
              <a:tabLst/>
              <a:defRPr/>
            </a:pPr>
            <a:r>
              <a:rPr lang="zh-CN" altLang="en-US" sz="1600">
                <a:solidFill>
                  <a:prstClr val="black"/>
                </a:solidFill>
                <a:latin typeface="微软雅黑" panose="020B0503020204020204" pitchFamily="34" charset="-122"/>
                <a:ea typeface="微软雅黑" panose="020B0503020204020204" pitchFamily="34" charset="-122"/>
              </a:rPr>
              <a:t>考虑多场站、大储和小储对充的交易策略优化</a:t>
            </a:r>
            <a:endParaRPr lang="en-US" altLang="zh-CN" sz="1600">
              <a:solidFill>
                <a:prstClr val="black"/>
              </a:solidFill>
              <a:latin typeface="微软雅黑" panose="020B0503020204020204" pitchFamily="34" charset="-122"/>
              <a:ea typeface="微软雅黑" panose="020B0503020204020204" pitchFamily="34" charset="-122"/>
            </a:endParaRPr>
          </a:p>
          <a:p>
            <a:pPr marR="0" lvl="0" algn="l" defTabSz="914400" rtl="0" eaLnBrk="1" fontAlgn="auto" latinLnBrk="0" hangingPunct="1">
              <a:lnSpc>
                <a:spcPct val="150000"/>
              </a:lnSpc>
              <a:spcBef>
                <a:spcPts val="0"/>
              </a:spcBef>
              <a:spcAft>
                <a:spcPts val="0"/>
              </a:spcAft>
              <a:buClrTx/>
              <a:buSzTx/>
              <a:tabLst/>
              <a:defRPr/>
            </a:pPr>
            <a:r>
              <a:rPr lang="zh-CN" altLang="en-US" sz="1600" b="1">
                <a:solidFill>
                  <a:prstClr val="black"/>
                </a:solidFill>
                <a:latin typeface="微软雅黑" panose="020B0503020204020204" pitchFamily="34" charset="-122"/>
                <a:ea typeface="微软雅黑" panose="020B0503020204020204" pitchFamily="34" charset="-122"/>
              </a:rPr>
              <a:t>完善交易流程制度</a:t>
            </a:r>
            <a:endParaRPr lang="en-US" altLang="zh-CN" sz="1600" b="1">
              <a:solidFill>
                <a:prstClr val="black"/>
              </a:solidFill>
              <a:latin typeface="微软雅黑" panose="020B0503020204020204" pitchFamily="34" charset="-122"/>
              <a:ea typeface="微软雅黑" panose="020B0503020204020204" pitchFamily="34" charset="-122"/>
            </a:endParaRPr>
          </a:p>
          <a:p>
            <a:pPr marR="0" lvl="0" algn="l" defTabSz="914400" rtl="0" eaLnBrk="1" fontAlgn="auto" latinLnBrk="0" hangingPunct="1">
              <a:lnSpc>
                <a:spcPct val="150000"/>
              </a:lnSpc>
              <a:spcBef>
                <a:spcPts val="0"/>
              </a:spcBef>
              <a:spcAft>
                <a:spcPts val="0"/>
              </a:spcAft>
              <a:buClrTx/>
              <a:buSzTx/>
              <a:tabLst/>
              <a:defRPr/>
            </a:pPr>
            <a:endParaRPr lang="en-US" altLang="zh-CN" sz="1600" b="1">
              <a:solidFill>
                <a:prstClr val="black"/>
              </a:solidFill>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E6D5C9DE-20A6-F54C-D489-436F1309EE16}"/>
              </a:ext>
            </a:extLst>
          </p:cNvPr>
          <p:cNvSpPr txBox="1"/>
          <p:nvPr/>
        </p:nvSpPr>
        <p:spPr>
          <a:xfrm>
            <a:off x="337023" y="3557713"/>
            <a:ext cx="5504043" cy="2049407"/>
          </a:xfrm>
          <a:prstGeom prst="rect">
            <a:avLst/>
          </a:prstGeom>
          <a:noFill/>
        </p:spPr>
        <p:txBody>
          <a:bodyPr wrap="square" rtlCol="0">
            <a:spAutoFit/>
          </a:bodyPr>
          <a:lstStyle/>
          <a:p>
            <a:pPr>
              <a:lnSpc>
                <a:spcPct val="150000"/>
              </a:lnSpc>
              <a:defRPr/>
            </a:pPr>
            <a:r>
              <a:rPr lang="zh-CN" altLang="en-US" sz="2800" b="1">
                <a:solidFill>
                  <a:schemeClr val="tx2"/>
                </a:solidFill>
                <a:latin typeface="微软雅黑" panose="020B0503020204020204" pitchFamily="34" charset="-122"/>
                <a:ea typeface="微软雅黑" panose="020B0503020204020204" pitchFamily="34" charset="-122"/>
              </a:rPr>
              <a:t>精益管理</a:t>
            </a:r>
            <a:endParaRPr lang="en-US" altLang="zh-CN" sz="2800" b="1">
              <a:solidFill>
                <a:schemeClr val="tx2"/>
              </a:solidFill>
              <a:latin typeface="微软雅黑" panose="020B0503020204020204" pitchFamily="34" charset="-122"/>
              <a:ea typeface="微软雅黑" panose="020B0503020204020204" pitchFamily="34" charset="-122"/>
            </a:endParaRPr>
          </a:p>
          <a:p>
            <a:pPr marR="0" lvl="0" algn="l" defTabSz="914400" rtl="0" eaLnBrk="1" fontAlgn="auto" latinLnBrk="0" hangingPunct="1">
              <a:lnSpc>
                <a:spcPct val="100000"/>
              </a:lnSpc>
              <a:spcBef>
                <a:spcPts val="0"/>
              </a:spcBef>
              <a:spcAft>
                <a:spcPts val="0"/>
              </a:spcAft>
              <a:buClrTx/>
              <a:buSzTx/>
              <a:tabLst/>
              <a:defRPr/>
            </a:pPr>
            <a:endParaRPr lang="en-US" altLang="zh-CN" sz="1600" b="1">
              <a:solidFill>
                <a:prstClr val="black"/>
              </a:solidFill>
              <a:latin typeface="微软雅黑" panose="020B0503020204020204" pitchFamily="34" charset="-122"/>
              <a:ea typeface="微软雅黑" panose="020B0503020204020204" pitchFamily="34" charset="-122"/>
            </a:endParaRPr>
          </a:p>
          <a:p>
            <a:pPr marR="0" lvl="0" algn="l" defTabSz="914400" rtl="0" eaLnBrk="1" fontAlgn="auto" latinLnBrk="0" hangingPunct="1">
              <a:lnSpc>
                <a:spcPct val="150000"/>
              </a:lnSpc>
              <a:spcBef>
                <a:spcPts val="0"/>
              </a:spcBef>
              <a:spcAft>
                <a:spcPts val="0"/>
              </a:spcAft>
              <a:buClrTx/>
              <a:buSzTx/>
              <a:tabLst/>
              <a:defRPr/>
            </a:pPr>
            <a:r>
              <a:rPr lang="zh-CN" altLang="en-US" sz="1600" b="1">
                <a:solidFill>
                  <a:prstClr val="black"/>
                </a:solidFill>
                <a:latin typeface="微软雅黑" panose="020B0503020204020204" pitchFamily="34" charset="-122"/>
                <a:ea typeface="微软雅黑" panose="020B0503020204020204" pitchFamily="34" charset="-122"/>
              </a:rPr>
              <a:t>抓紧每一度电</a:t>
            </a:r>
            <a:endParaRPr lang="en-US" altLang="zh-CN" sz="1600" b="1">
              <a:solidFill>
                <a:prstClr val="black"/>
              </a:solidFill>
              <a:latin typeface="微软雅黑" panose="020B0503020204020204" pitchFamily="34" charset="-122"/>
              <a:ea typeface="微软雅黑" panose="020B0503020204020204" pitchFamily="34" charset="-122"/>
            </a:endParaRPr>
          </a:p>
          <a:p>
            <a:pPr marR="0" lvl="0" algn="l" defTabSz="914400" rtl="0" eaLnBrk="1" fontAlgn="auto" latinLnBrk="0" hangingPunct="1">
              <a:lnSpc>
                <a:spcPct val="150000"/>
              </a:lnSpc>
              <a:spcBef>
                <a:spcPts val="0"/>
              </a:spcBef>
              <a:spcAft>
                <a:spcPts val="0"/>
              </a:spcAft>
              <a:buClrTx/>
              <a:buSzTx/>
              <a:tabLst/>
              <a:defRPr/>
            </a:pPr>
            <a:r>
              <a:rPr lang="zh-CN" altLang="en-US" sz="1600" b="1">
                <a:solidFill>
                  <a:prstClr val="black"/>
                </a:solidFill>
                <a:latin typeface="微软雅黑" panose="020B0503020204020204" pitchFamily="34" charset="-122"/>
                <a:ea typeface="微软雅黑" panose="020B0503020204020204" pitchFamily="34" charset="-122"/>
              </a:rPr>
              <a:t>优化</a:t>
            </a:r>
            <a:r>
              <a:rPr lang="en-US" altLang="zh-CN" sz="1600" b="1">
                <a:solidFill>
                  <a:prstClr val="black"/>
                </a:solidFill>
                <a:latin typeface="微软雅黑" panose="020B0503020204020204" pitchFamily="34" charset="-122"/>
                <a:ea typeface="微软雅黑" panose="020B0503020204020204" pitchFamily="34" charset="-122"/>
              </a:rPr>
              <a:t>SOC</a:t>
            </a:r>
            <a:r>
              <a:rPr lang="zh-CN" altLang="en-US" sz="1600" b="1">
                <a:solidFill>
                  <a:prstClr val="black"/>
                </a:solidFill>
                <a:latin typeface="微软雅黑" panose="020B0503020204020204" pitchFamily="34" charset="-122"/>
                <a:ea typeface="微软雅黑" panose="020B0503020204020204" pitchFamily="34" charset="-122"/>
              </a:rPr>
              <a:t>管控</a:t>
            </a:r>
            <a:endParaRPr lang="en-US" altLang="zh-CN" sz="1600" b="1">
              <a:solidFill>
                <a:prstClr val="black"/>
              </a:solidFill>
              <a:latin typeface="微软雅黑" panose="020B0503020204020204" pitchFamily="34" charset="-122"/>
              <a:ea typeface="微软雅黑" panose="020B0503020204020204" pitchFamily="34" charset="-122"/>
            </a:endParaRPr>
          </a:p>
          <a:p>
            <a:pPr marR="0" lvl="0" algn="l" defTabSz="914400" rtl="0" eaLnBrk="1" fontAlgn="auto" latinLnBrk="0" hangingPunct="1">
              <a:lnSpc>
                <a:spcPct val="150000"/>
              </a:lnSpc>
              <a:spcBef>
                <a:spcPts val="0"/>
              </a:spcBef>
              <a:spcAft>
                <a:spcPts val="0"/>
              </a:spcAft>
              <a:buClrTx/>
              <a:buSzTx/>
              <a:tabLst/>
              <a:defRPr/>
            </a:pPr>
            <a:r>
              <a:rPr lang="zh-CN" altLang="en-US" sz="1600" b="1">
                <a:solidFill>
                  <a:prstClr val="black"/>
                </a:solidFill>
                <a:latin typeface="微软雅黑" panose="020B0503020204020204" pitchFamily="34" charset="-122"/>
                <a:ea typeface="微软雅黑" panose="020B0503020204020204" pitchFamily="34" charset="-122"/>
              </a:rPr>
              <a:t>交易与运维团队紧密配合</a:t>
            </a:r>
            <a:endParaRPr lang="en-US" altLang="zh-CN" b="1">
              <a:solidFill>
                <a:prstClr val="black"/>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B8258810-4408-4D7E-D9C5-D3F840041FE0}"/>
              </a:ext>
            </a:extLst>
          </p:cNvPr>
          <p:cNvSpPr txBox="1"/>
          <p:nvPr/>
        </p:nvSpPr>
        <p:spPr>
          <a:xfrm>
            <a:off x="6188771" y="3557713"/>
            <a:ext cx="5200498" cy="19570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800" b="1">
                <a:solidFill>
                  <a:schemeClr val="tx2"/>
                </a:solidFill>
                <a:latin typeface="微软雅黑" panose="020B0503020204020204" pitchFamily="34" charset="-122"/>
                <a:ea typeface="微软雅黑" panose="020B0503020204020204" pitchFamily="34" charset="-122"/>
              </a:rPr>
              <a:t>AI</a:t>
            </a:r>
            <a:r>
              <a:rPr lang="zh-CN" altLang="en-US" sz="2800" b="1">
                <a:solidFill>
                  <a:schemeClr val="tx2"/>
                </a:solidFill>
                <a:latin typeface="微软雅黑" panose="020B0503020204020204" pitchFamily="34" charset="-122"/>
                <a:ea typeface="微软雅黑" panose="020B0503020204020204" pitchFamily="34" charset="-122"/>
              </a:rPr>
              <a:t>技术赋能</a:t>
            </a:r>
            <a:endParaRPr lang="en-US" altLang="zh-CN" sz="2800" b="1">
              <a:solidFill>
                <a:schemeClr val="tx2"/>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lang="en-US" altLang="zh-CN" sz="1600" b="1">
              <a:solidFill>
                <a:prstClr val="black"/>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zh-CN" altLang="en-US" sz="1600" b="1">
                <a:solidFill>
                  <a:prstClr val="black"/>
                </a:solidFill>
                <a:latin typeface="微软雅黑" panose="020B0503020204020204" pitchFamily="34" charset="-122"/>
                <a:ea typeface="微软雅黑" panose="020B0503020204020204" pitchFamily="34" charset="-122"/>
              </a:rPr>
              <a:t>目标：提高效率</a:t>
            </a:r>
            <a:endParaRPr lang="en-US" altLang="zh-CN" sz="1600" b="1">
              <a:solidFill>
                <a:prstClr val="black"/>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zh-CN" altLang="en-US" sz="1600" b="1">
                <a:solidFill>
                  <a:prstClr val="black"/>
                </a:solidFill>
                <a:latin typeface="微软雅黑" panose="020B0503020204020204" pitchFamily="34" charset="-122"/>
                <a:ea typeface="微软雅黑" panose="020B0503020204020204" pitchFamily="34" charset="-122"/>
              </a:rPr>
              <a:t>行动：搭建数据平台和申报工具</a:t>
            </a:r>
            <a:endParaRPr lang="en-US" altLang="zh-CN" sz="1600" b="1">
              <a:solidFill>
                <a:prstClr val="black"/>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zh-CN" altLang="en-US" sz="1600" b="1">
                <a:solidFill>
                  <a:prstClr val="black"/>
                </a:solidFill>
                <a:latin typeface="微软雅黑" panose="020B0503020204020204" pitchFamily="34" charset="-122"/>
                <a:ea typeface="微软雅黑" panose="020B0503020204020204" pitchFamily="34" charset="-122"/>
              </a:rPr>
              <a:t>待办：完善蒙西价格预测</a:t>
            </a:r>
            <a:endParaRPr lang="en-US" altLang="zh-CN" sz="1600" b="1">
              <a:solidFill>
                <a:prstClr val="black"/>
              </a:solidFill>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0996DC35-56DB-21DE-8B2C-73C6A9BFE1EB}"/>
              </a:ext>
            </a:extLst>
          </p:cNvPr>
          <p:cNvSpPr txBox="1"/>
          <p:nvPr/>
        </p:nvSpPr>
        <p:spPr>
          <a:xfrm>
            <a:off x="6188771" y="899251"/>
            <a:ext cx="5286714" cy="2177199"/>
          </a:xfrm>
          <a:prstGeom prst="rect">
            <a:avLst/>
          </a:prstGeom>
          <a:noFill/>
        </p:spPr>
        <p:txBody>
          <a:bodyPr wrap="square">
            <a:spAutoFit/>
          </a:bodyPr>
          <a:lstStyle/>
          <a:p>
            <a:pPr>
              <a:lnSpc>
                <a:spcPct val="150000"/>
              </a:lnSpc>
              <a:defRPr/>
            </a:pPr>
            <a:r>
              <a:rPr lang="zh-CN" altLang="en-US" sz="2800" b="1">
                <a:solidFill>
                  <a:schemeClr val="tx2"/>
                </a:solidFill>
                <a:latin typeface="微软雅黑" panose="020B0503020204020204" pitchFamily="34" charset="-122"/>
                <a:ea typeface="微软雅黑" panose="020B0503020204020204" pitchFamily="34" charset="-122"/>
              </a:rPr>
              <a:t>完善</a:t>
            </a:r>
            <a:r>
              <a:rPr lang="en-US" altLang="zh-CN" sz="2800" b="1">
                <a:solidFill>
                  <a:schemeClr val="tx2"/>
                </a:solidFill>
                <a:latin typeface="微软雅黑" panose="020B0503020204020204" pitchFamily="34" charset="-122"/>
                <a:ea typeface="微软雅黑" panose="020B0503020204020204" pitchFamily="34" charset="-122"/>
              </a:rPr>
              <a:t>PDCA</a:t>
            </a:r>
            <a:r>
              <a:rPr lang="zh-CN" altLang="en-US" sz="2800" b="1">
                <a:solidFill>
                  <a:schemeClr val="tx2"/>
                </a:solidFill>
                <a:latin typeface="微软雅黑" panose="020B0503020204020204" pitchFamily="34" charset="-122"/>
                <a:ea typeface="微软雅黑" panose="020B0503020204020204" pitchFamily="34" charset="-122"/>
              </a:rPr>
              <a:t>流程，执行多维复盘</a:t>
            </a:r>
            <a:endParaRPr lang="en-US" altLang="zh-CN" sz="2800" b="1">
              <a:solidFill>
                <a:schemeClr val="tx2"/>
              </a:solidFill>
              <a:latin typeface="微软雅黑" panose="020B0503020204020204" pitchFamily="34" charset="-122"/>
              <a:ea typeface="微软雅黑" panose="020B0503020204020204" pitchFamily="34" charset="-122"/>
            </a:endParaRPr>
          </a:p>
          <a:p>
            <a:pPr marR="0" lvl="0" algn="l" defTabSz="914400" rtl="0" eaLnBrk="1" fontAlgn="auto" latinLnBrk="0" hangingPunct="1">
              <a:lnSpc>
                <a:spcPct val="150000"/>
              </a:lnSpc>
              <a:spcBef>
                <a:spcPts val="0"/>
              </a:spcBef>
              <a:spcAft>
                <a:spcPts val="0"/>
              </a:spcAft>
              <a:buClrTx/>
              <a:buSzTx/>
              <a:tabLst/>
              <a:defRPr/>
            </a:pPr>
            <a:endParaRPr lang="en-US" altLang="zh-CN" sz="1600" b="1">
              <a:solidFill>
                <a:prstClr val="black"/>
              </a:solidFill>
              <a:latin typeface="微软雅黑" panose="020B0503020204020204" pitchFamily="34" charset="-122"/>
              <a:ea typeface="微软雅黑" panose="020B0503020204020204" pitchFamily="34" charset="-122"/>
            </a:endParaRPr>
          </a:p>
          <a:p>
            <a:pPr marR="0" lvl="0" algn="l" defTabSz="914400" rtl="0" eaLnBrk="1" fontAlgn="auto" latinLnBrk="0" hangingPunct="1">
              <a:lnSpc>
                <a:spcPct val="150000"/>
              </a:lnSpc>
              <a:spcBef>
                <a:spcPts val="0"/>
              </a:spcBef>
              <a:spcAft>
                <a:spcPts val="0"/>
              </a:spcAft>
              <a:buClrTx/>
              <a:buSzTx/>
              <a:tabLst/>
              <a:defRPr/>
            </a:pPr>
            <a:r>
              <a:rPr lang="zh-CN" altLang="en-US" sz="1600" b="1">
                <a:solidFill>
                  <a:prstClr val="black"/>
                </a:solidFill>
                <a:latin typeface="微软雅黑" panose="020B0503020204020204" pitchFamily="34" charset="-122"/>
                <a:ea typeface="微软雅黑" panose="020B0503020204020204" pitchFamily="34" charset="-122"/>
              </a:rPr>
              <a:t>日复盘：抓动态（已执行）</a:t>
            </a:r>
            <a:endParaRPr lang="en-US" altLang="zh-CN" sz="1600" b="1">
              <a:solidFill>
                <a:prstClr val="black"/>
              </a:solidFill>
              <a:latin typeface="微软雅黑" panose="020B0503020204020204" pitchFamily="34" charset="-122"/>
              <a:ea typeface="微软雅黑" panose="020B0503020204020204" pitchFamily="34" charset="-122"/>
            </a:endParaRPr>
          </a:p>
          <a:p>
            <a:pPr>
              <a:lnSpc>
                <a:spcPct val="150000"/>
              </a:lnSpc>
              <a:defRPr/>
            </a:pPr>
            <a:r>
              <a:rPr lang="zh-CN" altLang="en-US" sz="1600" b="1">
                <a:solidFill>
                  <a:prstClr val="black"/>
                </a:solidFill>
                <a:latin typeface="微软雅黑" panose="020B0503020204020204" pitchFamily="34" charset="-122"/>
                <a:ea typeface="微软雅黑" panose="020B0503020204020204" pitchFamily="34" charset="-122"/>
              </a:rPr>
              <a:t>周复盘：方向调整</a:t>
            </a:r>
            <a:r>
              <a:rPr lang="zh-CN" altLang="en-US" sz="1600" b="1">
                <a:solidFill>
                  <a:srgbClr val="C00000"/>
                </a:solidFill>
                <a:latin typeface="微软雅黑" panose="020B0503020204020204" pitchFamily="34" charset="-122"/>
                <a:ea typeface="微软雅黑" panose="020B0503020204020204" pitchFamily="34" charset="-122"/>
              </a:rPr>
              <a:t>（待执行）</a:t>
            </a:r>
            <a:endParaRPr lang="en-US" altLang="zh-CN" sz="1600" b="1">
              <a:solidFill>
                <a:srgbClr val="C00000"/>
              </a:solidFill>
              <a:latin typeface="微软雅黑" panose="020B0503020204020204" pitchFamily="34" charset="-122"/>
              <a:ea typeface="微软雅黑" panose="020B0503020204020204" pitchFamily="34" charset="-122"/>
            </a:endParaRPr>
          </a:p>
          <a:p>
            <a:pPr marR="0" lvl="0" algn="l" defTabSz="914400" rtl="0" eaLnBrk="1" fontAlgn="auto" latinLnBrk="0" hangingPunct="1">
              <a:lnSpc>
                <a:spcPct val="150000"/>
              </a:lnSpc>
              <a:spcBef>
                <a:spcPts val="0"/>
              </a:spcBef>
              <a:spcAft>
                <a:spcPts val="0"/>
              </a:spcAft>
              <a:buClrTx/>
              <a:buSzTx/>
              <a:tabLst/>
              <a:defRPr/>
            </a:pPr>
            <a:r>
              <a:rPr lang="zh-CN" altLang="en-US" sz="1600" b="1">
                <a:solidFill>
                  <a:prstClr val="black"/>
                </a:solidFill>
                <a:latin typeface="微软雅黑" panose="020B0503020204020204" pitchFamily="34" charset="-122"/>
                <a:ea typeface="微软雅黑" panose="020B0503020204020204" pitchFamily="34" charset="-122"/>
              </a:rPr>
              <a:t>月复盘：评价与交付</a:t>
            </a:r>
            <a:endParaRPr lang="zh-CN" altLang="en-US" sz="2000"/>
          </a:p>
        </p:txBody>
      </p:sp>
    </p:spTree>
    <p:extLst>
      <p:ext uri="{BB962C8B-B14F-4D97-AF65-F5344CB8AC3E}">
        <p14:creationId xmlns:p14="http://schemas.microsoft.com/office/powerpoint/2010/main" val="8874823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1AB83-697E-24D7-B95B-CA9836AC0173}"/>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39915770-4AA8-4CC9-DCA9-9F6F996F708C}"/>
              </a:ext>
            </a:extLst>
          </p:cNvPr>
          <p:cNvSpPr/>
          <p:nvPr/>
        </p:nvSpPr>
        <p:spPr>
          <a:xfrm>
            <a:off x="0" y="0"/>
            <a:ext cx="12192000" cy="574177"/>
          </a:xfrm>
          <a:prstGeom prst="rect">
            <a:avLst/>
          </a:prstGeom>
          <a:solidFill>
            <a:srgbClr val="3B3B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DengXian"/>
              <a:ea typeface="DengXian" panose="02010600030101010101" pitchFamily="2" charset="-122"/>
              <a:cs typeface="+mn-cs"/>
            </a:endParaRPr>
          </a:p>
        </p:txBody>
      </p:sp>
      <p:sp>
        <p:nvSpPr>
          <p:cNvPr id="8" name="文本框 7">
            <a:extLst>
              <a:ext uri="{FF2B5EF4-FFF2-40B4-BE49-F238E27FC236}">
                <a16:creationId xmlns:a16="http://schemas.microsoft.com/office/drawing/2014/main" id="{DA331EEE-273E-E010-54C1-B723F590EB96}"/>
              </a:ext>
            </a:extLst>
          </p:cNvPr>
          <p:cNvSpPr txBox="1"/>
          <p:nvPr/>
        </p:nvSpPr>
        <p:spPr>
          <a:xfrm>
            <a:off x="126998" y="102938"/>
            <a:ext cx="10588627" cy="369332"/>
          </a:xfrm>
          <a:prstGeom prst="rect">
            <a:avLst/>
          </a:prstGeom>
          <a:noFill/>
        </p:spPr>
        <p:txBody>
          <a:bodyPr wrap="square" rtlCol="0">
            <a:spAutoFit/>
          </a:bodyPr>
          <a:lstStyle/>
          <a:p>
            <a:pPr lvl="0">
              <a:defRPr/>
            </a:pPr>
            <a:r>
              <a:rPr kumimoji="0" lang="en-US" altLang="zh-CN"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3. </a:t>
            </a:r>
            <a:r>
              <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蒙西</a:t>
            </a:r>
            <a:r>
              <a:rPr lang="zh-CN" altLang="en-US" dirty="0">
                <a:solidFill>
                  <a:prstClr val="white"/>
                </a:solidFill>
                <a:latin typeface="微软雅黑" panose="020B0503020204020204" pitchFamily="34" charset="-122"/>
                <a:ea typeface="微软雅黑" panose="020B0503020204020204" pitchFamily="34" charset="-122"/>
              </a:rPr>
              <a:t>储能交易风险及挑战</a:t>
            </a:r>
            <a:endParaRPr kumimoji="0" lang="zh-CN" altLang="en-US" sz="1800" b="0" i="0" u="none" strike="noStrike" kern="1200" cap="none" spc="0" normalizeH="0" baseline="0" noProof="0" dirty="0">
              <a:ln>
                <a:noFill/>
              </a:ln>
              <a:solidFill>
                <a:schemeClr val="accent4">
                  <a:lumMod val="20000"/>
                  <a:lumOff val="80000"/>
                </a:schemeClr>
              </a:solidFill>
              <a:effectLst/>
              <a:uLnTx/>
              <a:uFillTx/>
              <a:latin typeface="微软雅黑" panose="020B0503020204020204" pitchFamily="34" charset="-122"/>
              <a:ea typeface="微软雅黑" panose="020B0503020204020204" pitchFamily="34" charset="-122"/>
              <a:cs typeface="+mn-cs"/>
            </a:endParaRPr>
          </a:p>
        </p:txBody>
      </p:sp>
      <p:sp>
        <p:nvSpPr>
          <p:cNvPr id="4" name="文本框 3">
            <a:extLst>
              <a:ext uri="{FF2B5EF4-FFF2-40B4-BE49-F238E27FC236}">
                <a16:creationId xmlns:a16="http://schemas.microsoft.com/office/drawing/2014/main" id="{E84702AE-4348-E6A3-76BB-B0246105CEE3}"/>
              </a:ext>
            </a:extLst>
          </p:cNvPr>
          <p:cNvSpPr txBox="1"/>
          <p:nvPr/>
        </p:nvSpPr>
        <p:spPr>
          <a:xfrm>
            <a:off x="126998" y="542426"/>
            <a:ext cx="11624232" cy="567027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应对措施</a:t>
            </a:r>
            <a:endPar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CN" sz="2000" b="1" dirty="0">
                <a:solidFill>
                  <a:prstClr val="black"/>
                </a:solidFill>
                <a:latin typeface="微软雅黑" panose="020B0503020204020204" pitchFamily="34" charset="-122"/>
                <a:ea typeface="微软雅黑" panose="020B0503020204020204" pitchFamily="34" charset="-122"/>
              </a:rPr>
              <a:t>1.</a:t>
            </a:r>
            <a:r>
              <a:rPr lang="zh-CN" altLang="en-US" sz="2000" b="1" dirty="0">
                <a:solidFill>
                  <a:prstClr val="black"/>
                </a:solidFill>
                <a:latin typeface="微软雅黑" panose="020B0503020204020204" pitchFamily="34" charset="-122"/>
                <a:ea typeface="微软雅黑" panose="020B0503020204020204" pitchFamily="34" charset="-122"/>
              </a:rPr>
              <a:t>流程及工作机制</a:t>
            </a:r>
            <a:endParaRPr lang="en-US" altLang="zh-CN" sz="2000" b="1" dirty="0">
              <a:solidFill>
                <a:prstClr val="black"/>
              </a:solidFill>
              <a:latin typeface="微软雅黑" panose="020B0503020204020204" pitchFamily="34" charset="-122"/>
              <a:ea typeface="微软雅黑" panose="020B0503020204020204" pitchFamily="34" charset="-122"/>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lang="zh-CN" altLang="en-US" sz="2000" dirty="0">
                <a:solidFill>
                  <a:prstClr val="black"/>
                </a:solidFill>
                <a:latin typeface="微软雅黑" panose="020B0503020204020204" pitchFamily="34" charset="-122"/>
                <a:ea typeface="微软雅黑" panose="020B0503020204020204" pitchFamily="34" charset="-122"/>
              </a:rPr>
              <a:t>组建专职储能交易团队，通过统一策略会提高申报效率</a:t>
            </a:r>
            <a:endParaRPr lang="en-US" altLang="zh-CN" sz="2000" dirty="0">
              <a:solidFill>
                <a:prstClr val="black"/>
              </a:solidFill>
              <a:latin typeface="微软雅黑" panose="020B0503020204020204" pitchFamily="34" charset="-122"/>
              <a:ea typeface="微软雅黑" panose="020B0503020204020204" pitchFamily="34" charset="-122"/>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lang="zh-CN" altLang="en-US" sz="2000" dirty="0">
                <a:solidFill>
                  <a:prstClr val="black"/>
                </a:solidFill>
                <a:latin typeface="微软雅黑" panose="020B0503020204020204" pitchFamily="34" charset="-122"/>
                <a:ea typeface="微软雅黑" panose="020B0503020204020204" pitchFamily="34" charset="-122"/>
              </a:rPr>
              <a:t>开展日、周、月多维度复盘，监控每日现货价格，总结全网储能充放行为，监控运行状态和收益，通过</a:t>
            </a:r>
            <a:r>
              <a:rPr lang="en-US" altLang="zh-CN" sz="2000" dirty="0">
                <a:solidFill>
                  <a:prstClr val="black"/>
                </a:solidFill>
                <a:latin typeface="微软雅黑" panose="020B0503020204020204" pitchFamily="34" charset="-122"/>
                <a:ea typeface="微软雅黑" panose="020B0503020204020204" pitchFamily="34" charset="-122"/>
              </a:rPr>
              <a:t>PDCA</a:t>
            </a:r>
            <a:r>
              <a:rPr lang="zh-CN" altLang="en-US" sz="2000" dirty="0">
                <a:solidFill>
                  <a:prstClr val="black"/>
                </a:solidFill>
                <a:latin typeface="微软雅黑" panose="020B0503020204020204" pitchFamily="34" charset="-122"/>
                <a:ea typeface="微软雅黑" panose="020B0503020204020204" pitchFamily="34" charset="-122"/>
              </a:rPr>
              <a:t>循环提升交易水平，实现风险管控</a:t>
            </a:r>
            <a:endParaRPr lang="en-US" altLang="zh-CN" sz="2000" dirty="0">
              <a:solidFill>
                <a:prstClr val="black"/>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CN" sz="2000" b="1" dirty="0">
                <a:solidFill>
                  <a:prstClr val="black"/>
                </a:solidFill>
                <a:latin typeface="微软雅黑" panose="020B0503020204020204" pitchFamily="34" charset="-122"/>
                <a:ea typeface="微软雅黑" panose="020B0503020204020204" pitchFamily="34" charset="-122"/>
              </a:rPr>
              <a:t>2.</a:t>
            </a:r>
            <a:r>
              <a:rPr lang="zh-CN" altLang="en-US" sz="2000" b="1" dirty="0">
                <a:solidFill>
                  <a:prstClr val="black"/>
                </a:solidFill>
                <a:latin typeface="微软雅黑" panose="020B0503020204020204" pitchFamily="34" charset="-122"/>
                <a:ea typeface="微软雅黑" panose="020B0503020204020204" pitchFamily="34" charset="-122"/>
              </a:rPr>
              <a:t>交易策略上</a:t>
            </a:r>
            <a:endParaRPr lang="en-US" altLang="zh-CN" sz="2000" b="1" dirty="0">
              <a:solidFill>
                <a:prstClr val="black"/>
              </a:solidFill>
              <a:latin typeface="微软雅黑" panose="020B0503020204020204" pitchFamily="34" charset="-122"/>
              <a:ea typeface="微软雅黑" panose="020B0503020204020204" pitchFamily="34" charset="-122"/>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lang="zh-CN" altLang="en-US" sz="2000" dirty="0">
                <a:solidFill>
                  <a:prstClr val="black"/>
                </a:solidFill>
                <a:latin typeface="微软雅黑" panose="020B0503020204020204" pitchFamily="34" charset="-122"/>
                <a:ea typeface="微软雅黑" panose="020B0503020204020204" pitchFamily="34" charset="-122"/>
              </a:rPr>
              <a:t>降低大功率储能实际充放功率，寻求与小储配合或措峰充放，以降低对竞价空间及价格影响。</a:t>
            </a:r>
            <a:endParaRPr lang="en-US" altLang="zh-CN" sz="2000" dirty="0">
              <a:solidFill>
                <a:prstClr val="black"/>
              </a:solidFill>
              <a:latin typeface="微软雅黑" panose="020B0503020204020204" pitchFamily="34" charset="-122"/>
              <a:ea typeface="微软雅黑" panose="020B0503020204020204" pitchFamily="34" charset="-122"/>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lang="zh-CN" altLang="en-US" sz="2000" dirty="0">
                <a:solidFill>
                  <a:prstClr val="black"/>
                </a:solidFill>
                <a:latin typeface="微软雅黑" panose="020B0503020204020204" pitchFamily="34" charset="-122"/>
                <a:ea typeface="微软雅黑" panose="020B0503020204020204" pitchFamily="34" charset="-122"/>
              </a:rPr>
              <a:t>采用留电策略，降低与其他项目集中放电造成的价格畸变</a:t>
            </a:r>
            <a:endParaRPr lang="en-US" altLang="zh-CN" sz="2000" dirty="0">
              <a:solidFill>
                <a:prstClr val="black"/>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CN" sz="2000" b="1" dirty="0">
                <a:solidFill>
                  <a:prstClr val="black"/>
                </a:solidFill>
                <a:latin typeface="微软雅黑" panose="020B0503020204020204" pitchFamily="34" charset="-122"/>
                <a:ea typeface="微软雅黑" panose="020B0503020204020204" pitchFamily="34" charset="-122"/>
              </a:rPr>
              <a:t>3.</a:t>
            </a:r>
            <a:r>
              <a:rPr lang="zh-CN" altLang="en-US" sz="2000" b="1" dirty="0">
                <a:solidFill>
                  <a:prstClr val="black"/>
                </a:solidFill>
                <a:latin typeface="微软雅黑" panose="020B0503020204020204" pitchFamily="34" charset="-122"/>
                <a:ea typeface="微软雅黑" panose="020B0503020204020204" pitchFamily="34" charset="-122"/>
              </a:rPr>
              <a:t>技术算法能力提升</a:t>
            </a:r>
            <a:endParaRPr lang="en-US" altLang="zh-CN" sz="2000" b="1" dirty="0">
              <a:solidFill>
                <a:prstClr val="black"/>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ü"/>
              <a:defRPr/>
            </a:pPr>
            <a:r>
              <a:rPr lang="zh-CN" altLang="en-US" sz="2000" dirty="0">
                <a:solidFill>
                  <a:prstClr val="black"/>
                </a:solidFill>
                <a:latin typeface="微软雅黑" panose="020B0503020204020204" pitchFamily="34" charset="-122"/>
                <a:ea typeface="微软雅黑" panose="020B0503020204020204" pitchFamily="34" charset="-122"/>
              </a:rPr>
              <a:t>利用</a:t>
            </a:r>
            <a:r>
              <a:rPr lang="en-US" altLang="zh-CN" sz="2000" dirty="0">
                <a:solidFill>
                  <a:prstClr val="black"/>
                </a:solidFill>
                <a:latin typeface="微软雅黑" panose="020B0503020204020204" pitchFamily="34" charset="-122"/>
                <a:ea typeface="微软雅黑" panose="020B0503020204020204" pitchFamily="34" charset="-122"/>
              </a:rPr>
              <a:t>AI</a:t>
            </a:r>
            <a:r>
              <a:rPr lang="zh-CN" altLang="en-US" sz="2000" dirty="0">
                <a:solidFill>
                  <a:prstClr val="black"/>
                </a:solidFill>
                <a:latin typeface="微软雅黑" panose="020B0503020204020204" pitchFamily="34" charset="-122"/>
                <a:ea typeface="微软雅黑" panose="020B0503020204020204" pitchFamily="34" charset="-122"/>
              </a:rPr>
              <a:t>能力，建立考虑全网储能充放行为的价格预测能力，以及储能策略自动化生成工具</a:t>
            </a:r>
            <a:endParaRPr lang="en-US" altLang="zh-CN" sz="2000" dirty="0">
              <a:solidFill>
                <a:prstClr val="black"/>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CN" sz="2000" b="1" dirty="0">
                <a:solidFill>
                  <a:prstClr val="black"/>
                </a:solidFill>
                <a:latin typeface="微软雅黑" panose="020B0503020204020204" pitchFamily="34" charset="-122"/>
                <a:ea typeface="微软雅黑" panose="020B0503020204020204" pitchFamily="34" charset="-122"/>
              </a:rPr>
              <a:t>3.</a:t>
            </a:r>
            <a:r>
              <a:rPr lang="zh-CN" altLang="en-US" sz="2000" b="1" dirty="0">
                <a:solidFill>
                  <a:prstClr val="black"/>
                </a:solidFill>
                <a:latin typeface="微软雅黑" panose="020B0503020204020204" pitchFamily="34" charset="-122"/>
                <a:ea typeface="微软雅黑" panose="020B0503020204020204" pitchFamily="34" charset="-122"/>
              </a:rPr>
              <a:t>加强与属地电网、交易中心及相关管理部门交流</a:t>
            </a:r>
            <a:endParaRPr lang="en-US" altLang="zh-CN" sz="2000" b="1" dirty="0">
              <a:solidFill>
                <a:prstClr val="black"/>
              </a:solidFill>
              <a:latin typeface="微软雅黑" panose="020B0503020204020204" pitchFamily="34" charset="-122"/>
              <a:ea typeface="微软雅黑" panose="020B0503020204020204" pitchFamily="34" charset="-122"/>
            </a:endParaRPr>
          </a:p>
          <a:p>
            <a:pPr marL="342900" marR="0" lvl="0" indent="-342900" fontAlgn="auto">
              <a:lnSpc>
                <a:spcPct val="150000"/>
              </a:lnSpc>
              <a:spcBef>
                <a:spcPts val="0"/>
              </a:spcBef>
              <a:spcAft>
                <a:spcPts val="0"/>
              </a:spcAft>
              <a:buClrTx/>
              <a:buSzTx/>
              <a:buFont typeface="Wingdings" panose="05000000000000000000" pitchFamily="2" charset="2"/>
              <a:buChar char="ü"/>
              <a:tabLst/>
              <a:defRPr/>
            </a:pPr>
            <a:r>
              <a:rPr lang="zh-CN" altLang="en-US" sz="2000" dirty="0">
                <a:solidFill>
                  <a:prstClr val="black"/>
                </a:solidFill>
                <a:latin typeface="微软雅黑" panose="020B0503020204020204" pitchFamily="34" charset="-122"/>
                <a:ea typeface="微软雅黑" panose="020B0503020204020204" pitchFamily="34" charset="-122"/>
              </a:rPr>
              <a:t>积极了解电网规则、政策动向，常态化沟通策略和校核规律</a:t>
            </a:r>
            <a:endParaRPr lang="en-US" altLang="zh-CN" sz="2000" dirty="0">
              <a:solidFill>
                <a:prstClr val="black"/>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353713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C9CB9C7-0A75-B828-50ED-1C01993BA018}"/>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AC928EB3-3CF2-7B81-3EA2-7015592613E8}"/>
              </a:ext>
            </a:extLst>
          </p:cNvPr>
          <p:cNvSpPr/>
          <p:nvPr/>
        </p:nvSpPr>
        <p:spPr>
          <a:xfrm>
            <a:off x="0" y="0"/>
            <a:ext cx="12192000" cy="574177"/>
          </a:xfrm>
          <a:prstGeom prst="rect">
            <a:avLst/>
          </a:prstGeom>
          <a:solidFill>
            <a:srgbClr val="3B3B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DengXian"/>
              <a:ea typeface="DengXian" panose="02010600030101010101" pitchFamily="2" charset="-122"/>
              <a:cs typeface="+mn-cs"/>
            </a:endParaRPr>
          </a:p>
        </p:txBody>
      </p:sp>
      <p:sp>
        <p:nvSpPr>
          <p:cNvPr id="3" name="文本框 2">
            <a:extLst>
              <a:ext uri="{FF2B5EF4-FFF2-40B4-BE49-F238E27FC236}">
                <a16:creationId xmlns:a16="http://schemas.microsoft.com/office/drawing/2014/main" id="{2A69F3BF-BB0F-3E5D-2BEC-F1D80D51BCE0}"/>
              </a:ext>
            </a:extLst>
          </p:cNvPr>
          <p:cNvSpPr txBox="1"/>
          <p:nvPr/>
        </p:nvSpPr>
        <p:spPr>
          <a:xfrm>
            <a:off x="283884" y="715082"/>
            <a:ext cx="1162423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按照场站所在不同节点、不同出清价格进行聚类设置价区，不同价区的统计结果如下：</a:t>
            </a:r>
          </a:p>
        </p:txBody>
      </p:sp>
      <p:sp>
        <p:nvSpPr>
          <p:cNvPr id="4" name="文本框 3">
            <a:extLst>
              <a:ext uri="{FF2B5EF4-FFF2-40B4-BE49-F238E27FC236}">
                <a16:creationId xmlns:a16="http://schemas.microsoft.com/office/drawing/2014/main" id="{95E439AF-2E69-F011-A9BC-3F1F2CF5AD9E}"/>
              </a:ext>
            </a:extLst>
          </p:cNvPr>
          <p:cNvSpPr txBox="1"/>
          <p:nvPr/>
        </p:nvSpPr>
        <p:spPr>
          <a:xfrm>
            <a:off x="283884" y="1399853"/>
            <a:ext cx="2099444" cy="2354703"/>
          </a:xfrm>
          <a:prstGeom prst="rect">
            <a:avLst/>
          </a:prstGeom>
          <a:solidFill>
            <a:schemeClr val="bg1">
              <a:lumMod val="85000"/>
            </a:schemeClr>
          </a:solidFill>
        </p:spPr>
        <p:txBody>
          <a:bodyPr wrap="square" rtlCol="0" anchor="t" anchorCtr="0">
            <a:noAutofit/>
          </a:bodyPr>
          <a:lstStyle/>
          <a:p>
            <a:pPr marL="0" marR="0" lvl="0" indent="0" algn="ctr" defTabSz="914400" rtl="0" eaLnBrk="1" fontAlgn="auto" latinLnBrk="0" hangingPunct="1">
              <a:lnSpc>
                <a:spcPct val="130000"/>
              </a:lnSpc>
              <a:spcBef>
                <a:spcPts val="0"/>
              </a:spcBef>
              <a:spcAft>
                <a:spcPts val="0"/>
              </a:spcAft>
              <a:buClrTx/>
              <a:buSzTx/>
              <a:buFont typeface="Arial" panose="020B0604020202020204" pitchFamily="34" charset="0"/>
              <a:buNone/>
              <a:tabLst/>
              <a:defRPr/>
            </a:pPr>
            <a:r>
              <a:rPr lang="en-US" altLang="zh-CN" b="1">
                <a:solidFill>
                  <a:prstClr val="black"/>
                </a:solidFill>
                <a:latin typeface="微软雅黑" panose="020B0503020204020204" pitchFamily="34" charset="-122"/>
                <a:ea typeface="微软雅黑" panose="020B0503020204020204" pitchFamily="34" charset="-122"/>
                <a:sym typeface="+mn-ea"/>
              </a:rPr>
              <a:t>1</a:t>
            </a:r>
            <a:endParaRPr kumimoji="0" lang="en-US" altLang="zh-CN"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mn-ea"/>
            </a:endParaRPr>
          </a:p>
        </p:txBody>
      </p:sp>
      <p:sp>
        <p:nvSpPr>
          <p:cNvPr id="5" name="文本框 4">
            <a:extLst>
              <a:ext uri="{FF2B5EF4-FFF2-40B4-BE49-F238E27FC236}">
                <a16:creationId xmlns:a16="http://schemas.microsoft.com/office/drawing/2014/main" id="{A4FC90B5-FE97-C3ED-4076-F304F30E8DBB}"/>
              </a:ext>
            </a:extLst>
          </p:cNvPr>
          <p:cNvSpPr txBox="1"/>
          <p:nvPr/>
        </p:nvSpPr>
        <p:spPr>
          <a:xfrm>
            <a:off x="9808672" y="1395116"/>
            <a:ext cx="2099444" cy="2291989"/>
          </a:xfrm>
          <a:prstGeom prst="rect">
            <a:avLst/>
          </a:prstGeom>
          <a:solidFill>
            <a:schemeClr val="bg1">
              <a:lumMod val="85000"/>
            </a:schemeClr>
          </a:solidFill>
        </p:spPr>
        <p:txBody>
          <a:bodyPr wrap="square" rtlCol="0" anchor="t" anchorCtr="0">
            <a:noAutofit/>
          </a:bodyPr>
          <a:lstStyle/>
          <a:p>
            <a:pPr marL="0" marR="0" lvl="0" indent="0" algn="ctr" defTabSz="914400" rtl="0" eaLnBrk="1" fontAlgn="auto" latinLnBrk="0" hangingPunct="1">
              <a:lnSpc>
                <a:spcPct val="130000"/>
              </a:lnSpc>
              <a:spcBef>
                <a:spcPts val="0"/>
              </a:spcBef>
              <a:spcAft>
                <a:spcPts val="0"/>
              </a:spcAft>
              <a:buClrTx/>
              <a:buSzTx/>
              <a:buFont typeface="Arial" panose="020B0604020202020204" pitchFamily="34" charset="0"/>
              <a:buNone/>
              <a:tabLst/>
              <a:defRPr/>
            </a:pPr>
            <a:r>
              <a:rPr kumimoji="0" lang="en-US" altLang="zh-CN"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5</a:t>
            </a:r>
          </a:p>
        </p:txBody>
      </p:sp>
      <p:sp>
        <p:nvSpPr>
          <p:cNvPr id="7" name="文本框 6">
            <a:extLst>
              <a:ext uri="{FF2B5EF4-FFF2-40B4-BE49-F238E27FC236}">
                <a16:creationId xmlns:a16="http://schemas.microsoft.com/office/drawing/2014/main" id="{C584C921-6675-55ED-2AE9-45DC75C4A913}"/>
              </a:ext>
            </a:extLst>
          </p:cNvPr>
          <p:cNvSpPr txBox="1"/>
          <p:nvPr/>
        </p:nvSpPr>
        <p:spPr>
          <a:xfrm>
            <a:off x="2716814" y="1399853"/>
            <a:ext cx="2099444" cy="2287252"/>
          </a:xfrm>
          <a:prstGeom prst="rect">
            <a:avLst/>
          </a:prstGeom>
          <a:solidFill>
            <a:schemeClr val="bg1">
              <a:lumMod val="85000"/>
            </a:schemeClr>
          </a:solidFill>
        </p:spPr>
        <p:txBody>
          <a:bodyPr wrap="square" rtlCol="0" anchor="t" anchorCtr="0">
            <a:noAutofit/>
          </a:bodyPr>
          <a:lstStyle/>
          <a:p>
            <a:pPr marL="0" marR="0" lvl="0" indent="0" algn="ctr" defTabSz="914400" rtl="0" eaLnBrk="1" fontAlgn="auto" latinLnBrk="0" hangingPunct="1">
              <a:lnSpc>
                <a:spcPct val="130000"/>
              </a:lnSpc>
              <a:spcBef>
                <a:spcPts val="0"/>
              </a:spcBef>
              <a:spcAft>
                <a:spcPts val="0"/>
              </a:spcAft>
              <a:buClrTx/>
              <a:buSzTx/>
              <a:buFont typeface="Arial" panose="020B0604020202020204" pitchFamily="34" charset="0"/>
              <a:buNone/>
              <a:tabLst/>
              <a:defRPr/>
            </a:pPr>
            <a:r>
              <a:rPr lang="en-US" altLang="zh-CN" b="1">
                <a:solidFill>
                  <a:prstClr val="black"/>
                </a:solidFill>
                <a:latin typeface="微软雅黑" panose="020B0503020204020204" pitchFamily="34" charset="-122"/>
                <a:ea typeface="微软雅黑" panose="020B0503020204020204" pitchFamily="34" charset="-122"/>
                <a:sym typeface="+mn-ea"/>
              </a:rPr>
              <a:t>2</a:t>
            </a:r>
            <a:endParaRPr kumimoji="0" lang="en-US" altLang="zh-CN"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mn-ea"/>
            </a:endParaRPr>
          </a:p>
        </p:txBody>
      </p:sp>
      <p:sp>
        <p:nvSpPr>
          <p:cNvPr id="9" name="文本框 8">
            <a:extLst>
              <a:ext uri="{FF2B5EF4-FFF2-40B4-BE49-F238E27FC236}">
                <a16:creationId xmlns:a16="http://schemas.microsoft.com/office/drawing/2014/main" id="{96AF1C6A-A5D4-55B5-A0C0-A27C9C12C369}"/>
              </a:ext>
            </a:extLst>
          </p:cNvPr>
          <p:cNvSpPr txBox="1"/>
          <p:nvPr/>
        </p:nvSpPr>
        <p:spPr>
          <a:xfrm>
            <a:off x="7475893" y="1395116"/>
            <a:ext cx="2099444" cy="2354703"/>
          </a:xfrm>
          <a:prstGeom prst="rect">
            <a:avLst/>
          </a:prstGeom>
          <a:solidFill>
            <a:schemeClr val="bg1">
              <a:lumMod val="85000"/>
            </a:schemeClr>
          </a:solidFill>
        </p:spPr>
        <p:txBody>
          <a:bodyPr wrap="square" rtlCol="0" anchor="t" anchorCtr="0">
            <a:noAutofit/>
          </a:bodyPr>
          <a:lstStyle/>
          <a:p>
            <a:pPr marL="0" marR="0" lvl="0" indent="0" algn="ctr" defTabSz="914400" rtl="0" eaLnBrk="1" fontAlgn="auto" latinLnBrk="0" hangingPunct="1">
              <a:lnSpc>
                <a:spcPct val="130000"/>
              </a:lnSpc>
              <a:spcBef>
                <a:spcPts val="0"/>
              </a:spcBef>
              <a:spcAft>
                <a:spcPts val="0"/>
              </a:spcAft>
              <a:buClrTx/>
              <a:buSzTx/>
              <a:buFont typeface="Arial" panose="020B0604020202020204" pitchFamily="34" charset="0"/>
              <a:buNone/>
              <a:tabLst/>
              <a:defRPr/>
            </a:pPr>
            <a:r>
              <a:rPr lang="en-US" altLang="zh-CN" b="1">
                <a:solidFill>
                  <a:prstClr val="black"/>
                </a:solidFill>
                <a:latin typeface="微软雅黑" panose="020B0503020204020204" pitchFamily="34" charset="-122"/>
                <a:ea typeface="微软雅黑" panose="020B0503020204020204" pitchFamily="34" charset="-122"/>
                <a:sym typeface="+mn-ea"/>
              </a:rPr>
              <a:t>4</a:t>
            </a:r>
            <a:endParaRPr kumimoji="0" lang="en-US" altLang="zh-CN"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mn-ea"/>
            </a:endParaRPr>
          </a:p>
        </p:txBody>
      </p:sp>
      <p:sp>
        <p:nvSpPr>
          <p:cNvPr id="10" name="文本框 9">
            <a:extLst>
              <a:ext uri="{FF2B5EF4-FFF2-40B4-BE49-F238E27FC236}">
                <a16:creationId xmlns:a16="http://schemas.microsoft.com/office/drawing/2014/main" id="{1C21E8B1-7CE9-F743-0AB7-86C47DCD2E88}"/>
              </a:ext>
            </a:extLst>
          </p:cNvPr>
          <p:cNvSpPr txBox="1"/>
          <p:nvPr/>
        </p:nvSpPr>
        <p:spPr>
          <a:xfrm>
            <a:off x="4669703" y="3848280"/>
            <a:ext cx="7238413" cy="2318957"/>
          </a:xfrm>
          <a:prstGeom prst="rect">
            <a:avLst/>
          </a:prstGeom>
          <a:solidFill>
            <a:schemeClr val="bg1">
              <a:lumMod val="85000"/>
            </a:schemeClr>
          </a:solidFill>
        </p:spPr>
        <p:txBody>
          <a:bodyPr wrap="square" rtlCol="0" anchor="t" anchorCtr="0">
            <a:noAutofit/>
          </a:bodyPr>
          <a:lstStyle/>
          <a:p>
            <a:pPr marL="0" marR="0" lvl="0" indent="0" algn="ctr" defTabSz="914400" rtl="0" eaLnBrk="1" fontAlgn="auto" latinLnBrk="0" hangingPunct="1">
              <a:lnSpc>
                <a:spcPct val="130000"/>
              </a:lnSpc>
              <a:spcBef>
                <a:spcPts val="0"/>
              </a:spcBef>
              <a:spcAft>
                <a:spcPts val="0"/>
              </a:spcAft>
              <a:buClrTx/>
              <a:buSzTx/>
              <a:buFont typeface="Arial" panose="020B0604020202020204" pitchFamily="34" charset="0"/>
              <a:buNone/>
              <a:tabLst/>
              <a:defRPr/>
            </a:pPr>
            <a:endParaRPr kumimoji="0" lang="en-US" altLang="zh-CN"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mn-ea"/>
            </a:endParaRPr>
          </a:p>
        </p:txBody>
      </p:sp>
      <p:sp>
        <p:nvSpPr>
          <p:cNvPr id="11" name="文本框 10">
            <a:extLst>
              <a:ext uri="{FF2B5EF4-FFF2-40B4-BE49-F238E27FC236}">
                <a16:creationId xmlns:a16="http://schemas.microsoft.com/office/drawing/2014/main" id="{B97845B3-6648-82F1-0C30-693365A805D7}"/>
              </a:ext>
            </a:extLst>
          </p:cNvPr>
          <p:cNvSpPr txBox="1"/>
          <p:nvPr/>
        </p:nvSpPr>
        <p:spPr>
          <a:xfrm>
            <a:off x="283883" y="3855666"/>
            <a:ext cx="4250929" cy="2287252"/>
          </a:xfrm>
          <a:prstGeom prst="rect">
            <a:avLst/>
          </a:prstGeom>
          <a:solidFill>
            <a:schemeClr val="bg1">
              <a:lumMod val="85000"/>
            </a:schemeClr>
          </a:solidFill>
        </p:spPr>
        <p:txBody>
          <a:bodyPr wrap="square" rtlCol="0" anchor="t" anchorCtr="0">
            <a:noAutofit/>
          </a:bodyPr>
          <a:lstStyle/>
          <a:p>
            <a:pPr marL="285750" indent="-285750">
              <a:lnSpc>
                <a:spcPct val="150000"/>
              </a:lnSpc>
              <a:buFont typeface="Wingdings" panose="05000000000000000000" pitchFamily="2" charset="2"/>
              <a:buChar char="p"/>
            </a:pPr>
            <a:r>
              <a:rPr lang="zh-CN" altLang="en-US" sz="1600">
                <a:latin typeface="微软雅黑" panose="020B0503020204020204" pitchFamily="34" charset="-122"/>
                <a:ea typeface="微软雅黑" panose="020B0503020204020204" pitchFamily="34" charset="-122"/>
                <a:cs typeface="微软雅黑" panose="020B0503020204020204" pitchFamily="34" charset="-122"/>
              </a:rPr>
              <a:t>由于存在接入节点差异，看全部储能收益排名意义不大，需要的是在相邻地区相似节点电价前提下，进行收益排名。</a:t>
            </a:r>
            <a:endParaRPr lang="en-US" altLang="zh-CN" sz="160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buFont typeface="Wingdings" panose="05000000000000000000" pitchFamily="2" charset="2"/>
              <a:buChar char="p"/>
            </a:pPr>
            <a:r>
              <a:rPr lang="zh-CN" altLang="en-US" sz="1600">
                <a:latin typeface="微软雅黑" panose="020B0503020204020204" pitchFamily="34" charset="-122"/>
                <a:ea typeface="微软雅黑" panose="020B0503020204020204" pitchFamily="34" charset="-122"/>
                <a:cs typeface="微软雅黑" panose="020B0503020204020204" pitchFamily="34" charset="-122"/>
              </a:rPr>
              <a:t>按照不同节点设置价区进行整理，各场站处于所在价区前列</a:t>
            </a:r>
          </a:p>
        </p:txBody>
      </p:sp>
      <p:graphicFrame>
        <p:nvGraphicFramePr>
          <p:cNvPr id="12" name="表格 11">
            <a:extLst>
              <a:ext uri="{FF2B5EF4-FFF2-40B4-BE49-F238E27FC236}">
                <a16:creationId xmlns:a16="http://schemas.microsoft.com/office/drawing/2014/main" id="{CF2C8354-8AAE-1CF0-D92E-26F5B2C7EBAC}"/>
              </a:ext>
            </a:extLst>
          </p:cNvPr>
          <p:cNvGraphicFramePr>
            <a:graphicFrameLocks noGrp="1"/>
          </p:cNvGraphicFramePr>
          <p:nvPr/>
        </p:nvGraphicFramePr>
        <p:xfrm>
          <a:off x="283883" y="1832799"/>
          <a:ext cx="2099444" cy="1934219"/>
        </p:xfrm>
        <a:graphic>
          <a:graphicData uri="http://schemas.openxmlformats.org/drawingml/2006/table">
            <a:tbl>
              <a:tblPr bandRow="1">
                <a:tableStyleId>{5202B0CA-FC54-4496-8BCA-5EF66A818D29}</a:tableStyleId>
              </a:tblPr>
              <a:tblGrid>
                <a:gridCol w="1489856">
                  <a:extLst>
                    <a:ext uri="{9D8B030D-6E8A-4147-A177-3AD203B41FA5}">
                      <a16:colId xmlns:a16="http://schemas.microsoft.com/office/drawing/2014/main" val="3127981793"/>
                    </a:ext>
                  </a:extLst>
                </a:gridCol>
                <a:gridCol w="609588">
                  <a:extLst>
                    <a:ext uri="{9D8B030D-6E8A-4147-A177-3AD203B41FA5}">
                      <a16:colId xmlns:a16="http://schemas.microsoft.com/office/drawing/2014/main" val="408560269"/>
                    </a:ext>
                  </a:extLst>
                </a:gridCol>
              </a:tblGrid>
              <a:tr h="276317">
                <a:tc>
                  <a:txBody>
                    <a:bodyPr/>
                    <a:lstStyle/>
                    <a:p>
                      <a:pPr algn="ctr" fontAlgn="t"/>
                      <a:r>
                        <a:rPr lang="zh-CN" altLang="en-US" sz="1100" b="1" u="none" strike="noStrike">
                          <a:effectLst/>
                          <a:latin typeface="微软雅黑" panose="020B0503020204020204" pitchFamily="34" charset="-122"/>
                          <a:ea typeface="微软雅黑" panose="020B0503020204020204" pitchFamily="34" charset="-122"/>
                        </a:rPr>
                        <a:t>场站名称</a:t>
                      </a:r>
                      <a:endParaRPr lang="zh-CN" altLang="en-US" sz="1100" b="1"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t"/>
                      <a:r>
                        <a:rPr lang="zh-CN" altLang="en-US" sz="1100" b="1" u="none" strike="noStrike">
                          <a:effectLst/>
                          <a:latin typeface="微软雅黑" panose="020B0503020204020204" pitchFamily="34" charset="-122"/>
                          <a:ea typeface="微软雅黑" panose="020B0503020204020204" pitchFamily="34" charset="-122"/>
                        </a:rPr>
                        <a:t>收益排名</a:t>
                      </a:r>
                      <a:endParaRPr lang="zh-CN" altLang="en-US" sz="1100" b="1"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extLst>
                  <a:ext uri="{0D108BD9-81ED-4DB2-BD59-A6C34878D82A}">
                    <a16:rowId xmlns:a16="http://schemas.microsoft.com/office/drawing/2014/main" val="1334911963"/>
                  </a:ext>
                </a:extLst>
              </a:tr>
              <a:tr h="276317">
                <a:tc>
                  <a:txBody>
                    <a:bodyPr/>
                    <a:lstStyle/>
                    <a:p>
                      <a:pPr algn="ctr" fontAlgn="b"/>
                      <a:r>
                        <a:rPr lang="zh-CN" altLang="en-US" sz="1100" u="none" strike="noStrike">
                          <a:effectLst/>
                          <a:latin typeface="微软雅黑" panose="020B0503020204020204" pitchFamily="34" charset="-122"/>
                          <a:ea typeface="微软雅黑" panose="020B0503020204020204" pitchFamily="34" charset="-122"/>
                        </a:rPr>
                        <a:t>泰垚鑫储储能电站</a:t>
                      </a:r>
                      <a:endParaRPr lang="zh-CN"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b"/>
                      <a:r>
                        <a:rPr lang="en-US" altLang="zh-CN" sz="1100" u="none" strike="noStrike">
                          <a:effectLst/>
                          <a:latin typeface="微软雅黑" panose="020B0503020204020204" pitchFamily="34" charset="-122"/>
                          <a:ea typeface="微软雅黑" panose="020B0503020204020204" pitchFamily="34" charset="-122"/>
                        </a:rPr>
                        <a:t>1</a:t>
                      </a:r>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extLst>
                  <a:ext uri="{0D108BD9-81ED-4DB2-BD59-A6C34878D82A}">
                    <a16:rowId xmlns:a16="http://schemas.microsoft.com/office/drawing/2014/main" val="4076549301"/>
                  </a:ext>
                </a:extLst>
              </a:tr>
              <a:tr h="276317">
                <a:tc>
                  <a:txBody>
                    <a:bodyPr/>
                    <a:lstStyle/>
                    <a:p>
                      <a:pPr algn="ctr" fontAlgn="b"/>
                      <a:r>
                        <a:rPr lang="zh-CN" altLang="en-US" sz="1100" u="none" strike="noStrike">
                          <a:effectLst/>
                          <a:latin typeface="微软雅黑" panose="020B0503020204020204" pitchFamily="34" charset="-122"/>
                          <a:ea typeface="微软雅黑" panose="020B0503020204020204" pitchFamily="34" charset="-122"/>
                        </a:rPr>
                        <a:t>中绿电东兴储能电站</a:t>
                      </a:r>
                      <a:endParaRPr lang="zh-CN"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b"/>
                      <a:r>
                        <a:rPr lang="en-US" altLang="zh-CN" sz="1100" u="none" strike="noStrike">
                          <a:effectLst/>
                          <a:latin typeface="微软雅黑" panose="020B0503020204020204" pitchFamily="34" charset="-122"/>
                          <a:ea typeface="微软雅黑" panose="020B0503020204020204" pitchFamily="34" charset="-122"/>
                        </a:rPr>
                        <a:t>5</a:t>
                      </a:r>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extLst>
                  <a:ext uri="{0D108BD9-81ED-4DB2-BD59-A6C34878D82A}">
                    <a16:rowId xmlns:a16="http://schemas.microsoft.com/office/drawing/2014/main" val="1476837728"/>
                  </a:ext>
                </a:extLst>
              </a:tr>
              <a:tr h="276317">
                <a:tc>
                  <a:txBody>
                    <a:bodyPr/>
                    <a:lstStyle/>
                    <a:p>
                      <a:pPr algn="ctr" fontAlgn="b"/>
                      <a:r>
                        <a:rPr lang="zh-CN" altLang="en-US" sz="1100" u="none" strike="noStrike">
                          <a:effectLst/>
                          <a:highlight>
                            <a:srgbClr val="FFFF00"/>
                          </a:highlight>
                          <a:latin typeface="微软雅黑" panose="020B0503020204020204" pitchFamily="34" charset="-122"/>
                          <a:ea typeface="微软雅黑" panose="020B0503020204020204" pitchFamily="34" charset="-122"/>
                        </a:rPr>
                        <a:t>富景五虎山储能电站</a:t>
                      </a:r>
                      <a:endParaRPr lang="zh-CN" altLang="en-US" sz="1100" b="0" i="0" u="none" strike="noStrike">
                        <a:solidFill>
                          <a:srgbClr val="000000"/>
                        </a:solidFill>
                        <a:effectLst/>
                        <a:highlight>
                          <a:srgbClr val="FFFF00"/>
                        </a:highligh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b"/>
                      <a:r>
                        <a:rPr lang="en-US" altLang="zh-CN" sz="1100" u="none" strike="noStrike">
                          <a:effectLst/>
                          <a:latin typeface="微软雅黑" panose="020B0503020204020204" pitchFamily="34" charset="-122"/>
                          <a:ea typeface="微软雅黑" panose="020B0503020204020204" pitchFamily="34" charset="-122"/>
                        </a:rPr>
                        <a:t>6</a:t>
                      </a:r>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extLst>
                  <a:ext uri="{0D108BD9-81ED-4DB2-BD59-A6C34878D82A}">
                    <a16:rowId xmlns:a16="http://schemas.microsoft.com/office/drawing/2014/main" val="3572170505"/>
                  </a:ext>
                </a:extLst>
              </a:tr>
              <a:tr h="276317">
                <a:tc>
                  <a:txBody>
                    <a:bodyPr/>
                    <a:lstStyle/>
                    <a:p>
                      <a:pPr algn="ctr" fontAlgn="b"/>
                      <a:r>
                        <a:rPr lang="zh-CN" altLang="en-US" sz="1100" u="none" strike="noStrike">
                          <a:effectLst/>
                          <a:highlight>
                            <a:srgbClr val="FFFF00"/>
                          </a:highlight>
                          <a:latin typeface="微软雅黑" panose="020B0503020204020204" pitchFamily="34" charset="-122"/>
                          <a:ea typeface="微软雅黑" panose="020B0503020204020204" pitchFamily="34" charset="-122"/>
                        </a:rPr>
                        <a:t>景怡查干哈达储能电站</a:t>
                      </a:r>
                      <a:endParaRPr lang="zh-CN" altLang="en-US" sz="1100" b="0" i="0" u="none" strike="noStrike">
                        <a:solidFill>
                          <a:srgbClr val="000000"/>
                        </a:solidFill>
                        <a:effectLst/>
                        <a:highlight>
                          <a:srgbClr val="FFFF00"/>
                        </a:highligh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b"/>
                      <a:r>
                        <a:rPr lang="en-US" altLang="zh-CN" sz="1100" u="none" strike="noStrike">
                          <a:effectLst/>
                          <a:latin typeface="微软雅黑" panose="020B0503020204020204" pitchFamily="34" charset="-122"/>
                          <a:ea typeface="微软雅黑" panose="020B0503020204020204" pitchFamily="34" charset="-122"/>
                        </a:rPr>
                        <a:t>15</a:t>
                      </a:r>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extLst>
                  <a:ext uri="{0D108BD9-81ED-4DB2-BD59-A6C34878D82A}">
                    <a16:rowId xmlns:a16="http://schemas.microsoft.com/office/drawing/2014/main" val="3703715318"/>
                  </a:ext>
                </a:extLst>
              </a:tr>
              <a:tr h="276317">
                <a:tc>
                  <a:txBody>
                    <a:bodyPr/>
                    <a:lstStyle/>
                    <a:p>
                      <a:pPr algn="ctr" fontAlgn="b"/>
                      <a:r>
                        <a:rPr lang="zh-CN" altLang="en-US" sz="1100" u="none" strike="noStrike">
                          <a:effectLst/>
                          <a:latin typeface="微软雅黑" panose="020B0503020204020204" pitchFamily="34" charset="-122"/>
                          <a:ea typeface="微软雅黑" panose="020B0503020204020204" pitchFamily="34" charset="-122"/>
                        </a:rPr>
                        <a:t>蒙能敖仑储能电站</a:t>
                      </a:r>
                      <a:endParaRPr lang="zh-CN"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b"/>
                      <a:r>
                        <a:rPr lang="en-US" altLang="zh-CN" sz="1100" u="none" strike="noStrike">
                          <a:effectLst/>
                          <a:latin typeface="微软雅黑" panose="020B0503020204020204" pitchFamily="34" charset="-122"/>
                          <a:ea typeface="微软雅黑" panose="020B0503020204020204" pitchFamily="34" charset="-122"/>
                        </a:rPr>
                        <a:t>21</a:t>
                      </a:r>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extLst>
                  <a:ext uri="{0D108BD9-81ED-4DB2-BD59-A6C34878D82A}">
                    <a16:rowId xmlns:a16="http://schemas.microsoft.com/office/drawing/2014/main" val="3211698787"/>
                  </a:ext>
                </a:extLst>
              </a:tr>
              <a:tr h="276317">
                <a:tc>
                  <a:txBody>
                    <a:bodyPr/>
                    <a:lstStyle/>
                    <a:p>
                      <a:pPr algn="ctr" fontAlgn="b"/>
                      <a:r>
                        <a:rPr lang="zh-CN" altLang="en-US" sz="1100" u="none" strike="noStrike">
                          <a:effectLst/>
                          <a:latin typeface="微软雅黑" panose="020B0503020204020204" pitchFamily="34" charset="-122"/>
                          <a:ea typeface="微软雅黑" panose="020B0503020204020204" pitchFamily="34" charset="-122"/>
                        </a:rPr>
                        <a:t>蒙能奈伦储能电站</a:t>
                      </a:r>
                      <a:endParaRPr lang="zh-CN"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b"/>
                      <a:r>
                        <a:rPr lang="en-US" altLang="zh-CN" sz="1100" u="none" strike="noStrike">
                          <a:effectLst/>
                          <a:latin typeface="微软雅黑" panose="020B0503020204020204" pitchFamily="34" charset="-122"/>
                          <a:ea typeface="微软雅黑" panose="020B0503020204020204" pitchFamily="34" charset="-122"/>
                        </a:rPr>
                        <a:t>30</a:t>
                      </a:r>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extLst>
                  <a:ext uri="{0D108BD9-81ED-4DB2-BD59-A6C34878D82A}">
                    <a16:rowId xmlns:a16="http://schemas.microsoft.com/office/drawing/2014/main" val="781768732"/>
                  </a:ext>
                </a:extLst>
              </a:tr>
            </a:tbl>
          </a:graphicData>
        </a:graphic>
      </p:graphicFrame>
      <p:graphicFrame>
        <p:nvGraphicFramePr>
          <p:cNvPr id="13" name="表格 12">
            <a:extLst>
              <a:ext uri="{FF2B5EF4-FFF2-40B4-BE49-F238E27FC236}">
                <a16:creationId xmlns:a16="http://schemas.microsoft.com/office/drawing/2014/main" id="{478EC107-AC61-6589-2F7B-E89C73475A68}"/>
              </a:ext>
            </a:extLst>
          </p:cNvPr>
          <p:cNvGraphicFramePr>
            <a:graphicFrameLocks noGrp="1"/>
          </p:cNvGraphicFramePr>
          <p:nvPr/>
        </p:nvGraphicFramePr>
        <p:xfrm>
          <a:off x="9808672" y="1792888"/>
          <a:ext cx="2099444" cy="1952195"/>
        </p:xfrm>
        <a:graphic>
          <a:graphicData uri="http://schemas.openxmlformats.org/drawingml/2006/table">
            <a:tbl>
              <a:tblPr bandRow="1">
                <a:tableStyleId>{5202B0CA-FC54-4496-8BCA-5EF66A818D29}</a:tableStyleId>
              </a:tblPr>
              <a:tblGrid>
                <a:gridCol w="1307380">
                  <a:extLst>
                    <a:ext uri="{9D8B030D-6E8A-4147-A177-3AD203B41FA5}">
                      <a16:colId xmlns:a16="http://schemas.microsoft.com/office/drawing/2014/main" val="4264346524"/>
                    </a:ext>
                  </a:extLst>
                </a:gridCol>
                <a:gridCol w="792064">
                  <a:extLst>
                    <a:ext uri="{9D8B030D-6E8A-4147-A177-3AD203B41FA5}">
                      <a16:colId xmlns:a16="http://schemas.microsoft.com/office/drawing/2014/main" val="1813518623"/>
                    </a:ext>
                  </a:extLst>
                </a:gridCol>
              </a:tblGrid>
              <a:tr h="278885">
                <a:tc>
                  <a:txBody>
                    <a:bodyPr/>
                    <a:lstStyle/>
                    <a:p>
                      <a:pPr algn="ctr" fontAlgn="t"/>
                      <a:r>
                        <a:rPr lang="zh-CN" altLang="en-US" sz="1100" b="1" u="none" strike="noStrike">
                          <a:effectLst/>
                          <a:latin typeface="微软雅黑" panose="020B0503020204020204" pitchFamily="34" charset="-122"/>
                          <a:ea typeface="微软雅黑" panose="020B0503020204020204" pitchFamily="34" charset="-122"/>
                        </a:rPr>
                        <a:t>场站名称</a:t>
                      </a:r>
                      <a:endParaRPr lang="zh-CN" altLang="en-US" sz="1100" b="1"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t"/>
                      <a:r>
                        <a:rPr lang="zh-CN" altLang="en-US" sz="1100" b="1" u="none" strike="noStrike">
                          <a:effectLst/>
                          <a:latin typeface="微软雅黑" panose="020B0503020204020204" pitchFamily="34" charset="-122"/>
                          <a:ea typeface="微软雅黑" panose="020B0503020204020204" pitchFamily="34" charset="-122"/>
                        </a:rPr>
                        <a:t>收益排名</a:t>
                      </a:r>
                      <a:endParaRPr lang="zh-CN" altLang="en-US" sz="1100" b="1"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extLst>
                  <a:ext uri="{0D108BD9-81ED-4DB2-BD59-A6C34878D82A}">
                    <a16:rowId xmlns:a16="http://schemas.microsoft.com/office/drawing/2014/main" val="1380996306"/>
                  </a:ext>
                </a:extLst>
              </a:tr>
              <a:tr h="278885">
                <a:tc>
                  <a:txBody>
                    <a:bodyPr/>
                    <a:lstStyle/>
                    <a:p>
                      <a:pPr algn="ctr" fontAlgn="b"/>
                      <a:r>
                        <a:rPr lang="zh-CN" altLang="en-US" sz="1100" u="none" strike="noStrike">
                          <a:effectLst/>
                          <a:latin typeface="微软雅黑" panose="020B0503020204020204" pitchFamily="34" charset="-122"/>
                          <a:ea typeface="微软雅黑" panose="020B0503020204020204" pitchFamily="34" charset="-122"/>
                        </a:rPr>
                        <a:t>星能乌勒吉储能电站</a:t>
                      </a:r>
                      <a:endParaRPr lang="zh-CN"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b"/>
                      <a:r>
                        <a:rPr lang="en-US" altLang="zh-CN" sz="1100" u="none" strike="noStrike">
                          <a:effectLst/>
                          <a:latin typeface="微软雅黑" panose="020B0503020204020204" pitchFamily="34" charset="-122"/>
                          <a:ea typeface="微软雅黑" panose="020B0503020204020204" pitchFamily="34" charset="-122"/>
                        </a:rPr>
                        <a:t>16</a:t>
                      </a:r>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extLst>
                  <a:ext uri="{0D108BD9-81ED-4DB2-BD59-A6C34878D82A}">
                    <a16:rowId xmlns:a16="http://schemas.microsoft.com/office/drawing/2014/main" val="2245086808"/>
                  </a:ext>
                </a:extLst>
              </a:tr>
              <a:tr h="278885">
                <a:tc>
                  <a:txBody>
                    <a:bodyPr/>
                    <a:lstStyle/>
                    <a:p>
                      <a:pPr algn="ctr" fontAlgn="b"/>
                      <a:r>
                        <a:rPr lang="zh-CN" altLang="en-US" sz="1100" u="none" strike="noStrike">
                          <a:effectLst/>
                          <a:highlight>
                            <a:srgbClr val="FFFF00"/>
                          </a:highlight>
                          <a:latin typeface="微软雅黑" panose="020B0503020204020204" pitchFamily="34" charset="-122"/>
                          <a:ea typeface="微软雅黑" panose="020B0503020204020204" pitchFamily="34" charset="-122"/>
                        </a:rPr>
                        <a:t>景蓝乌尔图储能电站</a:t>
                      </a:r>
                      <a:endParaRPr lang="zh-CN" altLang="en-US" sz="1100" b="0" i="0" u="none" strike="noStrike">
                        <a:solidFill>
                          <a:srgbClr val="000000"/>
                        </a:solidFill>
                        <a:effectLst/>
                        <a:highlight>
                          <a:srgbClr val="FFFF00"/>
                        </a:highligh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b"/>
                      <a:r>
                        <a:rPr lang="en-US" altLang="zh-CN" sz="1100" u="none" strike="noStrike">
                          <a:effectLst/>
                          <a:latin typeface="微软雅黑" panose="020B0503020204020204" pitchFamily="34" charset="-122"/>
                          <a:ea typeface="微软雅黑" panose="020B0503020204020204" pitchFamily="34" charset="-122"/>
                        </a:rPr>
                        <a:t>20</a:t>
                      </a:r>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extLst>
                  <a:ext uri="{0D108BD9-81ED-4DB2-BD59-A6C34878D82A}">
                    <a16:rowId xmlns:a16="http://schemas.microsoft.com/office/drawing/2014/main" val="3393867848"/>
                  </a:ext>
                </a:extLst>
              </a:tr>
              <a:tr h="278885">
                <a:tc>
                  <a:txBody>
                    <a:bodyPr/>
                    <a:lstStyle/>
                    <a:p>
                      <a:pPr algn="ctr" fontAlgn="b"/>
                      <a:r>
                        <a:rPr lang="zh-CN" altLang="en-US" sz="1100" u="none" strike="noStrike">
                          <a:effectLst/>
                          <a:highlight>
                            <a:srgbClr val="FFFF00"/>
                          </a:highlight>
                          <a:latin typeface="微软雅黑" panose="020B0503020204020204" pitchFamily="34" charset="-122"/>
                          <a:ea typeface="微软雅黑" panose="020B0503020204020204" pitchFamily="34" charset="-122"/>
                        </a:rPr>
                        <a:t>景通四益堂储能电站</a:t>
                      </a:r>
                      <a:endParaRPr lang="zh-CN" altLang="en-US" sz="1100" b="0" i="0" u="none" strike="noStrike">
                        <a:solidFill>
                          <a:srgbClr val="000000"/>
                        </a:solidFill>
                        <a:effectLst/>
                        <a:highlight>
                          <a:srgbClr val="FFFF00"/>
                        </a:highligh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b"/>
                      <a:r>
                        <a:rPr lang="en-US" altLang="zh-CN" sz="1100" u="none" strike="noStrike">
                          <a:effectLst/>
                          <a:latin typeface="微软雅黑" panose="020B0503020204020204" pitchFamily="34" charset="-122"/>
                          <a:ea typeface="微软雅黑" panose="020B0503020204020204" pitchFamily="34" charset="-122"/>
                        </a:rPr>
                        <a:t>26</a:t>
                      </a:r>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extLst>
                  <a:ext uri="{0D108BD9-81ED-4DB2-BD59-A6C34878D82A}">
                    <a16:rowId xmlns:a16="http://schemas.microsoft.com/office/drawing/2014/main" val="128112558"/>
                  </a:ext>
                </a:extLst>
              </a:tr>
              <a:tr h="278885">
                <a:tc>
                  <a:txBody>
                    <a:bodyPr/>
                    <a:lstStyle/>
                    <a:p>
                      <a:pPr algn="ctr" fontAlgn="b"/>
                      <a:r>
                        <a:rPr lang="zh-CN" altLang="en-US" sz="1100" u="none" strike="noStrike">
                          <a:effectLst/>
                          <a:latin typeface="微软雅黑" panose="020B0503020204020204" pitchFamily="34" charset="-122"/>
                          <a:ea typeface="微软雅黑" panose="020B0503020204020204" pitchFamily="34" charset="-122"/>
                        </a:rPr>
                        <a:t>综能可镇储能电站</a:t>
                      </a:r>
                      <a:endParaRPr lang="zh-CN"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b"/>
                      <a:r>
                        <a:rPr lang="en-US" altLang="zh-CN" sz="1100" u="none" strike="noStrike">
                          <a:effectLst/>
                          <a:latin typeface="微软雅黑" panose="020B0503020204020204" pitchFamily="34" charset="-122"/>
                          <a:ea typeface="微软雅黑" panose="020B0503020204020204" pitchFamily="34" charset="-122"/>
                        </a:rPr>
                        <a:t>27</a:t>
                      </a:r>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extLst>
                  <a:ext uri="{0D108BD9-81ED-4DB2-BD59-A6C34878D82A}">
                    <a16:rowId xmlns:a16="http://schemas.microsoft.com/office/drawing/2014/main" val="1365007163"/>
                  </a:ext>
                </a:extLst>
              </a:tr>
              <a:tr h="278885">
                <a:tc>
                  <a:txBody>
                    <a:bodyPr/>
                    <a:lstStyle/>
                    <a:p>
                      <a:pPr algn="ctr" fontAlgn="b"/>
                      <a:r>
                        <a:rPr lang="zh-CN" altLang="en-US" sz="1100" u="none" strike="noStrike">
                          <a:effectLst/>
                          <a:latin typeface="微软雅黑" panose="020B0503020204020204" pitchFamily="34" charset="-122"/>
                          <a:ea typeface="微软雅黑" panose="020B0503020204020204" pitchFamily="34" charset="-122"/>
                        </a:rPr>
                        <a:t>蒙能百利格储能电站</a:t>
                      </a:r>
                      <a:endParaRPr lang="zh-CN"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b"/>
                      <a:r>
                        <a:rPr lang="en-US" altLang="zh-CN" sz="1100" u="none" strike="noStrike">
                          <a:effectLst/>
                          <a:latin typeface="微软雅黑" panose="020B0503020204020204" pitchFamily="34" charset="-122"/>
                          <a:ea typeface="微软雅黑" panose="020B0503020204020204" pitchFamily="34" charset="-122"/>
                        </a:rPr>
                        <a:t>35</a:t>
                      </a:r>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extLst>
                  <a:ext uri="{0D108BD9-81ED-4DB2-BD59-A6C34878D82A}">
                    <a16:rowId xmlns:a16="http://schemas.microsoft.com/office/drawing/2014/main" val="1570808664"/>
                  </a:ext>
                </a:extLst>
              </a:tr>
              <a:tr h="278885">
                <a:tc>
                  <a:txBody>
                    <a:bodyPr/>
                    <a:lstStyle/>
                    <a:p>
                      <a:pPr algn="ctr" fontAlgn="b"/>
                      <a:r>
                        <a:rPr lang="zh-CN" altLang="en-US" sz="1100" u="none" strike="noStrike">
                          <a:effectLst/>
                          <a:latin typeface="微软雅黑" panose="020B0503020204020204" pitchFamily="34" charset="-122"/>
                          <a:ea typeface="微软雅黑" panose="020B0503020204020204" pitchFamily="34" charset="-122"/>
                        </a:rPr>
                        <a:t>大航都林储能电站</a:t>
                      </a:r>
                      <a:endParaRPr lang="zh-CN"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b"/>
                      <a:r>
                        <a:rPr lang="en-US" altLang="zh-CN" sz="1100" u="none" strike="noStrike">
                          <a:effectLst/>
                          <a:latin typeface="微软雅黑" panose="020B0503020204020204" pitchFamily="34" charset="-122"/>
                          <a:ea typeface="微软雅黑" panose="020B0503020204020204" pitchFamily="34" charset="-122"/>
                        </a:rPr>
                        <a:t>37</a:t>
                      </a:r>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extLst>
                  <a:ext uri="{0D108BD9-81ED-4DB2-BD59-A6C34878D82A}">
                    <a16:rowId xmlns:a16="http://schemas.microsoft.com/office/drawing/2014/main" val="3762626520"/>
                  </a:ext>
                </a:extLst>
              </a:tr>
            </a:tbl>
          </a:graphicData>
        </a:graphic>
      </p:graphicFrame>
      <p:graphicFrame>
        <p:nvGraphicFramePr>
          <p:cNvPr id="14" name="表格 13">
            <a:extLst>
              <a:ext uri="{FF2B5EF4-FFF2-40B4-BE49-F238E27FC236}">
                <a16:creationId xmlns:a16="http://schemas.microsoft.com/office/drawing/2014/main" id="{08979C09-2347-1415-53FC-38FB17B3E827}"/>
              </a:ext>
            </a:extLst>
          </p:cNvPr>
          <p:cNvGraphicFramePr>
            <a:graphicFrameLocks noGrp="1"/>
          </p:cNvGraphicFramePr>
          <p:nvPr/>
        </p:nvGraphicFramePr>
        <p:xfrm>
          <a:off x="2730117" y="1858276"/>
          <a:ext cx="2086144" cy="1896272"/>
        </p:xfrm>
        <a:graphic>
          <a:graphicData uri="http://schemas.openxmlformats.org/drawingml/2006/table">
            <a:tbl>
              <a:tblPr bandRow="1">
                <a:tableStyleId>{5202B0CA-FC54-4496-8BCA-5EF66A818D29}</a:tableStyleId>
              </a:tblPr>
              <a:tblGrid>
                <a:gridCol w="1299098">
                  <a:extLst>
                    <a:ext uri="{9D8B030D-6E8A-4147-A177-3AD203B41FA5}">
                      <a16:colId xmlns:a16="http://schemas.microsoft.com/office/drawing/2014/main" val="4078937057"/>
                    </a:ext>
                  </a:extLst>
                </a:gridCol>
                <a:gridCol w="787046">
                  <a:extLst>
                    <a:ext uri="{9D8B030D-6E8A-4147-A177-3AD203B41FA5}">
                      <a16:colId xmlns:a16="http://schemas.microsoft.com/office/drawing/2014/main" val="1787272096"/>
                    </a:ext>
                  </a:extLst>
                </a:gridCol>
              </a:tblGrid>
              <a:tr h="270896">
                <a:tc>
                  <a:txBody>
                    <a:bodyPr/>
                    <a:lstStyle/>
                    <a:p>
                      <a:pPr algn="ctr" fontAlgn="t"/>
                      <a:r>
                        <a:rPr lang="zh-CN" altLang="en-US" sz="1100" b="1" u="none" strike="noStrike">
                          <a:effectLst/>
                          <a:latin typeface="微软雅黑" panose="020B0503020204020204" pitchFamily="34" charset="-122"/>
                          <a:ea typeface="微软雅黑" panose="020B0503020204020204" pitchFamily="34" charset="-122"/>
                        </a:rPr>
                        <a:t>场站名称</a:t>
                      </a:r>
                      <a:endParaRPr lang="zh-CN" altLang="en-US" sz="1100" b="1"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t"/>
                      <a:r>
                        <a:rPr lang="zh-CN" altLang="en-US" sz="1100" b="1" u="none" strike="noStrike">
                          <a:effectLst/>
                          <a:latin typeface="微软雅黑" panose="020B0503020204020204" pitchFamily="34" charset="-122"/>
                          <a:ea typeface="微软雅黑" panose="020B0503020204020204" pitchFamily="34" charset="-122"/>
                        </a:rPr>
                        <a:t>收益排名</a:t>
                      </a:r>
                      <a:endParaRPr lang="zh-CN" altLang="en-US" sz="1100" b="1"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extLst>
                  <a:ext uri="{0D108BD9-81ED-4DB2-BD59-A6C34878D82A}">
                    <a16:rowId xmlns:a16="http://schemas.microsoft.com/office/drawing/2014/main" val="2101446635"/>
                  </a:ext>
                </a:extLst>
              </a:tr>
              <a:tr h="270896">
                <a:tc>
                  <a:txBody>
                    <a:bodyPr/>
                    <a:lstStyle/>
                    <a:p>
                      <a:pPr algn="ctr" fontAlgn="b"/>
                      <a:r>
                        <a:rPr lang="zh-CN" altLang="en-US" sz="1100" u="none" strike="noStrike">
                          <a:effectLst/>
                          <a:latin typeface="微软雅黑" panose="020B0503020204020204" pitchFamily="34" charset="-122"/>
                          <a:ea typeface="微软雅黑" panose="020B0503020204020204" pitchFamily="34" charset="-122"/>
                        </a:rPr>
                        <a:t>博梁海纳储能电站</a:t>
                      </a:r>
                      <a:endParaRPr lang="zh-CN"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b"/>
                      <a:r>
                        <a:rPr lang="en-US" altLang="zh-CN" sz="1100" u="none" strike="noStrike">
                          <a:effectLst/>
                          <a:latin typeface="微软雅黑" panose="020B0503020204020204" pitchFamily="34" charset="-122"/>
                          <a:ea typeface="微软雅黑" panose="020B0503020204020204" pitchFamily="34" charset="-122"/>
                        </a:rPr>
                        <a:t>2</a:t>
                      </a:r>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extLst>
                  <a:ext uri="{0D108BD9-81ED-4DB2-BD59-A6C34878D82A}">
                    <a16:rowId xmlns:a16="http://schemas.microsoft.com/office/drawing/2014/main" val="1610491578"/>
                  </a:ext>
                </a:extLst>
              </a:tr>
              <a:tr h="270896">
                <a:tc>
                  <a:txBody>
                    <a:bodyPr/>
                    <a:lstStyle/>
                    <a:p>
                      <a:pPr algn="ctr" fontAlgn="b"/>
                      <a:r>
                        <a:rPr lang="zh-CN" altLang="en-US" sz="1100" u="none" strike="noStrike">
                          <a:effectLst/>
                          <a:latin typeface="微软雅黑" panose="020B0503020204020204" pitchFamily="34" charset="-122"/>
                          <a:ea typeface="微软雅黑" panose="020B0503020204020204" pitchFamily="34" charset="-122"/>
                        </a:rPr>
                        <a:t>星辰科创储能电站</a:t>
                      </a:r>
                      <a:endParaRPr lang="zh-CN"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b"/>
                      <a:r>
                        <a:rPr lang="en-US" altLang="zh-CN" sz="1100" u="none" strike="noStrike">
                          <a:effectLst/>
                          <a:latin typeface="微软雅黑" panose="020B0503020204020204" pitchFamily="34" charset="-122"/>
                          <a:ea typeface="微软雅黑" panose="020B0503020204020204" pitchFamily="34" charset="-122"/>
                        </a:rPr>
                        <a:t>7</a:t>
                      </a:r>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extLst>
                  <a:ext uri="{0D108BD9-81ED-4DB2-BD59-A6C34878D82A}">
                    <a16:rowId xmlns:a16="http://schemas.microsoft.com/office/drawing/2014/main" val="2475125212"/>
                  </a:ext>
                </a:extLst>
              </a:tr>
              <a:tr h="270896">
                <a:tc>
                  <a:txBody>
                    <a:bodyPr/>
                    <a:lstStyle/>
                    <a:p>
                      <a:pPr algn="ctr" fontAlgn="b"/>
                      <a:r>
                        <a:rPr lang="zh-CN" altLang="en-US" sz="1100" u="none" strike="noStrike">
                          <a:effectLst/>
                          <a:highlight>
                            <a:srgbClr val="FFFF00"/>
                          </a:highlight>
                          <a:latin typeface="微软雅黑" panose="020B0503020204020204" pitchFamily="34" charset="-122"/>
                          <a:ea typeface="微软雅黑" panose="020B0503020204020204" pitchFamily="34" charset="-122"/>
                        </a:rPr>
                        <a:t>悦杭独贵储能电站</a:t>
                      </a:r>
                      <a:endParaRPr lang="zh-CN" altLang="en-US" sz="1100" b="0" i="0" u="none" strike="noStrike">
                        <a:solidFill>
                          <a:srgbClr val="000000"/>
                        </a:solidFill>
                        <a:effectLst/>
                        <a:highlight>
                          <a:srgbClr val="FFFF00"/>
                        </a:highligh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b"/>
                      <a:r>
                        <a:rPr lang="en-US" altLang="zh-CN" sz="1100" u="none" strike="noStrike">
                          <a:effectLst/>
                          <a:latin typeface="微软雅黑" panose="020B0503020204020204" pitchFamily="34" charset="-122"/>
                          <a:ea typeface="微软雅黑" panose="020B0503020204020204" pitchFamily="34" charset="-122"/>
                        </a:rPr>
                        <a:t>8</a:t>
                      </a:r>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extLst>
                  <a:ext uri="{0D108BD9-81ED-4DB2-BD59-A6C34878D82A}">
                    <a16:rowId xmlns:a16="http://schemas.microsoft.com/office/drawing/2014/main" val="381511731"/>
                  </a:ext>
                </a:extLst>
              </a:tr>
              <a:tr h="270896">
                <a:tc>
                  <a:txBody>
                    <a:bodyPr/>
                    <a:lstStyle/>
                    <a:p>
                      <a:pPr algn="ctr" fontAlgn="b"/>
                      <a:r>
                        <a:rPr lang="zh-CN" altLang="en-US" sz="1100" u="none" strike="noStrike">
                          <a:effectLst/>
                          <a:latin typeface="微软雅黑" panose="020B0503020204020204" pitchFamily="34" charset="-122"/>
                          <a:ea typeface="微软雅黑" panose="020B0503020204020204" pitchFamily="34" charset="-122"/>
                        </a:rPr>
                        <a:t>明阳亚什图储能电站</a:t>
                      </a:r>
                      <a:endParaRPr lang="zh-CN"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b"/>
                      <a:r>
                        <a:rPr lang="en-US" altLang="zh-CN" sz="1100" u="none" strike="noStrike">
                          <a:effectLst/>
                          <a:latin typeface="微软雅黑" panose="020B0503020204020204" pitchFamily="34" charset="-122"/>
                          <a:ea typeface="微软雅黑" panose="020B0503020204020204" pitchFamily="34" charset="-122"/>
                        </a:rPr>
                        <a:t>18</a:t>
                      </a:r>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extLst>
                  <a:ext uri="{0D108BD9-81ED-4DB2-BD59-A6C34878D82A}">
                    <a16:rowId xmlns:a16="http://schemas.microsoft.com/office/drawing/2014/main" val="3850446549"/>
                  </a:ext>
                </a:extLst>
              </a:tr>
              <a:tr h="270896">
                <a:tc>
                  <a:txBody>
                    <a:bodyPr/>
                    <a:lstStyle/>
                    <a:p>
                      <a:pPr algn="ctr" fontAlgn="b"/>
                      <a:endParaRPr lang="zh-CN"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b"/>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extLst>
                  <a:ext uri="{0D108BD9-81ED-4DB2-BD59-A6C34878D82A}">
                    <a16:rowId xmlns:a16="http://schemas.microsoft.com/office/drawing/2014/main" val="4079647775"/>
                  </a:ext>
                </a:extLst>
              </a:tr>
              <a:tr h="270896">
                <a:tc>
                  <a:txBody>
                    <a:bodyPr/>
                    <a:lstStyle/>
                    <a:p>
                      <a:pPr algn="ctr" fontAlgn="b"/>
                      <a:endParaRPr lang="zh-CN"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b"/>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extLst>
                  <a:ext uri="{0D108BD9-81ED-4DB2-BD59-A6C34878D82A}">
                    <a16:rowId xmlns:a16="http://schemas.microsoft.com/office/drawing/2014/main" val="3262223492"/>
                  </a:ext>
                </a:extLst>
              </a:tr>
            </a:tbl>
          </a:graphicData>
        </a:graphic>
      </p:graphicFrame>
      <p:sp>
        <p:nvSpPr>
          <p:cNvPr id="15" name="文本框 14">
            <a:extLst>
              <a:ext uri="{FF2B5EF4-FFF2-40B4-BE49-F238E27FC236}">
                <a16:creationId xmlns:a16="http://schemas.microsoft.com/office/drawing/2014/main" id="{B44E8E77-D55B-B882-49F1-FA2709A08139}"/>
              </a:ext>
            </a:extLst>
          </p:cNvPr>
          <p:cNvSpPr txBox="1"/>
          <p:nvPr/>
        </p:nvSpPr>
        <p:spPr>
          <a:xfrm>
            <a:off x="5091334" y="1399853"/>
            <a:ext cx="2099444" cy="2354703"/>
          </a:xfrm>
          <a:prstGeom prst="rect">
            <a:avLst/>
          </a:prstGeom>
          <a:solidFill>
            <a:schemeClr val="bg1">
              <a:lumMod val="85000"/>
            </a:schemeClr>
          </a:solidFill>
        </p:spPr>
        <p:txBody>
          <a:bodyPr wrap="square" rtlCol="0" anchor="t" anchorCtr="0">
            <a:noAutofit/>
          </a:bodyPr>
          <a:lstStyle/>
          <a:p>
            <a:pPr marL="0" marR="0" lvl="0" indent="0" algn="ctr" defTabSz="914400" rtl="0" eaLnBrk="1" fontAlgn="auto" latinLnBrk="0" hangingPunct="1">
              <a:lnSpc>
                <a:spcPct val="130000"/>
              </a:lnSpc>
              <a:spcBef>
                <a:spcPts val="0"/>
              </a:spcBef>
              <a:spcAft>
                <a:spcPts val="0"/>
              </a:spcAft>
              <a:buClrTx/>
              <a:buSzTx/>
              <a:buFont typeface="Arial" panose="020B0604020202020204" pitchFamily="34" charset="0"/>
              <a:buNone/>
              <a:tabLst/>
              <a:defRPr/>
            </a:pPr>
            <a:r>
              <a:rPr lang="en-US" altLang="zh-CN" b="1">
                <a:solidFill>
                  <a:prstClr val="black"/>
                </a:solidFill>
                <a:latin typeface="微软雅黑" panose="020B0503020204020204" pitchFamily="34" charset="-122"/>
                <a:ea typeface="微软雅黑" panose="020B0503020204020204" pitchFamily="34" charset="-122"/>
                <a:sym typeface="+mn-ea"/>
              </a:rPr>
              <a:t>3</a:t>
            </a:r>
            <a:endParaRPr kumimoji="0" lang="en-US" altLang="zh-CN"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mn-ea"/>
            </a:endParaRPr>
          </a:p>
        </p:txBody>
      </p:sp>
      <p:graphicFrame>
        <p:nvGraphicFramePr>
          <p:cNvPr id="16" name="表格 15">
            <a:extLst>
              <a:ext uri="{FF2B5EF4-FFF2-40B4-BE49-F238E27FC236}">
                <a16:creationId xmlns:a16="http://schemas.microsoft.com/office/drawing/2014/main" id="{56D761C5-576C-860F-A21D-F8F7051594C7}"/>
              </a:ext>
            </a:extLst>
          </p:cNvPr>
          <p:cNvGraphicFramePr>
            <a:graphicFrameLocks noGrp="1"/>
          </p:cNvGraphicFramePr>
          <p:nvPr/>
        </p:nvGraphicFramePr>
        <p:xfrm>
          <a:off x="5091331" y="1820331"/>
          <a:ext cx="2086144" cy="1934219"/>
        </p:xfrm>
        <a:graphic>
          <a:graphicData uri="http://schemas.openxmlformats.org/drawingml/2006/table">
            <a:tbl>
              <a:tblPr bandRow="1">
                <a:tableStyleId>{5202B0CA-FC54-4496-8BCA-5EF66A818D29}</a:tableStyleId>
              </a:tblPr>
              <a:tblGrid>
                <a:gridCol w="1299098">
                  <a:extLst>
                    <a:ext uri="{9D8B030D-6E8A-4147-A177-3AD203B41FA5}">
                      <a16:colId xmlns:a16="http://schemas.microsoft.com/office/drawing/2014/main" val="241983301"/>
                    </a:ext>
                  </a:extLst>
                </a:gridCol>
                <a:gridCol w="787046">
                  <a:extLst>
                    <a:ext uri="{9D8B030D-6E8A-4147-A177-3AD203B41FA5}">
                      <a16:colId xmlns:a16="http://schemas.microsoft.com/office/drawing/2014/main" val="2846135791"/>
                    </a:ext>
                  </a:extLst>
                </a:gridCol>
              </a:tblGrid>
              <a:tr h="276317">
                <a:tc>
                  <a:txBody>
                    <a:bodyPr/>
                    <a:lstStyle/>
                    <a:p>
                      <a:pPr algn="ctr" fontAlgn="t"/>
                      <a:r>
                        <a:rPr lang="zh-CN" altLang="en-US" sz="1100" b="1" u="none" strike="noStrike">
                          <a:effectLst/>
                          <a:latin typeface="微软雅黑" panose="020B0503020204020204" pitchFamily="34" charset="-122"/>
                          <a:ea typeface="微软雅黑" panose="020B0503020204020204" pitchFamily="34" charset="-122"/>
                        </a:rPr>
                        <a:t>场站名称</a:t>
                      </a:r>
                      <a:endParaRPr lang="zh-CN" altLang="en-US" sz="1100" b="1"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t"/>
                      <a:r>
                        <a:rPr lang="zh-CN" altLang="en-US" sz="1100" b="1" u="none" strike="noStrike">
                          <a:effectLst/>
                          <a:latin typeface="微软雅黑" panose="020B0503020204020204" pitchFamily="34" charset="-122"/>
                          <a:ea typeface="微软雅黑" panose="020B0503020204020204" pitchFamily="34" charset="-122"/>
                        </a:rPr>
                        <a:t>收益排名</a:t>
                      </a:r>
                      <a:endParaRPr lang="zh-CN" altLang="en-US" sz="1100" b="1"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extLst>
                  <a:ext uri="{0D108BD9-81ED-4DB2-BD59-A6C34878D82A}">
                    <a16:rowId xmlns:a16="http://schemas.microsoft.com/office/drawing/2014/main" val="135292116"/>
                  </a:ext>
                </a:extLst>
              </a:tr>
              <a:tr h="276317">
                <a:tc>
                  <a:txBody>
                    <a:bodyPr/>
                    <a:lstStyle/>
                    <a:p>
                      <a:pPr algn="ctr" fontAlgn="b"/>
                      <a:r>
                        <a:rPr lang="zh-CN" altLang="en-US" sz="1100" u="none" strike="noStrike">
                          <a:effectLst/>
                          <a:latin typeface="微软雅黑" panose="020B0503020204020204" pitchFamily="34" charset="-122"/>
                          <a:ea typeface="微软雅黑" panose="020B0503020204020204" pitchFamily="34" charset="-122"/>
                        </a:rPr>
                        <a:t>熠能沙壕储能电站</a:t>
                      </a:r>
                      <a:endParaRPr lang="zh-CN"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b"/>
                      <a:r>
                        <a:rPr lang="en-US" altLang="zh-CN" sz="1100" u="none" strike="noStrike">
                          <a:effectLst/>
                          <a:latin typeface="微软雅黑" panose="020B0503020204020204" pitchFamily="34" charset="-122"/>
                          <a:ea typeface="微软雅黑" panose="020B0503020204020204" pitchFamily="34" charset="-122"/>
                        </a:rPr>
                        <a:t>4</a:t>
                      </a:r>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extLst>
                  <a:ext uri="{0D108BD9-81ED-4DB2-BD59-A6C34878D82A}">
                    <a16:rowId xmlns:a16="http://schemas.microsoft.com/office/drawing/2014/main" val="2130827789"/>
                  </a:ext>
                </a:extLst>
              </a:tr>
              <a:tr h="276317">
                <a:tc>
                  <a:txBody>
                    <a:bodyPr/>
                    <a:lstStyle/>
                    <a:p>
                      <a:pPr algn="ctr" fontAlgn="b"/>
                      <a:r>
                        <a:rPr lang="zh-CN" altLang="en-US" sz="1100" u="none" strike="noStrike">
                          <a:effectLst/>
                          <a:highlight>
                            <a:srgbClr val="FFFF00"/>
                          </a:highlight>
                          <a:latin typeface="微软雅黑" panose="020B0503020204020204" pitchFamily="34" charset="-122"/>
                          <a:ea typeface="微软雅黑" panose="020B0503020204020204" pitchFamily="34" charset="-122"/>
                        </a:rPr>
                        <a:t>裕昭沙子坝储能电站</a:t>
                      </a:r>
                      <a:endParaRPr lang="zh-CN" altLang="en-US" sz="1100" b="0" i="0" u="none" strike="noStrike">
                        <a:solidFill>
                          <a:srgbClr val="000000"/>
                        </a:solidFill>
                        <a:effectLst/>
                        <a:highlight>
                          <a:srgbClr val="FFFF00"/>
                        </a:highligh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b"/>
                      <a:r>
                        <a:rPr lang="en-US" altLang="zh-CN" sz="1100" u="none" strike="noStrike">
                          <a:effectLst/>
                          <a:latin typeface="微软雅黑" panose="020B0503020204020204" pitchFamily="34" charset="-122"/>
                          <a:ea typeface="微软雅黑" panose="020B0503020204020204" pitchFamily="34" charset="-122"/>
                        </a:rPr>
                        <a:t>13</a:t>
                      </a:r>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extLst>
                  <a:ext uri="{0D108BD9-81ED-4DB2-BD59-A6C34878D82A}">
                    <a16:rowId xmlns:a16="http://schemas.microsoft.com/office/drawing/2014/main" val="3943073899"/>
                  </a:ext>
                </a:extLst>
              </a:tr>
              <a:tr h="276317">
                <a:tc>
                  <a:txBody>
                    <a:bodyPr/>
                    <a:lstStyle/>
                    <a:p>
                      <a:pPr algn="ctr" fontAlgn="b"/>
                      <a:r>
                        <a:rPr lang="zh-CN" altLang="en-US" sz="1100" u="none" strike="noStrike">
                          <a:effectLst/>
                          <a:latin typeface="微软雅黑" panose="020B0503020204020204" pitchFamily="34" charset="-122"/>
                          <a:ea typeface="微软雅黑" panose="020B0503020204020204" pitchFamily="34" charset="-122"/>
                        </a:rPr>
                        <a:t>熠储新荣储能电站</a:t>
                      </a:r>
                      <a:endParaRPr lang="zh-CN"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b"/>
                      <a:r>
                        <a:rPr lang="en-US" altLang="zh-CN" sz="1100" u="none" strike="noStrike">
                          <a:effectLst/>
                          <a:latin typeface="微软雅黑" panose="020B0503020204020204" pitchFamily="34" charset="-122"/>
                          <a:ea typeface="微软雅黑" panose="020B0503020204020204" pitchFamily="34" charset="-122"/>
                        </a:rPr>
                        <a:t>17</a:t>
                      </a:r>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extLst>
                  <a:ext uri="{0D108BD9-81ED-4DB2-BD59-A6C34878D82A}">
                    <a16:rowId xmlns:a16="http://schemas.microsoft.com/office/drawing/2014/main" val="3345805901"/>
                  </a:ext>
                </a:extLst>
              </a:tr>
              <a:tr h="276317">
                <a:tc>
                  <a:txBody>
                    <a:bodyPr/>
                    <a:lstStyle/>
                    <a:p>
                      <a:pPr algn="ctr" fontAlgn="b"/>
                      <a:endParaRPr lang="zh-CN"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b"/>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extLst>
                  <a:ext uri="{0D108BD9-81ED-4DB2-BD59-A6C34878D82A}">
                    <a16:rowId xmlns:a16="http://schemas.microsoft.com/office/drawing/2014/main" val="3300908854"/>
                  </a:ext>
                </a:extLst>
              </a:tr>
              <a:tr h="276317">
                <a:tc>
                  <a:txBody>
                    <a:bodyPr/>
                    <a:lstStyle/>
                    <a:p>
                      <a:pPr algn="ctr" fontAlgn="b"/>
                      <a:endParaRPr lang="zh-CN"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b"/>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extLst>
                  <a:ext uri="{0D108BD9-81ED-4DB2-BD59-A6C34878D82A}">
                    <a16:rowId xmlns:a16="http://schemas.microsoft.com/office/drawing/2014/main" val="2164731395"/>
                  </a:ext>
                </a:extLst>
              </a:tr>
              <a:tr h="276317">
                <a:tc>
                  <a:txBody>
                    <a:bodyPr/>
                    <a:lstStyle/>
                    <a:p>
                      <a:pPr algn="ctr" fontAlgn="b"/>
                      <a:endParaRPr lang="zh-CN"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b"/>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extLst>
                  <a:ext uri="{0D108BD9-81ED-4DB2-BD59-A6C34878D82A}">
                    <a16:rowId xmlns:a16="http://schemas.microsoft.com/office/drawing/2014/main" val="3597021879"/>
                  </a:ext>
                </a:extLst>
              </a:tr>
            </a:tbl>
          </a:graphicData>
        </a:graphic>
      </p:graphicFrame>
      <p:graphicFrame>
        <p:nvGraphicFramePr>
          <p:cNvPr id="17" name="表格 16">
            <a:extLst>
              <a:ext uri="{FF2B5EF4-FFF2-40B4-BE49-F238E27FC236}">
                <a16:creationId xmlns:a16="http://schemas.microsoft.com/office/drawing/2014/main" id="{8A8D203B-85B5-830E-0217-30E4A6EBF343}"/>
              </a:ext>
            </a:extLst>
          </p:cNvPr>
          <p:cNvGraphicFramePr>
            <a:graphicFrameLocks noGrp="1"/>
          </p:cNvGraphicFramePr>
          <p:nvPr/>
        </p:nvGraphicFramePr>
        <p:xfrm>
          <a:off x="7475893" y="1815596"/>
          <a:ext cx="2099444" cy="1934219"/>
        </p:xfrm>
        <a:graphic>
          <a:graphicData uri="http://schemas.openxmlformats.org/drawingml/2006/table">
            <a:tbl>
              <a:tblPr bandRow="1">
                <a:tableStyleId>{5202B0CA-FC54-4496-8BCA-5EF66A818D29}</a:tableStyleId>
              </a:tblPr>
              <a:tblGrid>
                <a:gridCol w="1307382">
                  <a:extLst>
                    <a:ext uri="{9D8B030D-6E8A-4147-A177-3AD203B41FA5}">
                      <a16:colId xmlns:a16="http://schemas.microsoft.com/office/drawing/2014/main" val="3052048313"/>
                    </a:ext>
                  </a:extLst>
                </a:gridCol>
                <a:gridCol w="792062">
                  <a:extLst>
                    <a:ext uri="{9D8B030D-6E8A-4147-A177-3AD203B41FA5}">
                      <a16:colId xmlns:a16="http://schemas.microsoft.com/office/drawing/2014/main" val="358405820"/>
                    </a:ext>
                  </a:extLst>
                </a:gridCol>
              </a:tblGrid>
              <a:tr h="276317">
                <a:tc>
                  <a:txBody>
                    <a:bodyPr/>
                    <a:lstStyle/>
                    <a:p>
                      <a:pPr algn="ctr" fontAlgn="t"/>
                      <a:r>
                        <a:rPr lang="zh-CN" altLang="en-US" sz="1100" b="1" u="none" strike="noStrike">
                          <a:effectLst/>
                          <a:latin typeface="微软雅黑" panose="020B0503020204020204" pitchFamily="34" charset="-122"/>
                          <a:ea typeface="微软雅黑" panose="020B0503020204020204" pitchFamily="34" charset="-122"/>
                        </a:rPr>
                        <a:t>场站名称</a:t>
                      </a:r>
                      <a:endParaRPr lang="zh-CN" altLang="en-US" sz="1100" b="1"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t"/>
                      <a:r>
                        <a:rPr lang="zh-CN" altLang="en-US" sz="1100" b="1" u="none" strike="noStrike">
                          <a:effectLst/>
                          <a:latin typeface="微软雅黑" panose="020B0503020204020204" pitchFamily="34" charset="-122"/>
                          <a:ea typeface="微软雅黑" panose="020B0503020204020204" pitchFamily="34" charset="-122"/>
                        </a:rPr>
                        <a:t>收益排名</a:t>
                      </a:r>
                      <a:endParaRPr lang="zh-CN" altLang="en-US" sz="1100" b="1"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extLst>
                  <a:ext uri="{0D108BD9-81ED-4DB2-BD59-A6C34878D82A}">
                    <a16:rowId xmlns:a16="http://schemas.microsoft.com/office/drawing/2014/main" val="2592697395"/>
                  </a:ext>
                </a:extLst>
              </a:tr>
              <a:tr h="276317">
                <a:tc>
                  <a:txBody>
                    <a:bodyPr/>
                    <a:lstStyle/>
                    <a:p>
                      <a:pPr algn="ctr" fontAlgn="b"/>
                      <a:r>
                        <a:rPr lang="zh-CN" altLang="en-US" sz="1100" u="none" strike="noStrike">
                          <a:effectLst/>
                          <a:latin typeface="微软雅黑" panose="020B0503020204020204" pitchFamily="34" charset="-122"/>
                          <a:ea typeface="微软雅黑" panose="020B0503020204020204" pitchFamily="34" charset="-122"/>
                        </a:rPr>
                        <a:t>巴能峰塔储能电站</a:t>
                      </a:r>
                      <a:endParaRPr lang="zh-CN"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b"/>
                      <a:r>
                        <a:rPr lang="en-US" altLang="zh-CN" sz="1100" u="none" strike="noStrike">
                          <a:effectLst/>
                          <a:latin typeface="微软雅黑" panose="020B0503020204020204" pitchFamily="34" charset="-122"/>
                          <a:ea typeface="微软雅黑" panose="020B0503020204020204" pitchFamily="34" charset="-122"/>
                        </a:rPr>
                        <a:t>10</a:t>
                      </a:r>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extLst>
                  <a:ext uri="{0D108BD9-81ED-4DB2-BD59-A6C34878D82A}">
                    <a16:rowId xmlns:a16="http://schemas.microsoft.com/office/drawing/2014/main" val="4033277841"/>
                  </a:ext>
                </a:extLst>
              </a:tr>
              <a:tr h="276317">
                <a:tc>
                  <a:txBody>
                    <a:bodyPr/>
                    <a:lstStyle/>
                    <a:p>
                      <a:pPr algn="ctr" fontAlgn="b"/>
                      <a:r>
                        <a:rPr lang="zh-CN" altLang="en-US" sz="1100" u="none" strike="noStrike">
                          <a:effectLst/>
                          <a:highlight>
                            <a:srgbClr val="FFFF00"/>
                          </a:highlight>
                          <a:latin typeface="微软雅黑" panose="020B0503020204020204" pitchFamily="34" charset="-122"/>
                          <a:ea typeface="微软雅黑" panose="020B0503020204020204" pitchFamily="34" charset="-122"/>
                        </a:rPr>
                        <a:t>远景乌拉特储能电站</a:t>
                      </a:r>
                      <a:endParaRPr lang="zh-CN" altLang="en-US" sz="1100" b="0" i="0" u="none" strike="noStrike">
                        <a:solidFill>
                          <a:srgbClr val="000000"/>
                        </a:solidFill>
                        <a:effectLst/>
                        <a:highlight>
                          <a:srgbClr val="FFFF00"/>
                        </a:highligh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b"/>
                      <a:r>
                        <a:rPr lang="en-US" altLang="zh-CN" sz="1100" u="none" strike="noStrike">
                          <a:effectLst/>
                          <a:latin typeface="微软雅黑" panose="020B0503020204020204" pitchFamily="34" charset="-122"/>
                          <a:ea typeface="微软雅黑" panose="020B0503020204020204" pitchFamily="34" charset="-122"/>
                        </a:rPr>
                        <a:t>14</a:t>
                      </a:r>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extLst>
                  <a:ext uri="{0D108BD9-81ED-4DB2-BD59-A6C34878D82A}">
                    <a16:rowId xmlns:a16="http://schemas.microsoft.com/office/drawing/2014/main" val="1091706209"/>
                  </a:ext>
                </a:extLst>
              </a:tr>
              <a:tr h="276317">
                <a:tc>
                  <a:txBody>
                    <a:bodyPr/>
                    <a:lstStyle/>
                    <a:p>
                      <a:pPr algn="ctr" fontAlgn="b"/>
                      <a:endParaRPr lang="zh-CN" altLang="en-US" sz="1100" b="0" i="0" u="none" strike="noStrike">
                        <a:solidFill>
                          <a:srgbClr val="000000"/>
                        </a:solidFill>
                        <a:effectLst/>
                        <a:highlight>
                          <a:srgbClr val="FFFF00"/>
                        </a:highligh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b"/>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extLst>
                  <a:ext uri="{0D108BD9-81ED-4DB2-BD59-A6C34878D82A}">
                    <a16:rowId xmlns:a16="http://schemas.microsoft.com/office/drawing/2014/main" val="1843574943"/>
                  </a:ext>
                </a:extLst>
              </a:tr>
              <a:tr h="276317">
                <a:tc>
                  <a:txBody>
                    <a:bodyPr/>
                    <a:lstStyle/>
                    <a:p>
                      <a:pPr algn="ctr" fontAlgn="b"/>
                      <a:endParaRPr lang="zh-CN" altLang="en-US" sz="1100" b="0" i="0" u="none" strike="noStrike">
                        <a:solidFill>
                          <a:srgbClr val="000000"/>
                        </a:solidFill>
                        <a:effectLst/>
                        <a:highlight>
                          <a:srgbClr val="FFFF00"/>
                        </a:highligh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b"/>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extLst>
                  <a:ext uri="{0D108BD9-81ED-4DB2-BD59-A6C34878D82A}">
                    <a16:rowId xmlns:a16="http://schemas.microsoft.com/office/drawing/2014/main" val="1625009405"/>
                  </a:ext>
                </a:extLst>
              </a:tr>
              <a:tr h="276317">
                <a:tc>
                  <a:txBody>
                    <a:bodyPr/>
                    <a:lstStyle/>
                    <a:p>
                      <a:pPr algn="ctr" fontAlgn="b"/>
                      <a:endParaRPr lang="zh-CN" altLang="en-US" sz="1100" b="0" i="0" u="none" strike="noStrike">
                        <a:solidFill>
                          <a:srgbClr val="000000"/>
                        </a:solidFill>
                        <a:effectLst/>
                        <a:highlight>
                          <a:srgbClr val="FFFF00"/>
                        </a:highligh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b"/>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extLst>
                  <a:ext uri="{0D108BD9-81ED-4DB2-BD59-A6C34878D82A}">
                    <a16:rowId xmlns:a16="http://schemas.microsoft.com/office/drawing/2014/main" val="3265104162"/>
                  </a:ext>
                </a:extLst>
              </a:tr>
              <a:tr h="276317">
                <a:tc>
                  <a:txBody>
                    <a:bodyPr/>
                    <a:lstStyle/>
                    <a:p>
                      <a:pPr algn="ctr" fontAlgn="b"/>
                      <a:endParaRPr lang="zh-CN" altLang="en-US" sz="1100" b="0" i="0" u="none" strike="noStrike">
                        <a:solidFill>
                          <a:srgbClr val="000000"/>
                        </a:solidFill>
                        <a:effectLst/>
                        <a:highlight>
                          <a:srgbClr val="FFFF00"/>
                        </a:highligh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b"/>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extLst>
                  <a:ext uri="{0D108BD9-81ED-4DB2-BD59-A6C34878D82A}">
                    <a16:rowId xmlns:a16="http://schemas.microsoft.com/office/drawing/2014/main" val="3510961654"/>
                  </a:ext>
                </a:extLst>
              </a:tr>
            </a:tbl>
          </a:graphicData>
        </a:graphic>
      </p:graphicFrame>
      <p:sp>
        <p:nvSpPr>
          <p:cNvPr id="8" name="文本框 7">
            <a:extLst>
              <a:ext uri="{FF2B5EF4-FFF2-40B4-BE49-F238E27FC236}">
                <a16:creationId xmlns:a16="http://schemas.microsoft.com/office/drawing/2014/main" id="{0940C49F-8924-1A83-BAD3-BC140F864078}"/>
              </a:ext>
            </a:extLst>
          </p:cNvPr>
          <p:cNvSpPr txBox="1"/>
          <p:nvPr/>
        </p:nvSpPr>
        <p:spPr>
          <a:xfrm>
            <a:off x="126998" y="102938"/>
            <a:ext cx="10588627" cy="369332"/>
          </a:xfrm>
          <a:prstGeom prst="rect">
            <a:avLst/>
          </a:prstGeom>
          <a:noFill/>
        </p:spPr>
        <p:txBody>
          <a:bodyPr wrap="square" rtlCol="0">
            <a:spAutoFit/>
          </a:bodyPr>
          <a:lstStyle/>
          <a:p>
            <a:pPr lvl="0">
              <a:defRPr/>
            </a:pPr>
            <a:r>
              <a:rPr kumimoji="0" lang="en-US" altLang="zh-CN"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2. </a:t>
            </a:r>
            <a:r>
              <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蒙西储能运营收益对比分析 </a:t>
            </a:r>
            <a:r>
              <a:rPr lang="en-US" altLang="zh-CN" sz="1600">
                <a:solidFill>
                  <a:schemeClr val="accent4">
                    <a:lumMod val="20000"/>
                    <a:lumOff val="80000"/>
                  </a:schemeClr>
                </a:solidFill>
                <a:latin typeface="微软雅黑" panose="020B0503020204020204" pitchFamily="34" charset="-122"/>
                <a:ea typeface="微软雅黑" panose="020B0503020204020204" pitchFamily="34" charset="-122"/>
              </a:rPr>
              <a:t>–</a:t>
            </a:r>
            <a:r>
              <a:rPr lang="zh-CN" altLang="en-US" sz="1600">
                <a:solidFill>
                  <a:schemeClr val="accent4">
                    <a:lumMod val="20000"/>
                    <a:lumOff val="80000"/>
                  </a:schemeClr>
                </a:solidFill>
                <a:latin typeface="微软雅黑" panose="020B0503020204020204" pitchFamily="34" charset="-122"/>
                <a:ea typeface="微软雅黑" panose="020B0503020204020204" pitchFamily="34" charset="-122"/>
              </a:rPr>
              <a:t>对比市场同类项目，节点价值凸显；争取每个节点保持领先</a:t>
            </a:r>
            <a:endParaRPr kumimoji="0" lang="zh-CN" altLang="en-US" sz="1800" b="0" i="0" u="none" strike="noStrike" kern="1200" cap="none" spc="0" normalizeH="0" baseline="0" noProof="0">
              <a:ln>
                <a:noFill/>
              </a:ln>
              <a:solidFill>
                <a:schemeClr val="accent4">
                  <a:lumMod val="20000"/>
                  <a:lumOff val="80000"/>
                </a:schemeClr>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8968863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776FF1A-0DF5-8CAA-C3E7-72C7C9A26B61}"/>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C515BECB-E828-6272-1A26-E0024329146D}"/>
              </a:ext>
            </a:extLst>
          </p:cNvPr>
          <p:cNvSpPr/>
          <p:nvPr/>
        </p:nvSpPr>
        <p:spPr>
          <a:xfrm>
            <a:off x="0" y="0"/>
            <a:ext cx="12192000" cy="574177"/>
          </a:xfrm>
          <a:prstGeom prst="rect">
            <a:avLst/>
          </a:prstGeom>
          <a:solidFill>
            <a:srgbClr val="3B3B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DengXian"/>
              <a:ea typeface="DengXian" panose="02010600030101010101" pitchFamily="2" charset="-122"/>
              <a:cs typeface="+mn-cs"/>
            </a:endParaRPr>
          </a:p>
        </p:txBody>
      </p:sp>
      <p:sp>
        <p:nvSpPr>
          <p:cNvPr id="8" name="文本框 7">
            <a:extLst>
              <a:ext uri="{FF2B5EF4-FFF2-40B4-BE49-F238E27FC236}">
                <a16:creationId xmlns:a16="http://schemas.microsoft.com/office/drawing/2014/main" id="{655ED87C-EAEF-6290-DE06-B6FDB9146474}"/>
              </a:ext>
            </a:extLst>
          </p:cNvPr>
          <p:cNvSpPr txBox="1"/>
          <p:nvPr/>
        </p:nvSpPr>
        <p:spPr>
          <a:xfrm>
            <a:off x="126998" y="102938"/>
            <a:ext cx="10588627" cy="369332"/>
          </a:xfrm>
          <a:prstGeom prst="rect">
            <a:avLst/>
          </a:prstGeom>
          <a:noFill/>
        </p:spPr>
        <p:txBody>
          <a:bodyPr wrap="square" rtlCol="0">
            <a:spAutoFit/>
          </a:bodyPr>
          <a:lstStyle/>
          <a:p>
            <a:pPr lvl="0">
              <a:defRPr/>
            </a:pPr>
            <a:r>
              <a:rPr kumimoji="0" lang="en-US" altLang="zh-CN"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3. </a:t>
            </a:r>
            <a:r>
              <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当前蒙西</a:t>
            </a:r>
            <a:r>
              <a:rPr lang="zh-CN" altLang="en-US">
                <a:solidFill>
                  <a:prstClr val="white"/>
                </a:solidFill>
                <a:latin typeface="微软雅黑" panose="020B0503020204020204" pitchFamily="34" charset="-122"/>
                <a:ea typeface="微软雅黑" panose="020B0503020204020204" pitchFamily="34" charset="-122"/>
              </a:rPr>
              <a:t>各场站运营问题与应对方式</a:t>
            </a:r>
            <a:endParaRPr kumimoji="0" lang="zh-CN" altLang="en-US" sz="1800" b="0" i="0" u="none" strike="noStrike" kern="1200" cap="none" spc="0" normalizeH="0" baseline="0" noProof="0">
              <a:ln>
                <a:noFill/>
              </a:ln>
              <a:solidFill>
                <a:schemeClr val="accent4">
                  <a:lumMod val="20000"/>
                  <a:lumOff val="80000"/>
                </a:schemeClr>
              </a:solidFill>
              <a:effectLst/>
              <a:uLnTx/>
              <a:uFillTx/>
              <a:latin typeface="微软雅黑" panose="020B0503020204020204" pitchFamily="34" charset="-122"/>
              <a:ea typeface="微软雅黑" panose="020B0503020204020204" pitchFamily="34" charset="-122"/>
              <a:cs typeface="+mn-cs"/>
            </a:endParaRPr>
          </a:p>
        </p:txBody>
      </p:sp>
      <p:sp>
        <p:nvSpPr>
          <p:cNvPr id="4" name="文本框 3">
            <a:extLst>
              <a:ext uri="{FF2B5EF4-FFF2-40B4-BE49-F238E27FC236}">
                <a16:creationId xmlns:a16="http://schemas.microsoft.com/office/drawing/2014/main" id="{C2213748-7F7F-92B8-2C90-BEFFC4BED353}"/>
              </a:ext>
            </a:extLst>
          </p:cNvPr>
          <p:cNvSpPr txBox="1"/>
          <p:nvPr/>
        </p:nvSpPr>
        <p:spPr>
          <a:xfrm>
            <a:off x="283884" y="715082"/>
            <a:ext cx="1162423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当前我们负责运营的七个场站，</a:t>
            </a:r>
            <a:r>
              <a:rPr kumimoji="0" lang="en-US" altLang="zh-CN"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2026</a:t>
            </a:r>
            <a:r>
              <a:rPr kumimoji="0" lang="zh-CN" altLang="en-US" sz="18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年上半年以乌海场站的运营环境最好，其他场站均存在这一定问题：</a:t>
            </a:r>
          </a:p>
        </p:txBody>
      </p:sp>
      <p:grpSp>
        <p:nvGrpSpPr>
          <p:cNvPr id="3" name="组合 2">
            <a:extLst>
              <a:ext uri="{FF2B5EF4-FFF2-40B4-BE49-F238E27FC236}">
                <a16:creationId xmlns:a16="http://schemas.microsoft.com/office/drawing/2014/main" id="{FD37BC5C-0D59-6EF6-7AE7-690A1F20C477}"/>
              </a:ext>
            </a:extLst>
          </p:cNvPr>
          <p:cNvGrpSpPr/>
          <p:nvPr/>
        </p:nvGrpSpPr>
        <p:grpSpPr>
          <a:xfrm>
            <a:off x="1099578" y="1447800"/>
            <a:ext cx="9992844" cy="4171951"/>
            <a:chOff x="238125" y="1152525"/>
            <a:chExt cx="11738722" cy="5000625"/>
          </a:xfrm>
        </p:grpSpPr>
        <p:sp>
          <p:nvSpPr>
            <p:cNvPr id="5" name="文本框 4">
              <a:extLst>
                <a:ext uri="{FF2B5EF4-FFF2-40B4-BE49-F238E27FC236}">
                  <a16:creationId xmlns:a16="http://schemas.microsoft.com/office/drawing/2014/main" id="{D4A279BF-10BD-E8F8-4DF4-18853BDEA87C}"/>
                </a:ext>
              </a:extLst>
            </p:cNvPr>
            <p:cNvSpPr txBox="1"/>
            <p:nvPr/>
          </p:nvSpPr>
          <p:spPr>
            <a:xfrm>
              <a:off x="238125" y="1152525"/>
              <a:ext cx="11738722" cy="895350"/>
            </a:xfrm>
            <a:prstGeom prst="rect">
              <a:avLst/>
            </a:prstGeom>
            <a:solidFill>
              <a:schemeClr val="bg1">
                <a:lumMod val="85000"/>
              </a:schemeClr>
            </a:solidFill>
          </p:spPr>
          <p:txBody>
            <a:bodyPr wrap="square" rtlCol="0" anchor="ctr" anchorCtr="0">
              <a:noAutofit/>
            </a:bodyPr>
            <a:lstStyle/>
            <a:p>
              <a:pPr marL="0" marR="0" lvl="0" indent="0" algn="ctr" defTabSz="914400" rtl="0" eaLnBrk="1" fontAlgn="auto" latinLnBrk="0" hangingPunct="1">
                <a:lnSpc>
                  <a:spcPct val="130000"/>
                </a:lnSpc>
                <a:spcBef>
                  <a:spcPts val="0"/>
                </a:spcBef>
                <a:spcAft>
                  <a:spcPts val="0"/>
                </a:spcAft>
                <a:buClrTx/>
                <a:buSzTx/>
                <a:buFont typeface="Arial" panose="020B0604020202020204" pitchFamily="34" charset="0"/>
                <a:buNone/>
                <a:tabLst/>
                <a:defRPr/>
              </a:pPr>
              <a:r>
                <a:rPr kumimoji="0" lang="zh-CN" altLang="en-US" sz="1600" b="1" i="0" u="none" strike="noStrike" kern="120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cs typeface="+mn-cs"/>
                  <a:sym typeface="+mn-ea"/>
                </a:rPr>
                <a:t>巴盟</a:t>
              </a:r>
              <a:r>
                <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场站规模较大，其充放行为对市场价格将产生反向影响</a:t>
              </a:r>
              <a:endParaRPr kumimoji="0" lang="en-US" altLang="zh-CN"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mn-ea"/>
              </a:endParaRPr>
            </a:p>
          </p:txBody>
        </p:sp>
        <p:sp>
          <p:nvSpPr>
            <p:cNvPr id="7" name="文本框 6">
              <a:extLst>
                <a:ext uri="{FF2B5EF4-FFF2-40B4-BE49-F238E27FC236}">
                  <a16:creationId xmlns:a16="http://schemas.microsoft.com/office/drawing/2014/main" id="{38D9D88B-A012-AB17-6FD2-3CB30BC84CEA}"/>
                </a:ext>
              </a:extLst>
            </p:cNvPr>
            <p:cNvSpPr txBox="1"/>
            <p:nvPr/>
          </p:nvSpPr>
          <p:spPr>
            <a:xfrm>
              <a:off x="238125" y="3204571"/>
              <a:ext cx="11715750" cy="895350"/>
            </a:xfrm>
            <a:prstGeom prst="rect">
              <a:avLst/>
            </a:prstGeom>
            <a:solidFill>
              <a:schemeClr val="bg1">
                <a:lumMod val="85000"/>
              </a:schemeClr>
            </a:solidFill>
          </p:spPr>
          <p:txBody>
            <a:bodyPr wrap="square" rtlCol="0" anchor="ctr" anchorCtr="0">
              <a:noAutofit/>
            </a:bodyPr>
            <a:lstStyle/>
            <a:p>
              <a:pPr marL="0" marR="0" lvl="0" indent="0" algn="ctr" defTabSz="914400" rtl="0" eaLnBrk="1" fontAlgn="auto" latinLnBrk="0" hangingPunct="1">
                <a:lnSpc>
                  <a:spcPct val="130000"/>
                </a:lnSpc>
                <a:spcBef>
                  <a:spcPts val="0"/>
                </a:spcBef>
                <a:spcAft>
                  <a:spcPts val="0"/>
                </a:spcAft>
                <a:buClrTx/>
                <a:buSzTx/>
                <a:buFont typeface="Arial" panose="020B0604020202020204" pitchFamily="34" charset="0"/>
                <a:buNone/>
                <a:tabLst/>
                <a:defRPr/>
              </a:pPr>
              <a:r>
                <a:rPr kumimoji="0" lang="zh-CN" altLang="en-US" sz="1600" b="1" i="0" u="none" strike="noStrike" kern="120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cs typeface="+mn-cs"/>
                  <a:sym typeface="+mn-ea"/>
                </a:rPr>
                <a:t>谷山梁</a:t>
              </a:r>
              <a:r>
                <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场站接入节点容量受限，无法满功率放电</a:t>
              </a:r>
              <a:endParaRPr kumimoji="0" lang="en-US" altLang="zh-CN"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mn-ea"/>
              </a:endParaRPr>
            </a:p>
          </p:txBody>
        </p:sp>
        <p:sp>
          <p:nvSpPr>
            <p:cNvPr id="9" name="文本框 8">
              <a:extLst>
                <a:ext uri="{FF2B5EF4-FFF2-40B4-BE49-F238E27FC236}">
                  <a16:creationId xmlns:a16="http://schemas.microsoft.com/office/drawing/2014/main" id="{0156FAA0-9BE3-B529-9255-63417D3A5010}"/>
                </a:ext>
              </a:extLst>
            </p:cNvPr>
            <p:cNvSpPr txBox="1"/>
            <p:nvPr/>
          </p:nvSpPr>
          <p:spPr>
            <a:xfrm>
              <a:off x="238125" y="4221629"/>
              <a:ext cx="11715750" cy="895350"/>
            </a:xfrm>
            <a:prstGeom prst="rect">
              <a:avLst/>
            </a:prstGeom>
            <a:solidFill>
              <a:schemeClr val="bg1">
                <a:lumMod val="85000"/>
              </a:schemeClr>
            </a:solidFill>
          </p:spPr>
          <p:txBody>
            <a:bodyPr wrap="square" rtlCol="0" anchor="ctr" anchorCtr="0">
              <a:noAutofit/>
            </a:bodyPr>
            <a:lstStyle/>
            <a:p>
              <a:pPr marL="0" marR="0" lvl="0" indent="0" algn="ctr" defTabSz="914400" rtl="0" eaLnBrk="1" fontAlgn="auto" latinLnBrk="0" hangingPunct="1">
                <a:lnSpc>
                  <a:spcPct val="130000"/>
                </a:lnSpc>
                <a:spcBef>
                  <a:spcPts val="0"/>
                </a:spcBef>
                <a:spcAft>
                  <a:spcPts val="0"/>
                </a:spcAft>
                <a:buClrTx/>
                <a:buSzTx/>
                <a:buFont typeface="Arial" panose="020B0604020202020204" pitchFamily="34" charset="0"/>
                <a:buNone/>
                <a:tabLst/>
                <a:defRPr/>
              </a:pPr>
              <a:r>
                <a:rPr kumimoji="0" lang="zh-CN" altLang="en-US" sz="1600" b="1" i="0" u="none" strike="noStrike" kern="120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cs typeface="+mn-cs"/>
                  <a:sym typeface="+mn-ea"/>
                </a:rPr>
                <a:t>苏右、四子王</a:t>
              </a:r>
              <a:r>
                <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场站在呼包东，深受阻塞影响，价差较小，校核严重</a:t>
              </a:r>
              <a:endParaRPr kumimoji="0" lang="en-US" altLang="zh-CN"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mn-ea"/>
              </a:endParaRPr>
            </a:p>
          </p:txBody>
        </p:sp>
        <p:sp>
          <p:nvSpPr>
            <p:cNvPr id="10" name="文本框 9">
              <a:extLst>
                <a:ext uri="{FF2B5EF4-FFF2-40B4-BE49-F238E27FC236}">
                  <a16:creationId xmlns:a16="http://schemas.microsoft.com/office/drawing/2014/main" id="{87BA0CB5-9790-9708-DFAF-A6ABF101C4ED}"/>
                </a:ext>
              </a:extLst>
            </p:cNvPr>
            <p:cNvSpPr txBox="1"/>
            <p:nvPr/>
          </p:nvSpPr>
          <p:spPr>
            <a:xfrm>
              <a:off x="238125" y="5257800"/>
              <a:ext cx="11715750" cy="895350"/>
            </a:xfrm>
            <a:prstGeom prst="rect">
              <a:avLst/>
            </a:prstGeom>
            <a:solidFill>
              <a:schemeClr val="bg1">
                <a:lumMod val="85000"/>
              </a:schemeClr>
            </a:solidFill>
          </p:spPr>
          <p:txBody>
            <a:bodyPr wrap="square" rtlCol="0" anchor="ctr" anchorCtr="0">
              <a:noAutofit/>
            </a:bodyPr>
            <a:lstStyle/>
            <a:p>
              <a:pPr marL="0" marR="0" lvl="0" indent="0" algn="ctr" defTabSz="914400" rtl="0" eaLnBrk="1" fontAlgn="auto" latinLnBrk="0" hangingPunct="1">
                <a:lnSpc>
                  <a:spcPct val="130000"/>
                </a:lnSpc>
                <a:spcBef>
                  <a:spcPts val="0"/>
                </a:spcBef>
                <a:spcAft>
                  <a:spcPts val="0"/>
                </a:spcAft>
                <a:buClrTx/>
                <a:buSzTx/>
                <a:buFont typeface="Arial" panose="020B0604020202020204" pitchFamily="34" charset="0"/>
                <a:buNone/>
                <a:tabLst/>
                <a:defRPr/>
              </a:pPr>
              <a:r>
                <a:rPr lang="zh-CN" altLang="en-US" sz="1600" b="1">
                  <a:solidFill>
                    <a:srgbClr val="C00000"/>
                  </a:solidFill>
                  <a:latin typeface="微软雅黑" panose="020B0503020204020204" pitchFamily="34" charset="-122"/>
                  <a:ea typeface="微软雅黑" panose="020B0503020204020204" pitchFamily="34" charset="-122"/>
                  <a:sym typeface="+mn-ea"/>
                </a:rPr>
                <a:t>乌拉特</a:t>
              </a:r>
              <a:r>
                <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场站设备受限，充放需静置，无法满功率充放</a:t>
              </a:r>
              <a:endParaRPr kumimoji="0" lang="en-US" altLang="zh-CN"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mn-ea"/>
              </a:endParaRPr>
            </a:p>
          </p:txBody>
        </p:sp>
        <p:sp>
          <p:nvSpPr>
            <p:cNvPr id="11" name="文本框 10">
              <a:extLst>
                <a:ext uri="{FF2B5EF4-FFF2-40B4-BE49-F238E27FC236}">
                  <a16:creationId xmlns:a16="http://schemas.microsoft.com/office/drawing/2014/main" id="{C911D991-1033-C450-ECDD-F7549A9EA389}"/>
                </a:ext>
              </a:extLst>
            </p:cNvPr>
            <p:cNvSpPr txBox="1"/>
            <p:nvPr/>
          </p:nvSpPr>
          <p:spPr>
            <a:xfrm>
              <a:off x="238125" y="2178548"/>
              <a:ext cx="11715750" cy="895350"/>
            </a:xfrm>
            <a:prstGeom prst="rect">
              <a:avLst/>
            </a:prstGeom>
            <a:solidFill>
              <a:schemeClr val="bg1">
                <a:lumMod val="85000"/>
              </a:schemeClr>
            </a:solidFill>
          </p:spPr>
          <p:txBody>
            <a:bodyPr wrap="square" rtlCol="0" anchor="ctr" anchorCtr="0">
              <a:noAutofit/>
            </a:bodyPr>
            <a:lstStyle/>
            <a:p>
              <a:pPr marL="0" marR="0" lvl="0" indent="0" algn="ctr" defTabSz="914400" rtl="0" eaLnBrk="1" fontAlgn="auto" latinLnBrk="0" hangingPunct="1">
                <a:lnSpc>
                  <a:spcPct val="130000"/>
                </a:lnSpc>
                <a:spcBef>
                  <a:spcPts val="0"/>
                </a:spcBef>
                <a:spcAft>
                  <a:spcPts val="0"/>
                </a:spcAft>
                <a:buClrTx/>
                <a:buSzTx/>
                <a:buFont typeface="Arial" panose="020B0604020202020204" pitchFamily="34" charset="0"/>
                <a:buNone/>
                <a:tabLst/>
                <a:defRPr/>
              </a:pPr>
              <a:r>
                <a:rPr kumimoji="0" lang="zh-CN" altLang="en-US" sz="1600" b="1" i="0" u="none" strike="noStrike" kern="120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cs typeface="+mn-cs"/>
                  <a:sym typeface="+mn-ea"/>
                </a:rPr>
                <a:t>杭锦旗</a:t>
              </a:r>
              <a:r>
                <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场站执行校核严重</a:t>
              </a:r>
              <a:endParaRPr kumimoji="0" lang="en-US" altLang="zh-CN"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mn-ea"/>
              </a:endParaRPr>
            </a:p>
          </p:txBody>
        </p:sp>
      </p:grpSp>
    </p:spTree>
    <p:extLst>
      <p:ext uri="{BB962C8B-B14F-4D97-AF65-F5344CB8AC3E}">
        <p14:creationId xmlns:p14="http://schemas.microsoft.com/office/powerpoint/2010/main" val="37324932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6CA6E523-4334-E3E2-1CC9-4E068B0AB6CC}"/>
              </a:ext>
            </a:extLst>
          </p:cNvPr>
          <p:cNvSpPr/>
          <p:nvPr/>
        </p:nvSpPr>
        <p:spPr>
          <a:xfrm>
            <a:off x="0" y="0"/>
            <a:ext cx="12192000" cy="574177"/>
          </a:xfrm>
          <a:prstGeom prst="rect">
            <a:avLst/>
          </a:prstGeom>
          <a:solidFill>
            <a:srgbClr val="3B3B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DengXian"/>
              <a:ea typeface="DengXian" panose="02010600030101010101" pitchFamily="2" charset="-122"/>
              <a:cs typeface="+mn-cs"/>
            </a:endParaRPr>
          </a:p>
        </p:txBody>
      </p:sp>
      <p:sp>
        <p:nvSpPr>
          <p:cNvPr id="3" name="文本框 2">
            <a:extLst>
              <a:ext uri="{FF2B5EF4-FFF2-40B4-BE49-F238E27FC236}">
                <a16:creationId xmlns:a16="http://schemas.microsoft.com/office/drawing/2014/main" id="{78AAA71F-0A52-9D59-3191-6BAA82CDEB69}"/>
              </a:ext>
            </a:extLst>
          </p:cNvPr>
          <p:cNvSpPr txBox="1"/>
          <p:nvPr/>
        </p:nvSpPr>
        <p:spPr>
          <a:xfrm>
            <a:off x="126998" y="102938"/>
            <a:ext cx="938783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1. </a:t>
            </a:r>
            <a:r>
              <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蒙西储能运营收益总览 </a:t>
            </a:r>
            <a:r>
              <a:rPr lang="en-US" altLang="zh-CN" sz="1600">
                <a:solidFill>
                  <a:schemeClr val="accent4">
                    <a:lumMod val="20000"/>
                    <a:lumOff val="80000"/>
                  </a:schemeClr>
                </a:solidFill>
                <a:latin typeface="微软雅黑" panose="020B0503020204020204" pitchFamily="34" charset="-122"/>
                <a:ea typeface="微软雅黑" panose="020B0503020204020204" pitchFamily="34" charset="-122"/>
              </a:rPr>
              <a:t>–</a:t>
            </a:r>
            <a:r>
              <a:rPr lang="zh-CN" altLang="en-US" sz="1600">
                <a:solidFill>
                  <a:schemeClr val="accent4">
                    <a:lumMod val="20000"/>
                    <a:lumOff val="80000"/>
                  </a:schemeClr>
                </a:solidFill>
                <a:latin typeface="微软雅黑" panose="020B0503020204020204" pitchFamily="34" charset="-122"/>
                <a:ea typeface="微软雅黑" panose="020B0503020204020204" pitchFamily="34" charset="-122"/>
              </a:rPr>
              <a:t>随着对于市场的熟悉，场站收益逐渐提高并趋于稳定</a:t>
            </a:r>
            <a:endParaRPr kumimoji="0" lang="zh-CN" altLang="en-US" sz="1800" b="0" i="0" u="none" strike="noStrike" kern="1200" cap="none" spc="0" normalizeH="0" baseline="0" noProof="0">
              <a:ln>
                <a:noFill/>
              </a:ln>
              <a:solidFill>
                <a:schemeClr val="accent4">
                  <a:lumMod val="20000"/>
                  <a:lumOff val="80000"/>
                </a:schemeClr>
              </a:solidFill>
              <a:effectLst/>
              <a:uLnTx/>
              <a:uFillTx/>
              <a:latin typeface="微软雅黑" panose="020B0503020204020204" pitchFamily="34" charset="-122"/>
              <a:ea typeface="微软雅黑" panose="020B0503020204020204" pitchFamily="34" charset="-122"/>
              <a:cs typeface="+mn-cs"/>
            </a:endParaRPr>
          </a:p>
        </p:txBody>
      </p:sp>
      <p:pic>
        <p:nvPicPr>
          <p:cNvPr id="4" name="图片 3">
            <a:extLst>
              <a:ext uri="{FF2B5EF4-FFF2-40B4-BE49-F238E27FC236}">
                <a16:creationId xmlns:a16="http://schemas.microsoft.com/office/drawing/2014/main" id="{F312ED25-1E84-6436-4548-A3F0643BBF20}"/>
              </a:ext>
            </a:extLst>
          </p:cNvPr>
          <p:cNvPicPr>
            <a:picLocks noChangeAspect="1"/>
          </p:cNvPicPr>
          <p:nvPr/>
        </p:nvPicPr>
        <p:blipFill>
          <a:blip r:embed="rId2"/>
          <a:stretch>
            <a:fillRect/>
          </a:stretch>
        </p:blipFill>
        <p:spPr>
          <a:xfrm>
            <a:off x="1174376" y="603299"/>
            <a:ext cx="9843247" cy="5651402"/>
          </a:xfrm>
          <a:prstGeom prst="rect">
            <a:avLst/>
          </a:prstGeom>
        </p:spPr>
      </p:pic>
    </p:spTree>
    <p:extLst>
      <p:ext uri="{BB962C8B-B14F-4D97-AF65-F5344CB8AC3E}">
        <p14:creationId xmlns:p14="http://schemas.microsoft.com/office/powerpoint/2010/main" val="11362193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A8CE49F0-E388-40EB-A447-A7608FC418E0}"/>
              </a:ext>
            </a:extLst>
          </p:cNvPr>
          <p:cNvPicPr>
            <a:picLocks noChangeAspect="1"/>
          </p:cNvPicPr>
          <p:nvPr/>
        </p:nvPicPr>
        <p:blipFill>
          <a:blip r:embed="rId2"/>
          <a:stretch>
            <a:fillRect/>
          </a:stretch>
        </p:blipFill>
        <p:spPr>
          <a:xfrm>
            <a:off x="1187823" y="613119"/>
            <a:ext cx="9816353" cy="5631762"/>
          </a:xfrm>
          <a:prstGeom prst="rect">
            <a:avLst/>
          </a:prstGeom>
        </p:spPr>
      </p:pic>
      <p:sp>
        <p:nvSpPr>
          <p:cNvPr id="3" name="矩形 2">
            <a:extLst>
              <a:ext uri="{FF2B5EF4-FFF2-40B4-BE49-F238E27FC236}">
                <a16:creationId xmlns:a16="http://schemas.microsoft.com/office/drawing/2014/main" id="{7A19B2D3-A463-B0C3-F589-0F02DA995A85}"/>
              </a:ext>
            </a:extLst>
          </p:cNvPr>
          <p:cNvSpPr/>
          <p:nvPr/>
        </p:nvSpPr>
        <p:spPr>
          <a:xfrm>
            <a:off x="0" y="0"/>
            <a:ext cx="12192000" cy="574177"/>
          </a:xfrm>
          <a:prstGeom prst="rect">
            <a:avLst/>
          </a:prstGeom>
          <a:solidFill>
            <a:srgbClr val="3B3B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DengXian"/>
              <a:ea typeface="DengXian" panose="02010600030101010101" pitchFamily="2" charset="-122"/>
              <a:cs typeface="+mn-cs"/>
            </a:endParaRPr>
          </a:p>
        </p:txBody>
      </p:sp>
      <p:sp>
        <p:nvSpPr>
          <p:cNvPr id="4" name="文本框 3">
            <a:extLst>
              <a:ext uri="{FF2B5EF4-FFF2-40B4-BE49-F238E27FC236}">
                <a16:creationId xmlns:a16="http://schemas.microsoft.com/office/drawing/2014/main" id="{1A037455-BEE3-4ED7-F383-0792529E4318}"/>
              </a:ext>
            </a:extLst>
          </p:cNvPr>
          <p:cNvSpPr txBox="1"/>
          <p:nvPr/>
        </p:nvSpPr>
        <p:spPr>
          <a:xfrm>
            <a:off x="126998" y="102938"/>
            <a:ext cx="938783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1. </a:t>
            </a:r>
            <a:r>
              <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蒙西储能运营收益总览 </a:t>
            </a:r>
            <a:r>
              <a:rPr lang="en-US" altLang="zh-CN" sz="1600">
                <a:solidFill>
                  <a:schemeClr val="accent4">
                    <a:lumMod val="20000"/>
                    <a:lumOff val="80000"/>
                  </a:schemeClr>
                </a:solidFill>
                <a:latin typeface="微软雅黑" panose="020B0503020204020204" pitchFamily="34" charset="-122"/>
                <a:ea typeface="微软雅黑" panose="020B0503020204020204" pitchFamily="34" charset="-122"/>
              </a:rPr>
              <a:t>–</a:t>
            </a:r>
            <a:r>
              <a:rPr lang="zh-CN" altLang="en-US" sz="1600">
                <a:solidFill>
                  <a:schemeClr val="accent4">
                    <a:lumMod val="20000"/>
                    <a:lumOff val="80000"/>
                  </a:schemeClr>
                </a:solidFill>
                <a:latin typeface="微软雅黑" panose="020B0503020204020204" pitchFamily="34" charset="-122"/>
                <a:ea typeface="微软雅黑" panose="020B0503020204020204" pitchFamily="34" charset="-122"/>
              </a:rPr>
              <a:t>随着对于市场的熟悉，场站收益逐渐提高并趋于稳定</a:t>
            </a:r>
            <a:endParaRPr kumimoji="0" lang="zh-CN" altLang="en-US" sz="1800" b="0" i="0" u="none" strike="noStrike" kern="1200" cap="none" spc="0" normalizeH="0" baseline="0" noProof="0">
              <a:ln>
                <a:noFill/>
              </a:ln>
              <a:solidFill>
                <a:schemeClr val="accent4">
                  <a:lumMod val="20000"/>
                  <a:lumOff val="80000"/>
                </a:schemeClr>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9115815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08CEEB30-3DEB-E08B-98C1-4A6C8E9110E1}"/>
              </a:ext>
            </a:extLst>
          </p:cNvPr>
          <p:cNvPicPr>
            <a:picLocks noChangeAspect="1"/>
          </p:cNvPicPr>
          <p:nvPr/>
        </p:nvPicPr>
        <p:blipFill>
          <a:blip r:embed="rId2"/>
          <a:stretch>
            <a:fillRect/>
          </a:stretch>
        </p:blipFill>
        <p:spPr>
          <a:xfrm>
            <a:off x="1185444" y="610994"/>
            <a:ext cx="9821112" cy="5636011"/>
          </a:xfrm>
          <a:prstGeom prst="rect">
            <a:avLst/>
          </a:prstGeom>
        </p:spPr>
      </p:pic>
      <p:sp>
        <p:nvSpPr>
          <p:cNvPr id="2" name="矩形 1">
            <a:extLst>
              <a:ext uri="{FF2B5EF4-FFF2-40B4-BE49-F238E27FC236}">
                <a16:creationId xmlns:a16="http://schemas.microsoft.com/office/drawing/2014/main" id="{623F8B60-E785-4D11-1990-A5A633D1CA60}"/>
              </a:ext>
            </a:extLst>
          </p:cNvPr>
          <p:cNvSpPr/>
          <p:nvPr/>
        </p:nvSpPr>
        <p:spPr>
          <a:xfrm>
            <a:off x="0" y="0"/>
            <a:ext cx="12192000" cy="574177"/>
          </a:xfrm>
          <a:prstGeom prst="rect">
            <a:avLst/>
          </a:prstGeom>
          <a:solidFill>
            <a:srgbClr val="3B3B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DengXian"/>
              <a:ea typeface="DengXian" panose="02010600030101010101" pitchFamily="2" charset="-122"/>
              <a:cs typeface="+mn-cs"/>
            </a:endParaRPr>
          </a:p>
        </p:txBody>
      </p:sp>
      <p:sp>
        <p:nvSpPr>
          <p:cNvPr id="3" name="文本框 2">
            <a:extLst>
              <a:ext uri="{FF2B5EF4-FFF2-40B4-BE49-F238E27FC236}">
                <a16:creationId xmlns:a16="http://schemas.microsoft.com/office/drawing/2014/main" id="{7EC13040-2AB6-79BE-F416-DD72F58BF77F}"/>
              </a:ext>
            </a:extLst>
          </p:cNvPr>
          <p:cNvSpPr txBox="1"/>
          <p:nvPr/>
        </p:nvSpPr>
        <p:spPr>
          <a:xfrm>
            <a:off x="126998" y="102938"/>
            <a:ext cx="938783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1. </a:t>
            </a:r>
            <a:r>
              <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蒙西储能运营收益总览 </a:t>
            </a:r>
            <a:r>
              <a:rPr lang="en-US" altLang="zh-CN" sz="1600">
                <a:solidFill>
                  <a:schemeClr val="accent4">
                    <a:lumMod val="20000"/>
                    <a:lumOff val="80000"/>
                  </a:schemeClr>
                </a:solidFill>
                <a:latin typeface="微软雅黑" panose="020B0503020204020204" pitchFamily="34" charset="-122"/>
                <a:ea typeface="微软雅黑" panose="020B0503020204020204" pitchFamily="34" charset="-122"/>
              </a:rPr>
              <a:t>–</a:t>
            </a:r>
            <a:r>
              <a:rPr lang="zh-CN" altLang="en-US" sz="1600">
                <a:solidFill>
                  <a:schemeClr val="accent4">
                    <a:lumMod val="20000"/>
                    <a:lumOff val="80000"/>
                  </a:schemeClr>
                </a:solidFill>
                <a:latin typeface="微软雅黑" panose="020B0503020204020204" pitchFamily="34" charset="-122"/>
                <a:ea typeface="微软雅黑" panose="020B0503020204020204" pitchFamily="34" charset="-122"/>
              </a:rPr>
              <a:t>随着对于市场的熟悉，场站收益逐渐提高并趋于稳定</a:t>
            </a:r>
            <a:endParaRPr kumimoji="0" lang="zh-CN" altLang="en-US" sz="1800" b="0" i="0" u="none" strike="noStrike" kern="1200" cap="none" spc="0" normalizeH="0" baseline="0" noProof="0">
              <a:ln>
                <a:noFill/>
              </a:ln>
              <a:solidFill>
                <a:schemeClr val="accent4">
                  <a:lumMod val="20000"/>
                  <a:lumOff val="80000"/>
                </a:schemeClr>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8791554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C917CAEF-446D-1858-85C8-0545C9F2CAAE}"/>
              </a:ext>
            </a:extLst>
          </p:cNvPr>
          <p:cNvPicPr>
            <a:picLocks noChangeAspect="1"/>
          </p:cNvPicPr>
          <p:nvPr/>
        </p:nvPicPr>
        <p:blipFill>
          <a:blip r:embed="rId2"/>
          <a:stretch>
            <a:fillRect/>
          </a:stretch>
        </p:blipFill>
        <p:spPr>
          <a:xfrm>
            <a:off x="1260031" y="612573"/>
            <a:ext cx="9671937" cy="5632854"/>
          </a:xfrm>
          <a:prstGeom prst="rect">
            <a:avLst/>
          </a:prstGeom>
        </p:spPr>
      </p:pic>
      <p:sp>
        <p:nvSpPr>
          <p:cNvPr id="3" name="矩形 2">
            <a:extLst>
              <a:ext uri="{FF2B5EF4-FFF2-40B4-BE49-F238E27FC236}">
                <a16:creationId xmlns:a16="http://schemas.microsoft.com/office/drawing/2014/main" id="{12B4BDC6-4D55-BE59-9C05-DD3950A91C09}"/>
              </a:ext>
            </a:extLst>
          </p:cNvPr>
          <p:cNvSpPr/>
          <p:nvPr/>
        </p:nvSpPr>
        <p:spPr>
          <a:xfrm>
            <a:off x="0" y="0"/>
            <a:ext cx="12192000" cy="574177"/>
          </a:xfrm>
          <a:prstGeom prst="rect">
            <a:avLst/>
          </a:prstGeom>
          <a:solidFill>
            <a:srgbClr val="3B3B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DengXian"/>
              <a:ea typeface="DengXian" panose="02010600030101010101" pitchFamily="2" charset="-122"/>
              <a:cs typeface="+mn-cs"/>
            </a:endParaRPr>
          </a:p>
        </p:txBody>
      </p:sp>
      <p:sp>
        <p:nvSpPr>
          <p:cNvPr id="4" name="文本框 3">
            <a:extLst>
              <a:ext uri="{FF2B5EF4-FFF2-40B4-BE49-F238E27FC236}">
                <a16:creationId xmlns:a16="http://schemas.microsoft.com/office/drawing/2014/main" id="{C61983EA-BF92-AFE5-3A6A-B03A7C3F259B}"/>
              </a:ext>
            </a:extLst>
          </p:cNvPr>
          <p:cNvSpPr txBox="1"/>
          <p:nvPr/>
        </p:nvSpPr>
        <p:spPr>
          <a:xfrm>
            <a:off x="126998" y="102938"/>
            <a:ext cx="938783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1. </a:t>
            </a:r>
            <a:r>
              <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蒙西储能运营收益总览 </a:t>
            </a:r>
            <a:r>
              <a:rPr lang="en-US" altLang="zh-CN" sz="1600">
                <a:solidFill>
                  <a:schemeClr val="accent4">
                    <a:lumMod val="20000"/>
                    <a:lumOff val="80000"/>
                  </a:schemeClr>
                </a:solidFill>
                <a:latin typeface="微软雅黑" panose="020B0503020204020204" pitchFamily="34" charset="-122"/>
                <a:ea typeface="微软雅黑" panose="020B0503020204020204" pitchFamily="34" charset="-122"/>
              </a:rPr>
              <a:t>–</a:t>
            </a:r>
            <a:r>
              <a:rPr lang="zh-CN" altLang="en-US" sz="1600">
                <a:solidFill>
                  <a:schemeClr val="accent4">
                    <a:lumMod val="20000"/>
                    <a:lumOff val="80000"/>
                  </a:schemeClr>
                </a:solidFill>
                <a:latin typeface="微软雅黑" panose="020B0503020204020204" pitchFamily="34" charset="-122"/>
                <a:ea typeface="微软雅黑" panose="020B0503020204020204" pitchFamily="34" charset="-122"/>
              </a:rPr>
              <a:t>随着对于市场的熟悉，场站收益逐渐提高并趋于稳定</a:t>
            </a:r>
            <a:endParaRPr kumimoji="0" lang="zh-CN" altLang="en-US" sz="1800" b="0" i="0" u="none" strike="noStrike" kern="1200" cap="none" spc="0" normalizeH="0" baseline="0" noProof="0">
              <a:ln>
                <a:noFill/>
              </a:ln>
              <a:solidFill>
                <a:schemeClr val="accent4">
                  <a:lumMod val="20000"/>
                  <a:lumOff val="80000"/>
                </a:schemeClr>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2464779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4B0E221-7E06-9E6C-B594-71977DBE381B}"/>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AAD340AD-238A-1016-417A-2277A29ACDB3}"/>
              </a:ext>
            </a:extLst>
          </p:cNvPr>
          <p:cNvSpPr/>
          <p:nvPr/>
        </p:nvSpPr>
        <p:spPr>
          <a:xfrm>
            <a:off x="0" y="0"/>
            <a:ext cx="12192000" cy="574177"/>
          </a:xfrm>
          <a:prstGeom prst="rect">
            <a:avLst/>
          </a:prstGeom>
          <a:solidFill>
            <a:srgbClr val="3B3B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BF2BAC6A-FF9F-558D-B2D9-1DF9A9D3BB8C}"/>
              </a:ext>
            </a:extLst>
          </p:cNvPr>
          <p:cNvSpPr txBox="1"/>
          <p:nvPr/>
        </p:nvSpPr>
        <p:spPr>
          <a:xfrm>
            <a:off x="257482" y="679626"/>
            <a:ext cx="3676343" cy="5492574"/>
          </a:xfrm>
          <a:prstGeom prst="rect">
            <a:avLst/>
          </a:prstGeom>
          <a:solidFill>
            <a:schemeClr val="bg1">
              <a:lumMod val="85000"/>
            </a:schemeClr>
          </a:solidFill>
        </p:spPr>
        <p:txBody>
          <a:bodyPr wrap="square" rtlCol="0" anchor="t" anchorCtr="0">
            <a:noAutofit/>
          </a:bodyPr>
          <a:lstStyle/>
          <a:p>
            <a:pPr lvl="0" algn="ctr">
              <a:lnSpc>
                <a:spcPct val="130000"/>
              </a:lnSpc>
              <a:defRPr/>
            </a:pPr>
            <a:r>
              <a:rPr lang="zh-CN" altLang="en-US" b="1">
                <a:solidFill>
                  <a:prstClr val="black"/>
                </a:solidFill>
                <a:latin typeface="微软雅黑" panose="020B0503020204020204" pitchFamily="34" charset="-122"/>
                <a:ea typeface="微软雅黑" panose="020B0503020204020204" pitchFamily="34" charset="-122"/>
                <a:sym typeface="+mn-ea"/>
              </a:rPr>
              <a:t>关键数据对比</a:t>
            </a:r>
            <a:endParaRPr lang="en-US" altLang="zh-CN" b="1">
              <a:solidFill>
                <a:prstClr val="black"/>
              </a:solidFill>
              <a:latin typeface="微软雅黑" panose="020B0503020204020204" pitchFamily="34" charset="-122"/>
              <a:ea typeface="微软雅黑" panose="020B0503020204020204" pitchFamily="34" charset="-122"/>
              <a:sym typeface="+mn-ea"/>
            </a:endParaRPr>
          </a:p>
        </p:txBody>
      </p:sp>
      <p:graphicFrame>
        <p:nvGraphicFramePr>
          <p:cNvPr id="6" name="表格 5">
            <a:extLst>
              <a:ext uri="{FF2B5EF4-FFF2-40B4-BE49-F238E27FC236}">
                <a16:creationId xmlns:a16="http://schemas.microsoft.com/office/drawing/2014/main" id="{693C42F3-54AF-6A92-1241-E1E9A6AB9199}"/>
              </a:ext>
            </a:extLst>
          </p:cNvPr>
          <p:cNvGraphicFramePr>
            <a:graphicFrameLocks noGrp="1"/>
          </p:cNvGraphicFramePr>
          <p:nvPr/>
        </p:nvGraphicFramePr>
        <p:xfrm>
          <a:off x="490141" y="1154216"/>
          <a:ext cx="3211023" cy="4935974"/>
        </p:xfrm>
        <a:graphic>
          <a:graphicData uri="http://schemas.openxmlformats.org/drawingml/2006/table">
            <a:tbl>
              <a:tblPr firstRow="1" bandRow="1">
                <a:tableStyleId>{9D7B26C5-4107-4FEC-AEDC-1716B250A1EF}</a:tableStyleId>
              </a:tblPr>
              <a:tblGrid>
                <a:gridCol w="1070341">
                  <a:extLst>
                    <a:ext uri="{9D8B030D-6E8A-4147-A177-3AD203B41FA5}">
                      <a16:colId xmlns:a16="http://schemas.microsoft.com/office/drawing/2014/main" val="1801994726"/>
                    </a:ext>
                  </a:extLst>
                </a:gridCol>
                <a:gridCol w="1081796">
                  <a:extLst>
                    <a:ext uri="{9D8B030D-6E8A-4147-A177-3AD203B41FA5}">
                      <a16:colId xmlns:a16="http://schemas.microsoft.com/office/drawing/2014/main" val="3904071957"/>
                    </a:ext>
                  </a:extLst>
                </a:gridCol>
                <a:gridCol w="1058886">
                  <a:extLst>
                    <a:ext uri="{9D8B030D-6E8A-4147-A177-3AD203B41FA5}">
                      <a16:colId xmlns:a16="http://schemas.microsoft.com/office/drawing/2014/main" val="2457971073"/>
                    </a:ext>
                  </a:extLst>
                </a:gridCol>
              </a:tblGrid>
              <a:tr h="430522">
                <a:tc>
                  <a:txBody>
                    <a:bodyPr/>
                    <a:lstStyle/>
                    <a:p>
                      <a:pPr algn="ctr"/>
                      <a:r>
                        <a:rPr lang="zh-CN" altLang="en-US" sz="1200" b="1">
                          <a:latin typeface="微软雅黑" panose="020B0503020204020204" pitchFamily="34" charset="-122"/>
                          <a:ea typeface="微软雅黑" panose="020B0503020204020204" pitchFamily="34" charset="-122"/>
                        </a:rPr>
                        <a:t>场站</a:t>
                      </a:r>
                      <a:endParaRPr lang="en-US" altLang="zh-CN" sz="1200" b="1">
                        <a:latin typeface="微软雅黑" panose="020B0503020204020204" pitchFamily="34" charset="-122"/>
                        <a:ea typeface="微软雅黑" panose="020B0503020204020204" pitchFamily="34" charset="-122"/>
                      </a:endParaRPr>
                    </a:p>
                  </a:txBody>
                  <a:tcPr anchor="ctr"/>
                </a:tc>
                <a:tc>
                  <a:txBody>
                    <a:bodyPr/>
                    <a:lstStyle/>
                    <a:p>
                      <a:pPr algn="ctr"/>
                      <a:r>
                        <a:rPr lang="zh-CN" altLang="en-US" sz="1200" b="1">
                          <a:latin typeface="微软雅黑" panose="020B0503020204020204" pitchFamily="34" charset="-122"/>
                          <a:ea typeface="微软雅黑" panose="020B0503020204020204" pitchFamily="34" charset="-122"/>
                        </a:rPr>
                        <a:t>日均充电</a:t>
                      </a:r>
                      <a:endParaRPr lang="en-US" altLang="zh-CN" sz="1200" b="1">
                        <a:latin typeface="微软雅黑" panose="020B0503020204020204" pitchFamily="34" charset="-122"/>
                        <a:ea typeface="微软雅黑" panose="020B0503020204020204" pitchFamily="34" charset="-122"/>
                      </a:endParaRPr>
                    </a:p>
                    <a:p>
                      <a:pPr algn="ctr"/>
                      <a:r>
                        <a:rPr lang="zh-CN" altLang="en-US" sz="1200" b="1">
                          <a:latin typeface="微软雅黑" panose="020B0503020204020204" pitchFamily="34" charset="-122"/>
                          <a:ea typeface="微软雅黑" panose="020B0503020204020204" pitchFamily="34" charset="-122"/>
                        </a:rPr>
                        <a:t>次数</a:t>
                      </a:r>
                    </a:p>
                  </a:txBody>
                  <a:tcPr anchor="ctr"/>
                </a:tc>
                <a:tc>
                  <a:txBody>
                    <a:bodyPr/>
                    <a:lstStyle/>
                    <a:p>
                      <a:pPr algn="ctr"/>
                      <a:r>
                        <a:rPr lang="zh-CN" altLang="en-US" sz="1200" b="1">
                          <a:latin typeface="微软雅黑" panose="020B0503020204020204" pitchFamily="34" charset="-122"/>
                          <a:ea typeface="微软雅黑" panose="020B0503020204020204" pitchFamily="34" charset="-122"/>
                        </a:rPr>
                        <a:t>捕获价差（元</a:t>
                      </a:r>
                      <a:r>
                        <a:rPr lang="en-US" altLang="zh-CN" sz="1200" b="1">
                          <a:latin typeface="微软雅黑" panose="020B0503020204020204" pitchFamily="34" charset="-122"/>
                          <a:ea typeface="微软雅黑" panose="020B0503020204020204" pitchFamily="34" charset="-122"/>
                        </a:rPr>
                        <a:t>/MWh</a:t>
                      </a:r>
                      <a:r>
                        <a:rPr lang="zh-CN" altLang="en-US" sz="1200" b="1">
                          <a:latin typeface="微软雅黑" panose="020B0503020204020204" pitchFamily="34" charset="-122"/>
                          <a:ea typeface="微软雅黑" panose="020B0503020204020204" pitchFamily="34" charset="-122"/>
                        </a:rPr>
                        <a:t>）</a:t>
                      </a:r>
                    </a:p>
                  </a:txBody>
                  <a:tcPr anchor="ctr"/>
                </a:tc>
                <a:extLst>
                  <a:ext uri="{0D108BD9-81ED-4DB2-BD59-A6C34878D82A}">
                    <a16:rowId xmlns:a16="http://schemas.microsoft.com/office/drawing/2014/main" val="1584365612"/>
                  </a:ext>
                </a:extLst>
              </a:tr>
              <a:tr h="430522">
                <a:tc>
                  <a:txBody>
                    <a:bodyPr/>
                    <a:lstStyle/>
                    <a:p>
                      <a:pPr algn="ctr"/>
                      <a:r>
                        <a:rPr lang="zh-CN" altLang="en-US" sz="1100" b="1">
                          <a:latin typeface="微软雅黑" panose="020B0503020204020204" pitchFamily="34" charset="-122"/>
                          <a:ea typeface="微软雅黑" panose="020B0503020204020204" pitchFamily="34" charset="-122"/>
                        </a:rPr>
                        <a:t>第一名</a:t>
                      </a:r>
                      <a:endParaRPr lang="en-US" altLang="zh-CN" sz="1100" b="1">
                        <a:latin typeface="微软雅黑" panose="020B0503020204020204" pitchFamily="34" charset="-122"/>
                        <a:ea typeface="微软雅黑" panose="020B0503020204020204" pitchFamily="34" charset="-122"/>
                      </a:endParaRPr>
                    </a:p>
                    <a:p>
                      <a:pPr algn="ctr"/>
                      <a:r>
                        <a:rPr lang="zh-CN" altLang="en-US" sz="1100" b="1">
                          <a:latin typeface="微软雅黑" panose="020B0503020204020204" pitchFamily="34" charset="-122"/>
                          <a:ea typeface="微软雅黑" panose="020B0503020204020204" pitchFamily="34" charset="-122"/>
                        </a:rPr>
                        <a:t>（泰垚鑫）</a:t>
                      </a:r>
                    </a:p>
                  </a:txBody>
                  <a:tcPr anchor="ctr"/>
                </a:tc>
                <a:tc>
                  <a:txBody>
                    <a:bodyPr/>
                    <a:lstStyle/>
                    <a:p>
                      <a:pPr algn="ctr"/>
                      <a:r>
                        <a:rPr lang="en-US" altLang="zh-CN" sz="1200" b="1">
                          <a:solidFill>
                            <a:schemeClr val="tx1"/>
                          </a:solidFill>
                          <a:latin typeface="微软雅黑" panose="020B0503020204020204" pitchFamily="34" charset="-122"/>
                          <a:ea typeface="微软雅黑" panose="020B0503020204020204" pitchFamily="34" charset="-122"/>
                        </a:rPr>
                        <a:t>1.31</a:t>
                      </a:r>
                      <a:endParaRPr lang="zh-CN" altLang="en-US" sz="1200" b="1">
                        <a:solidFill>
                          <a:schemeClr val="tx1"/>
                        </a:solidFill>
                        <a:latin typeface="微软雅黑" panose="020B0503020204020204" pitchFamily="34" charset="-122"/>
                        <a:ea typeface="微软雅黑" panose="020B0503020204020204" pitchFamily="34" charset="-122"/>
                      </a:endParaRPr>
                    </a:p>
                  </a:txBody>
                  <a:tcPr anchor="ctr"/>
                </a:tc>
                <a:tc>
                  <a:txBody>
                    <a:bodyPr/>
                    <a:lstStyle/>
                    <a:p>
                      <a:pPr algn="ctr"/>
                      <a:r>
                        <a:rPr lang="en-US" altLang="zh-CN" sz="1200" b="1">
                          <a:solidFill>
                            <a:schemeClr val="tx1"/>
                          </a:solidFill>
                          <a:latin typeface="微软雅黑" panose="020B0503020204020204" pitchFamily="34" charset="-122"/>
                          <a:ea typeface="微软雅黑" panose="020B0503020204020204" pitchFamily="34" charset="-122"/>
                        </a:rPr>
                        <a:t>169.63</a:t>
                      </a:r>
                      <a:endParaRPr lang="zh-CN" altLang="en-US" sz="1200" b="1">
                        <a:solidFill>
                          <a:schemeClr val="tx1"/>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825573425"/>
                  </a:ext>
                </a:extLst>
              </a:tr>
              <a:tr h="517299">
                <a:tc>
                  <a:txBody>
                    <a:bodyPr/>
                    <a:lstStyle/>
                    <a:p>
                      <a:pPr algn="ctr"/>
                      <a:r>
                        <a:rPr lang="zh-CN" altLang="en-US" sz="1100" b="1">
                          <a:latin typeface="微软雅黑" panose="020B0503020204020204" pitchFamily="34" charset="-122"/>
                          <a:ea typeface="微软雅黑" panose="020B0503020204020204" pitchFamily="34" charset="-122"/>
                        </a:rPr>
                        <a:t>前五平均值</a:t>
                      </a:r>
                    </a:p>
                  </a:txBody>
                  <a:tcPr anchor="ctr"/>
                </a:tc>
                <a:tc>
                  <a:txBody>
                    <a:bodyPr/>
                    <a:lstStyle/>
                    <a:p>
                      <a:pPr algn="ctr"/>
                      <a:r>
                        <a:rPr lang="en-US" altLang="zh-CN" sz="1200" b="1">
                          <a:solidFill>
                            <a:schemeClr val="tx1"/>
                          </a:solidFill>
                          <a:highlight>
                            <a:srgbClr val="FFFF00"/>
                          </a:highlight>
                          <a:latin typeface="微软雅黑" panose="020B0503020204020204" pitchFamily="34" charset="-122"/>
                          <a:ea typeface="微软雅黑" panose="020B0503020204020204" pitchFamily="34" charset="-122"/>
                        </a:rPr>
                        <a:t>1.28</a:t>
                      </a:r>
                      <a:endParaRPr lang="zh-CN" altLang="en-US" sz="1200" b="1">
                        <a:solidFill>
                          <a:schemeClr val="tx1"/>
                        </a:solidFill>
                        <a:highlight>
                          <a:srgbClr val="FFFF00"/>
                        </a:highlight>
                        <a:latin typeface="微软雅黑" panose="020B0503020204020204" pitchFamily="34" charset="-122"/>
                        <a:ea typeface="微软雅黑" panose="020B0503020204020204" pitchFamily="34" charset="-122"/>
                      </a:endParaRPr>
                    </a:p>
                  </a:txBody>
                  <a:tcPr anchor="ctr"/>
                </a:tc>
                <a:tc>
                  <a:txBody>
                    <a:bodyPr/>
                    <a:lstStyle/>
                    <a:p>
                      <a:pPr algn="ctr"/>
                      <a:r>
                        <a:rPr lang="en-US" altLang="zh-CN" sz="1200" b="1">
                          <a:solidFill>
                            <a:schemeClr val="tx1"/>
                          </a:solidFill>
                          <a:highlight>
                            <a:srgbClr val="FFFF00"/>
                          </a:highlight>
                          <a:latin typeface="微软雅黑" panose="020B0503020204020204" pitchFamily="34" charset="-122"/>
                          <a:ea typeface="微软雅黑" panose="020B0503020204020204" pitchFamily="34" charset="-122"/>
                        </a:rPr>
                        <a:t>150.86</a:t>
                      </a:r>
                      <a:endParaRPr lang="zh-CN" altLang="en-US" sz="1200" b="1">
                        <a:solidFill>
                          <a:schemeClr val="tx1"/>
                        </a:solidFill>
                        <a:highlight>
                          <a:srgbClr val="FFFF00"/>
                        </a:highlight>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165738716"/>
                  </a:ext>
                </a:extLst>
              </a:tr>
              <a:tr h="517299">
                <a:tc>
                  <a:txBody>
                    <a:bodyPr/>
                    <a:lstStyle/>
                    <a:p>
                      <a:pPr algn="ctr"/>
                      <a:r>
                        <a:rPr lang="en-US" altLang="zh-CN" sz="1100" b="1">
                          <a:latin typeface="微软雅黑" panose="020B0503020204020204" pitchFamily="34" charset="-122"/>
                          <a:ea typeface="微软雅黑" panose="020B0503020204020204" pitchFamily="34" charset="-122"/>
                        </a:rPr>
                        <a:t>4</a:t>
                      </a:r>
                      <a:r>
                        <a:rPr lang="zh-CN" altLang="en-US" sz="1100" b="1">
                          <a:latin typeface="微软雅黑" panose="020B0503020204020204" pitchFamily="34" charset="-122"/>
                          <a:ea typeface="微软雅黑" panose="020B0503020204020204" pitchFamily="34" charset="-122"/>
                        </a:rPr>
                        <a:t>小时系统项目平均值</a:t>
                      </a:r>
                    </a:p>
                  </a:txBody>
                  <a:tcPr anchor="ctr"/>
                </a:tc>
                <a:tc>
                  <a:txBody>
                    <a:bodyPr/>
                    <a:lstStyle/>
                    <a:p>
                      <a:pPr algn="ctr"/>
                      <a:r>
                        <a:rPr lang="en-US" altLang="zh-CN" sz="1200" b="1">
                          <a:solidFill>
                            <a:schemeClr val="tx1"/>
                          </a:solidFill>
                          <a:latin typeface="微软雅黑" panose="020B0503020204020204" pitchFamily="34" charset="-122"/>
                          <a:ea typeface="微软雅黑" panose="020B0503020204020204" pitchFamily="34" charset="-122"/>
                        </a:rPr>
                        <a:t>1.2</a:t>
                      </a:r>
                      <a:endParaRPr lang="zh-CN" altLang="en-US" sz="1200" b="1">
                        <a:solidFill>
                          <a:schemeClr val="tx1"/>
                        </a:solidFill>
                        <a:latin typeface="微软雅黑" panose="020B0503020204020204" pitchFamily="34" charset="-122"/>
                        <a:ea typeface="微软雅黑" panose="020B0503020204020204" pitchFamily="34" charset="-122"/>
                      </a:endParaRPr>
                    </a:p>
                  </a:txBody>
                  <a:tcPr anchor="ctr"/>
                </a:tc>
                <a:tc>
                  <a:txBody>
                    <a:bodyPr/>
                    <a:lstStyle/>
                    <a:p>
                      <a:pPr algn="ctr"/>
                      <a:r>
                        <a:rPr lang="en-US" altLang="zh-CN" sz="1200" b="1">
                          <a:solidFill>
                            <a:schemeClr val="tx1"/>
                          </a:solidFill>
                          <a:highlight>
                            <a:srgbClr val="FFFF00"/>
                          </a:highlight>
                          <a:latin typeface="微软雅黑" panose="020B0503020204020204" pitchFamily="34" charset="-122"/>
                          <a:ea typeface="微软雅黑" panose="020B0503020204020204" pitchFamily="34" charset="-122"/>
                        </a:rPr>
                        <a:t>129.91</a:t>
                      </a:r>
                      <a:endParaRPr lang="zh-CN" altLang="en-US" sz="1200" b="1">
                        <a:solidFill>
                          <a:schemeClr val="tx1"/>
                        </a:solidFill>
                        <a:highlight>
                          <a:srgbClr val="FFFF00"/>
                        </a:highlight>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978196228"/>
                  </a:ext>
                </a:extLst>
              </a:tr>
              <a:tr h="430522">
                <a:tc>
                  <a:txBody>
                    <a:bodyPr/>
                    <a:lstStyle/>
                    <a:p>
                      <a:pPr marL="0" algn="ctr" defTabSz="914400" rtl="0" eaLnBrk="1" fontAlgn="b" latinLnBrk="0" hangingPunct="1">
                        <a:buNone/>
                      </a:pPr>
                      <a:r>
                        <a:rPr lang="zh-CN" altLang="en-US" sz="1100" b="1" kern="1200">
                          <a:solidFill>
                            <a:schemeClr val="tx1"/>
                          </a:solidFill>
                          <a:effectLst/>
                          <a:latin typeface="微软雅黑" panose="020B0503020204020204" pitchFamily="34" charset="-122"/>
                          <a:ea typeface="微软雅黑" panose="020B0503020204020204" pitchFamily="34" charset="-122"/>
                          <a:cs typeface="+mn-cs"/>
                        </a:rPr>
                        <a:t>乌海</a:t>
                      </a:r>
                    </a:p>
                  </a:txBody>
                  <a:tcPr marL="6350" marR="6350" marT="6350" marB="0" anchor="ctr"/>
                </a:tc>
                <a:tc>
                  <a:txBody>
                    <a:bodyPr/>
                    <a:lstStyle/>
                    <a:p>
                      <a:pPr algn="ctr"/>
                      <a:r>
                        <a:rPr lang="en-US" altLang="zh-CN" sz="1200" b="1">
                          <a:solidFill>
                            <a:schemeClr val="tx1"/>
                          </a:solidFill>
                          <a:highlight>
                            <a:srgbClr val="00FF00"/>
                          </a:highlight>
                          <a:latin typeface="微软雅黑" panose="020B0503020204020204" pitchFamily="34" charset="-122"/>
                          <a:ea typeface="微软雅黑" panose="020B0503020204020204" pitchFamily="34" charset="-122"/>
                        </a:rPr>
                        <a:t>1.35</a:t>
                      </a:r>
                      <a:endParaRPr lang="zh-CN" altLang="en-US" sz="1200" b="1">
                        <a:solidFill>
                          <a:schemeClr val="tx1"/>
                        </a:solidFill>
                        <a:highlight>
                          <a:srgbClr val="00FF00"/>
                        </a:highlight>
                        <a:latin typeface="微软雅黑" panose="020B0503020204020204" pitchFamily="34" charset="-122"/>
                        <a:ea typeface="微软雅黑" panose="020B0503020204020204" pitchFamily="34" charset="-122"/>
                      </a:endParaRPr>
                    </a:p>
                  </a:txBody>
                  <a:tcPr anchor="ctr"/>
                </a:tc>
                <a:tc>
                  <a:txBody>
                    <a:bodyPr/>
                    <a:lstStyle/>
                    <a:p>
                      <a:pPr algn="ctr"/>
                      <a:r>
                        <a:rPr lang="en-US" altLang="zh-CN" sz="1200" b="1">
                          <a:solidFill>
                            <a:schemeClr val="tx1"/>
                          </a:solidFill>
                          <a:highlight>
                            <a:srgbClr val="FF0000"/>
                          </a:highlight>
                          <a:latin typeface="微软雅黑" panose="020B0503020204020204" pitchFamily="34" charset="-122"/>
                          <a:ea typeface="微软雅黑" panose="020B0503020204020204" pitchFamily="34" charset="-122"/>
                        </a:rPr>
                        <a:t>115.12</a:t>
                      </a:r>
                      <a:endParaRPr lang="zh-CN" altLang="en-US" sz="1200" b="1">
                        <a:solidFill>
                          <a:schemeClr val="tx1"/>
                        </a:solidFill>
                        <a:highlight>
                          <a:srgbClr val="FF0000"/>
                        </a:highlight>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718813301"/>
                  </a:ext>
                </a:extLst>
              </a:tr>
              <a:tr h="430522">
                <a:tc>
                  <a:txBody>
                    <a:bodyPr/>
                    <a:lstStyle/>
                    <a:p>
                      <a:pPr marL="0" algn="ctr" defTabSz="914400" rtl="0" eaLnBrk="1" fontAlgn="b" latinLnBrk="0" hangingPunct="1">
                        <a:buNone/>
                      </a:pPr>
                      <a:r>
                        <a:rPr lang="zh-CN" altLang="en-US" sz="1100" b="1" kern="1200">
                          <a:solidFill>
                            <a:schemeClr val="tx1"/>
                          </a:solidFill>
                          <a:effectLst/>
                          <a:latin typeface="微软雅黑" panose="020B0503020204020204" pitchFamily="34" charset="-122"/>
                          <a:ea typeface="微软雅黑" panose="020B0503020204020204" pitchFamily="34" charset="-122"/>
                          <a:cs typeface="+mn-cs"/>
                        </a:rPr>
                        <a:t>杭锦旗</a:t>
                      </a:r>
                    </a:p>
                  </a:txBody>
                  <a:tcPr marL="6350" marR="6350" marT="6350" marB="0" anchor="ctr"/>
                </a:tc>
                <a:tc>
                  <a:txBody>
                    <a:bodyPr/>
                    <a:lstStyle/>
                    <a:p>
                      <a:pPr algn="ctr"/>
                      <a:r>
                        <a:rPr lang="en-US" altLang="zh-CN" sz="1200" b="1">
                          <a:solidFill>
                            <a:schemeClr val="tx1"/>
                          </a:solidFill>
                          <a:highlight>
                            <a:srgbClr val="00FF00"/>
                          </a:highlight>
                          <a:latin typeface="微软雅黑" panose="020B0503020204020204" pitchFamily="34" charset="-122"/>
                          <a:ea typeface="微软雅黑" panose="020B0503020204020204" pitchFamily="34" charset="-122"/>
                        </a:rPr>
                        <a:t>1.29</a:t>
                      </a:r>
                      <a:endParaRPr lang="zh-CN" altLang="en-US" sz="1200" b="1">
                        <a:solidFill>
                          <a:schemeClr val="tx1"/>
                        </a:solidFill>
                        <a:highlight>
                          <a:srgbClr val="00FF00"/>
                        </a:highlight>
                        <a:latin typeface="微软雅黑" panose="020B0503020204020204" pitchFamily="34" charset="-122"/>
                        <a:ea typeface="微软雅黑" panose="020B0503020204020204" pitchFamily="34" charset="-122"/>
                      </a:endParaRPr>
                    </a:p>
                  </a:txBody>
                  <a:tcPr anchor="ctr"/>
                </a:tc>
                <a:tc>
                  <a:txBody>
                    <a:bodyPr/>
                    <a:lstStyle/>
                    <a:p>
                      <a:pPr algn="ctr"/>
                      <a:r>
                        <a:rPr lang="en-US" altLang="zh-CN" sz="1200" b="1">
                          <a:solidFill>
                            <a:schemeClr val="tx1"/>
                          </a:solidFill>
                          <a:highlight>
                            <a:srgbClr val="FF0000"/>
                          </a:highlight>
                          <a:latin typeface="微软雅黑" panose="020B0503020204020204" pitchFamily="34" charset="-122"/>
                          <a:ea typeface="微软雅黑" panose="020B0503020204020204" pitchFamily="34" charset="-122"/>
                        </a:rPr>
                        <a:t>123.93</a:t>
                      </a:r>
                      <a:endParaRPr lang="zh-CN" altLang="en-US" sz="1200" b="1">
                        <a:solidFill>
                          <a:schemeClr val="tx1"/>
                        </a:solidFill>
                        <a:highlight>
                          <a:srgbClr val="FF0000"/>
                        </a:highlight>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3437871851"/>
                  </a:ext>
                </a:extLst>
              </a:tr>
              <a:tr h="430522">
                <a:tc>
                  <a:txBody>
                    <a:bodyPr/>
                    <a:lstStyle/>
                    <a:p>
                      <a:pPr algn="ctr"/>
                      <a:r>
                        <a:rPr lang="zh-CN" altLang="en-US" sz="1100" b="1">
                          <a:latin typeface="微软雅黑" panose="020B0503020204020204" pitchFamily="34" charset="-122"/>
                          <a:ea typeface="微软雅黑" panose="020B0503020204020204" pitchFamily="34" charset="-122"/>
                        </a:rPr>
                        <a:t>谷山梁</a:t>
                      </a:r>
                    </a:p>
                  </a:txBody>
                  <a:tcPr anchor="ctr"/>
                </a:tc>
                <a:tc>
                  <a:txBody>
                    <a:bodyPr/>
                    <a:lstStyle/>
                    <a:p>
                      <a:pPr algn="ctr"/>
                      <a:r>
                        <a:rPr lang="en-US" altLang="zh-CN" sz="1200" b="1">
                          <a:solidFill>
                            <a:schemeClr val="tx1"/>
                          </a:solidFill>
                          <a:highlight>
                            <a:srgbClr val="FF0000"/>
                          </a:highlight>
                          <a:latin typeface="微软雅黑" panose="020B0503020204020204" pitchFamily="34" charset="-122"/>
                          <a:ea typeface="微软雅黑" panose="020B0503020204020204" pitchFamily="34" charset="-122"/>
                        </a:rPr>
                        <a:t>1.26</a:t>
                      </a:r>
                      <a:endParaRPr lang="zh-CN" altLang="en-US" sz="1200" b="1">
                        <a:solidFill>
                          <a:schemeClr val="tx1"/>
                        </a:solidFill>
                        <a:highlight>
                          <a:srgbClr val="FF0000"/>
                        </a:highlight>
                        <a:latin typeface="微软雅黑" panose="020B0503020204020204" pitchFamily="34" charset="-122"/>
                        <a:ea typeface="微软雅黑" panose="020B0503020204020204" pitchFamily="34" charset="-122"/>
                      </a:endParaRPr>
                    </a:p>
                  </a:txBody>
                  <a:tcPr anchor="ctr"/>
                </a:tc>
                <a:tc>
                  <a:txBody>
                    <a:bodyPr/>
                    <a:lstStyle/>
                    <a:p>
                      <a:pPr algn="ctr"/>
                      <a:r>
                        <a:rPr lang="en-US" altLang="zh-CN" sz="1200" b="1">
                          <a:solidFill>
                            <a:schemeClr val="tx1"/>
                          </a:solidFill>
                          <a:highlight>
                            <a:srgbClr val="FF0000"/>
                          </a:highlight>
                          <a:latin typeface="微软雅黑" panose="020B0503020204020204" pitchFamily="34" charset="-122"/>
                          <a:ea typeface="微软雅黑" panose="020B0503020204020204" pitchFamily="34" charset="-122"/>
                        </a:rPr>
                        <a:t>125.15</a:t>
                      </a:r>
                      <a:endParaRPr lang="zh-CN" altLang="en-US" sz="1200" b="1">
                        <a:solidFill>
                          <a:schemeClr val="tx1"/>
                        </a:solidFill>
                        <a:highlight>
                          <a:srgbClr val="FF0000"/>
                        </a:highlight>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3663206194"/>
                  </a:ext>
                </a:extLst>
              </a:tr>
              <a:tr h="430522">
                <a:tc>
                  <a:txBody>
                    <a:bodyPr/>
                    <a:lstStyle/>
                    <a:p>
                      <a:pPr algn="ctr"/>
                      <a:r>
                        <a:rPr lang="zh-CN" altLang="en-US" sz="1100" b="1">
                          <a:latin typeface="微软雅黑" panose="020B0503020204020204" pitchFamily="34" charset="-122"/>
                          <a:ea typeface="微软雅黑" panose="020B0503020204020204" pitchFamily="34" charset="-122"/>
                        </a:rPr>
                        <a:t>巴盟</a:t>
                      </a:r>
                    </a:p>
                  </a:txBody>
                  <a:tcPr anchor="ctr"/>
                </a:tc>
                <a:tc>
                  <a:txBody>
                    <a:bodyPr/>
                    <a:lstStyle/>
                    <a:p>
                      <a:pPr algn="ctr"/>
                      <a:r>
                        <a:rPr lang="en-US" altLang="zh-CN" sz="1200" b="1">
                          <a:solidFill>
                            <a:schemeClr val="tx1"/>
                          </a:solidFill>
                          <a:highlight>
                            <a:srgbClr val="FF0000"/>
                          </a:highlight>
                          <a:latin typeface="微软雅黑" panose="020B0503020204020204" pitchFamily="34" charset="-122"/>
                          <a:ea typeface="微软雅黑" panose="020B0503020204020204" pitchFamily="34" charset="-122"/>
                        </a:rPr>
                        <a:t>1.25</a:t>
                      </a:r>
                      <a:endParaRPr lang="zh-CN" altLang="en-US" sz="1200" b="1">
                        <a:solidFill>
                          <a:schemeClr val="tx1"/>
                        </a:solidFill>
                        <a:highlight>
                          <a:srgbClr val="FF0000"/>
                        </a:highlight>
                        <a:latin typeface="微软雅黑" panose="020B0503020204020204" pitchFamily="34" charset="-122"/>
                        <a:ea typeface="微软雅黑" panose="020B0503020204020204" pitchFamily="34" charset="-122"/>
                      </a:endParaRPr>
                    </a:p>
                  </a:txBody>
                  <a:tcPr anchor="ctr"/>
                </a:tc>
                <a:tc>
                  <a:txBody>
                    <a:bodyPr/>
                    <a:lstStyle/>
                    <a:p>
                      <a:pPr algn="ctr"/>
                      <a:r>
                        <a:rPr lang="en-US" altLang="zh-CN" sz="1200" b="1">
                          <a:solidFill>
                            <a:schemeClr val="tx1"/>
                          </a:solidFill>
                          <a:highlight>
                            <a:srgbClr val="FF0000"/>
                          </a:highlight>
                          <a:latin typeface="微软雅黑" panose="020B0503020204020204" pitchFamily="34" charset="-122"/>
                          <a:ea typeface="微软雅黑" panose="020B0503020204020204" pitchFamily="34" charset="-122"/>
                        </a:rPr>
                        <a:t>125.23</a:t>
                      </a:r>
                      <a:endParaRPr lang="zh-CN" altLang="en-US" sz="1200" b="1">
                        <a:solidFill>
                          <a:schemeClr val="tx1"/>
                        </a:solidFill>
                        <a:highlight>
                          <a:srgbClr val="FF0000"/>
                        </a:highlight>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029352756"/>
                  </a:ext>
                </a:extLst>
              </a:tr>
              <a:tr h="430522">
                <a:tc>
                  <a:txBody>
                    <a:bodyPr/>
                    <a:lstStyle/>
                    <a:p>
                      <a:pPr algn="ctr"/>
                      <a:r>
                        <a:rPr lang="zh-CN" altLang="en-US" sz="1100" b="1">
                          <a:latin typeface="微软雅黑" panose="020B0503020204020204" pitchFamily="34" charset="-122"/>
                          <a:ea typeface="微软雅黑" panose="020B0503020204020204" pitchFamily="34" charset="-122"/>
                        </a:rPr>
                        <a:t>乌拉特</a:t>
                      </a:r>
                    </a:p>
                  </a:txBody>
                  <a:tcPr anchor="ctr"/>
                </a:tc>
                <a:tc>
                  <a:txBody>
                    <a:bodyPr/>
                    <a:lstStyle/>
                    <a:p>
                      <a:pPr algn="ctr"/>
                      <a:r>
                        <a:rPr lang="en-US" altLang="zh-CN" sz="1200" b="1">
                          <a:solidFill>
                            <a:schemeClr val="tx1"/>
                          </a:solidFill>
                          <a:highlight>
                            <a:srgbClr val="FF0000"/>
                          </a:highlight>
                          <a:latin typeface="微软雅黑" panose="020B0503020204020204" pitchFamily="34" charset="-122"/>
                          <a:ea typeface="微软雅黑" panose="020B0503020204020204" pitchFamily="34" charset="-122"/>
                        </a:rPr>
                        <a:t>1.22</a:t>
                      </a:r>
                      <a:endParaRPr lang="zh-CN" altLang="en-US" sz="1200" b="1">
                        <a:solidFill>
                          <a:schemeClr val="tx1"/>
                        </a:solidFill>
                        <a:highlight>
                          <a:srgbClr val="FF0000"/>
                        </a:highlight>
                        <a:latin typeface="微软雅黑" panose="020B0503020204020204" pitchFamily="34" charset="-122"/>
                        <a:ea typeface="微软雅黑" panose="020B0503020204020204" pitchFamily="34" charset="-122"/>
                      </a:endParaRPr>
                    </a:p>
                  </a:txBody>
                  <a:tcPr anchor="ctr"/>
                </a:tc>
                <a:tc>
                  <a:txBody>
                    <a:bodyPr/>
                    <a:lstStyle/>
                    <a:p>
                      <a:pPr algn="ctr"/>
                      <a:r>
                        <a:rPr lang="en-US" altLang="zh-CN" sz="1200" b="1">
                          <a:solidFill>
                            <a:schemeClr val="tx1"/>
                          </a:solidFill>
                          <a:highlight>
                            <a:srgbClr val="FF0000"/>
                          </a:highlight>
                          <a:latin typeface="微软雅黑" panose="020B0503020204020204" pitchFamily="34" charset="-122"/>
                          <a:ea typeface="微软雅黑" panose="020B0503020204020204" pitchFamily="34" charset="-122"/>
                        </a:rPr>
                        <a:t>136.28</a:t>
                      </a:r>
                      <a:endParaRPr lang="zh-CN" altLang="en-US" sz="1200" b="1">
                        <a:solidFill>
                          <a:schemeClr val="tx1"/>
                        </a:solidFill>
                        <a:highlight>
                          <a:srgbClr val="FF0000"/>
                        </a:highlight>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422322351"/>
                  </a:ext>
                </a:extLst>
              </a:tr>
              <a:tr h="430522">
                <a:tc>
                  <a:txBody>
                    <a:bodyPr/>
                    <a:lstStyle/>
                    <a:p>
                      <a:pPr algn="ctr"/>
                      <a:r>
                        <a:rPr lang="zh-CN" altLang="en-US" sz="1100" b="1">
                          <a:latin typeface="微软雅黑" panose="020B0503020204020204" pitchFamily="34" charset="-122"/>
                          <a:ea typeface="微软雅黑" panose="020B0503020204020204" pitchFamily="34" charset="-122"/>
                        </a:rPr>
                        <a:t>苏右</a:t>
                      </a:r>
                    </a:p>
                  </a:txBody>
                  <a:tcPr anchor="ctr"/>
                </a:tc>
                <a:tc>
                  <a:txBody>
                    <a:bodyPr/>
                    <a:lstStyle/>
                    <a:p>
                      <a:pPr marL="0" algn="ctr" defTabSz="914400" rtl="0" eaLnBrk="1" latinLnBrk="0" hangingPunct="1"/>
                      <a:r>
                        <a:rPr lang="en-US" altLang="zh-CN" sz="1200" b="1" kern="1200">
                          <a:solidFill>
                            <a:schemeClr val="tx1"/>
                          </a:solidFill>
                          <a:highlight>
                            <a:srgbClr val="00FF00"/>
                          </a:highlight>
                          <a:latin typeface="微软雅黑" panose="020B0503020204020204" pitchFamily="34" charset="-122"/>
                          <a:ea typeface="微软雅黑" panose="020B0503020204020204" pitchFamily="34" charset="-122"/>
                          <a:cs typeface="+mn-cs"/>
                        </a:rPr>
                        <a:t>1.31</a:t>
                      </a:r>
                      <a:endParaRPr lang="zh-CN" altLang="en-US" sz="1200" b="1" kern="1200">
                        <a:solidFill>
                          <a:schemeClr val="tx1"/>
                        </a:solidFill>
                        <a:highlight>
                          <a:srgbClr val="00FF00"/>
                        </a:highlight>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a:solidFill>
                            <a:schemeClr val="tx1"/>
                          </a:solidFill>
                          <a:highlight>
                            <a:srgbClr val="FF0000"/>
                          </a:highlight>
                          <a:latin typeface="微软雅黑" panose="020B0503020204020204" pitchFamily="34" charset="-122"/>
                          <a:ea typeface="微软雅黑" panose="020B0503020204020204" pitchFamily="34" charset="-122"/>
                        </a:rPr>
                        <a:t>88.7</a:t>
                      </a:r>
                      <a:endParaRPr lang="zh-CN" altLang="en-US" sz="1200" b="1">
                        <a:solidFill>
                          <a:schemeClr val="tx1"/>
                        </a:solidFill>
                        <a:highlight>
                          <a:srgbClr val="FF0000"/>
                        </a:highlight>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3179317611"/>
                  </a:ext>
                </a:extLst>
              </a:tr>
              <a:tr h="430522">
                <a:tc>
                  <a:txBody>
                    <a:bodyPr/>
                    <a:lstStyle/>
                    <a:p>
                      <a:pPr algn="ctr"/>
                      <a:r>
                        <a:rPr lang="zh-CN" altLang="en-US" sz="1100" b="1">
                          <a:latin typeface="微软雅黑" panose="020B0503020204020204" pitchFamily="34" charset="-122"/>
                          <a:ea typeface="微软雅黑" panose="020B0503020204020204" pitchFamily="34" charset="-122"/>
                        </a:rPr>
                        <a:t>四子王</a:t>
                      </a:r>
                    </a:p>
                  </a:txBody>
                  <a:tcPr anchor="ctr"/>
                </a:tc>
                <a:tc>
                  <a:txBody>
                    <a:bodyPr/>
                    <a:lstStyle/>
                    <a:p>
                      <a:pPr marL="0" algn="ctr" defTabSz="914400" rtl="0" eaLnBrk="1" latinLnBrk="0" hangingPunct="1"/>
                      <a:r>
                        <a:rPr lang="en-US" altLang="zh-CN" sz="1200" b="1" kern="1200">
                          <a:solidFill>
                            <a:schemeClr val="tx1"/>
                          </a:solidFill>
                          <a:highlight>
                            <a:srgbClr val="FF0000"/>
                          </a:highlight>
                          <a:latin typeface="微软雅黑" panose="020B0503020204020204" pitchFamily="34" charset="-122"/>
                          <a:ea typeface="微软雅黑" panose="020B0503020204020204" pitchFamily="34" charset="-122"/>
                          <a:cs typeface="+mn-cs"/>
                        </a:rPr>
                        <a:t>1.24</a:t>
                      </a:r>
                      <a:endParaRPr lang="zh-CN" altLang="en-US" sz="1200" b="1" kern="1200">
                        <a:solidFill>
                          <a:schemeClr val="tx1"/>
                        </a:solidFill>
                        <a:highlight>
                          <a:srgbClr val="FF0000"/>
                        </a:highlight>
                        <a:latin typeface="微软雅黑" panose="020B0503020204020204" pitchFamily="34" charset="-122"/>
                        <a:ea typeface="微软雅黑" panose="020B0503020204020204" pitchFamily="34" charset="-122"/>
                        <a:cs typeface="+mn-cs"/>
                      </a:endParaRPr>
                    </a:p>
                  </a:txBody>
                  <a:tcPr anchor="ctr"/>
                </a:tc>
                <a:tc>
                  <a:txBody>
                    <a:bodyPr/>
                    <a:lstStyle/>
                    <a:p>
                      <a:pPr algn="ctr"/>
                      <a:r>
                        <a:rPr lang="en-US" altLang="zh-CN" sz="1200" b="1">
                          <a:solidFill>
                            <a:schemeClr val="tx1"/>
                          </a:solidFill>
                          <a:highlight>
                            <a:srgbClr val="FF0000"/>
                          </a:highlight>
                          <a:latin typeface="微软雅黑" panose="020B0503020204020204" pitchFamily="34" charset="-122"/>
                          <a:ea typeface="微软雅黑" panose="020B0503020204020204" pitchFamily="34" charset="-122"/>
                        </a:rPr>
                        <a:t>96.07</a:t>
                      </a:r>
                      <a:endParaRPr lang="zh-CN" altLang="en-US" sz="1200" b="1">
                        <a:solidFill>
                          <a:schemeClr val="tx1"/>
                        </a:solidFill>
                        <a:highlight>
                          <a:srgbClr val="FF0000"/>
                        </a:highlight>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2686274"/>
                  </a:ext>
                </a:extLst>
              </a:tr>
            </a:tbl>
          </a:graphicData>
        </a:graphic>
      </p:graphicFrame>
      <p:sp>
        <p:nvSpPr>
          <p:cNvPr id="13" name="文本框 12">
            <a:extLst>
              <a:ext uri="{FF2B5EF4-FFF2-40B4-BE49-F238E27FC236}">
                <a16:creationId xmlns:a16="http://schemas.microsoft.com/office/drawing/2014/main" id="{324508FB-7C9B-44DD-529D-BCDD3B9A628E}"/>
              </a:ext>
            </a:extLst>
          </p:cNvPr>
          <p:cNvSpPr txBox="1"/>
          <p:nvPr/>
        </p:nvSpPr>
        <p:spPr>
          <a:xfrm>
            <a:off x="9178039" y="1238623"/>
            <a:ext cx="3004436" cy="3609065"/>
          </a:xfrm>
          <a:prstGeom prst="rect">
            <a:avLst/>
          </a:prstGeom>
          <a:noFill/>
        </p:spPr>
        <p:txBody>
          <a:bodyPr wrap="square">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lang="zh-CN" altLang="en-US" sz="1400" b="1">
                <a:solidFill>
                  <a:srgbClr val="0070C0"/>
                </a:solidFill>
                <a:latin typeface="微软雅黑" panose="020B0503020204020204" pitchFamily="34" charset="-122"/>
                <a:ea typeface="微软雅黑" panose="020B0503020204020204" pitchFamily="34" charset="-122"/>
              </a:rPr>
              <a:t>日均充电次数</a:t>
            </a:r>
            <a:r>
              <a:rPr lang="zh-CN" altLang="en-US" sz="1400">
                <a:latin typeface="微软雅黑" panose="020B0503020204020204" pitchFamily="34" charset="-122"/>
                <a:ea typeface="微软雅黑" panose="020B0503020204020204" pitchFamily="34" charset="-122"/>
              </a:rPr>
              <a:t>与最终总收益排名的相关性更高，获得</a:t>
            </a:r>
            <a:r>
              <a:rPr lang="zh-CN" altLang="en-US" sz="1400" b="1">
                <a:solidFill>
                  <a:srgbClr val="0070C0"/>
                </a:solidFill>
                <a:latin typeface="微软雅黑" panose="020B0503020204020204" pitchFamily="34" charset="-122"/>
                <a:ea typeface="微软雅黑" panose="020B0503020204020204" pitchFamily="34" charset="-122"/>
              </a:rPr>
              <a:t>高收益的</a:t>
            </a:r>
            <a:r>
              <a:rPr lang="zh-CN" altLang="en-US" sz="1400">
                <a:latin typeface="微软雅黑" panose="020B0503020204020204" pitchFamily="34" charset="-122"/>
                <a:ea typeface="微软雅黑" panose="020B0503020204020204" pitchFamily="34" charset="-122"/>
              </a:rPr>
              <a:t>“</a:t>
            </a:r>
            <a:r>
              <a:rPr lang="zh-CN" altLang="en-US" sz="1400" b="1">
                <a:solidFill>
                  <a:srgbClr val="0070C0"/>
                </a:solidFill>
                <a:latin typeface="微软雅黑" panose="020B0503020204020204" pitchFamily="34" charset="-122"/>
                <a:ea typeface="微软雅黑" panose="020B0503020204020204" pitchFamily="34" charset="-122"/>
              </a:rPr>
              <a:t>基本盘</a:t>
            </a:r>
            <a:r>
              <a:rPr lang="zh-CN" altLang="en-US" sz="1400">
                <a:latin typeface="微软雅黑" panose="020B0503020204020204" pitchFamily="34" charset="-122"/>
                <a:ea typeface="微软雅黑" panose="020B0503020204020204" pitchFamily="34" charset="-122"/>
              </a:rPr>
              <a:t>”；</a:t>
            </a:r>
            <a:endParaRPr lang="en-US" altLang="zh-CN" sz="1400">
              <a:latin typeface="微软雅黑" panose="020B0503020204020204" pitchFamily="34" charset="-122"/>
              <a:ea typeface="微软雅黑" panose="020B0503020204020204" pitchFamily="34" charset="-122"/>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lang="zh-CN" altLang="en-US" sz="1400" b="1">
                <a:solidFill>
                  <a:srgbClr val="0070C0"/>
                </a:solidFill>
                <a:latin typeface="微软雅黑" panose="020B0503020204020204" pitchFamily="34" charset="-122"/>
                <a:ea typeface="微软雅黑" panose="020B0503020204020204" pitchFamily="34" charset="-122"/>
              </a:rPr>
              <a:t>捕获价差</a:t>
            </a:r>
            <a:r>
              <a:rPr lang="zh-CN" altLang="en-US" sz="1400">
                <a:latin typeface="微软雅黑" panose="020B0503020204020204" pitchFamily="34" charset="-122"/>
                <a:ea typeface="微软雅黑" panose="020B0503020204020204" pitchFamily="34" charset="-122"/>
              </a:rPr>
              <a:t>与整体总收益排名的相关性不够明显，但提高捕获价差是进入</a:t>
            </a:r>
            <a:r>
              <a:rPr lang="zh-CN" altLang="en-US" sz="1400" b="1">
                <a:solidFill>
                  <a:srgbClr val="0070C0"/>
                </a:solidFill>
                <a:latin typeface="微软雅黑" panose="020B0503020204020204" pitchFamily="34" charset="-122"/>
                <a:ea typeface="微软雅黑" panose="020B0503020204020204" pitchFamily="34" charset="-122"/>
              </a:rPr>
              <a:t>“</a:t>
            </a:r>
            <a:r>
              <a:rPr lang="en-US" altLang="zh-CN" sz="1400" b="1">
                <a:solidFill>
                  <a:srgbClr val="0070C0"/>
                </a:solidFill>
                <a:latin typeface="微软雅黑" panose="020B0503020204020204" pitchFamily="34" charset="-122"/>
                <a:ea typeface="微软雅黑" panose="020B0503020204020204" pitchFamily="34" charset="-122"/>
              </a:rPr>
              <a:t>top5</a:t>
            </a:r>
            <a:r>
              <a:rPr lang="zh-CN" altLang="en-US" sz="1400" b="1">
                <a:solidFill>
                  <a:srgbClr val="0070C0"/>
                </a:solidFill>
                <a:latin typeface="微软雅黑" panose="020B0503020204020204" pitchFamily="34" charset="-122"/>
                <a:ea typeface="微软雅黑" panose="020B0503020204020204" pitchFamily="34" charset="-122"/>
              </a:rPr>
              <a:t>”的前提</a:t>
            </a:r>
            <a:r>
              <a:rPr lang="zh-CN" altLang="en-US" sz="1400" b="1">
                <a:latin typeface="微软雅黑" panose="020B0503020204020204" pitchFamily="34" charset="-122"/>
                <a:ea typeface="微软雅黑" panose="020B0503020204020204" pitchFamily="34" charset="-122"/>
              </a:rPr>
              <a:t>；</a:t>
            </a:r>
            <a:endParaRPr lang="en-US" altLang="zh-CN" sz="1400" b="1">
              <a:latin typeface="微软雅黑" panose="020B0503020204020204" pitchFamily="34" charset="-122"/>
              <a:ea typeface="微软雅黑" panose="020B0503020204020204" pitchFamily="34" charset="-122"/>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zh-CN" altLang="en-US" sz="1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我们蒙西场站因为保障了</a:t>
            </a:r>
            <a:r>
              <a:rPr kumimoji="0" lang="zh-CN" altLang="en-US" sz="14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良好的充电次数，所以排名靠前</a:t>
            </a:r>
            <a:r>
              <a:rPr kumimoji="0" lang="zh-CN" altLang="en-US" sz="1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；然而，想进一步提高</a:t>
            </a:r>
            <a:r>
              <a:rPr kumimoji="0" lang="zh-CN" altLang="en-US" sz="14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必须提高捕获价差</a:t>
            </a:r>
            <a:r>
              <a:rPr kumimoji="0" lang="zh-CN" altLang="en-US" sz="1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a:t>
            </a:r>
            <a:endParaRPr kumimoji="0" lang="en-US" altLang="zh-CN" sz="1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lang="zh-CN" altLang="en-US" sz="1400">
                <a:latin typeface="微软雅黑" panose="020B0503020204020204" pitchFamily="34" charset="-122"/>
                <a:ea typeface="微软雅黑" panose="020B0503020204020204" pitchFamily="34" charset="-122"/>
              </a:rPr>
              <a:t>在保障充电次数不变的条件下，优化捕捉价差</a:t>
            </a:r>
            <a:endParaRPr kumimoji="0" lang="zh-CN" altLang="en-US" sz="1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endParaRPr>
          </a:p>
        </p:txBody>
      </p:sp>
      <p:grpSp>
        <p:nvGrpSpPr>
          <p:cNvPr id="4" name="组合 3">
            <a:extLst>
              <a:ext uri="{FF2B5EF4-FFF2-40B4-BE49-F238E27FC236}">
                <a16:creationId xmlns:a16="http://schemas.microsoft.com/office/drawing/2014/main" id="{76D56BF3-C163-1B3D-1A1E-0E53EA2253E7}"/>
              </a:ext>
            </a:extLst>
          </p:cNvPr>
          <p:cNvGrpSpPr/>
          <p:nvPr/>
        </p:nvGrpSpPr>
        <p:grpSpPr>
          <a:xfrm>
            <a:off x="4590162" y="1246184"/>
            <a:ext cx="4587877" cy="3448274"/>
            <a:chOff x="5795126" y="672161"/>
            <a:chExt cx="5177673" cy="3448274"/>
          </a:xfrm>
        </p:grpSpPr>
        <p:pic>
          <p:nvPicPr>
            <p:cNvPr id="22" name="图片 21">
              <a:extLst>
                <a:ext uri="{FF2B5EF4-FFF2-40B4-BE49-F238E27FC236}">
                  <a16:creationId xmlns:a16="http://schemas.microsoft.com/office/drawing/2014/main" id="{593801A8-0759-CBF4-CE83-1AEE9A71992F}"/>
                </a:ext>
              </a:extLst>
            </p:cNvPr>
            <p:cNvPicPr>
              <a:picLocks noChangeAspect="1"/>
            </p:cNvPicPr>
            <p:nvPr/>
          </p:nvPicPr>
          <p:blipFill>
            <a:blip r:embed="rId3"/>
            <a:stretch>
              <a:fillRect/>
            </a:stretch>
          </p:blipFill>
          <p:spPr>
            <a:xfrm>
              <a:off x="5795126" y="672161"/>
              <a:ext cx="5177673" cy="1819442"/>
            </a:xfrm>
            <a:prstGeom prst="rect">
              <a:avLst/>
            </a:prstGeom>
          </p:spPr>
        </p:pic>
        <p:pic>
          <p:nvPicPr>
            <p:cNvPr id="20" name="图片 19">
              <a:extLst>
                <a:ext uri="{FF2B5EF4-FFF2-40B4-BE49-F238E27FC236}">
                  <a16:creationId xmlns:a16="http://schemas.microsoft.com/office/drawing/2014/main" id="{69EA2E3F-77AF-A9BF-18F8-952422744BFE}"/>
                </a:ext>
              </a:extLst>
            </p:cNvPr>
            <p:cNvPicPr>
              <a:picLocks noChangeAspect="1"/>
            </p:cNvPicPr>
            <p:nvPr/>
          </p:nvPicPr>
          <p:blipFill>
            <a:blip r:embed="rId4"/>
            <a:stretch>
              <a:fillRect/>
            </a:stretch>
          </p:blipFill>
          <p:spPr>
            <a:xfrm>
              <a:off x="5795126" y="2181225"/>
              <a:ext cx="5177673" cy="1939210"/>
            </a:xfrm>
            <a:prstGeom prst="rect">
              <a:avLst/>
            </a:prstGeom>
          </p:spPr>
        </p:pic>
      </p:grpSp>
      <p:sp>
        <p:nvSpPr>
          <p:cNvPr id="19" name="箭头: 右 18">
            <a:extLst>
              <a:ext uri="{FF2B5EF4-FFF2-40B4-BE49-F238E27FC236}">
                <a16:creationId xmlns:a16="http://schemas.microsoft.com/office/drawing/2014/main" id="{4A2205F7-89E7-58A0-4A46-A9E3F0CD3CDF}"/>
              </a:ext>
            </a:extLst>
          </p:cNvPr>
          <p:cNvSpPr/>
          <p:nvPr/>
        </p:nvSpPr>
        <p:spPr>
          <a:xfrm>
            <a:off x="3964053" y="2181225"/>
            <a:ext cx="626109" cy="789096"/>
          </a:xfrm>
          <a:prstGeom prst="rightArrow">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sz="1100"/>
          </a:p>
        </p:txBody>
      </p:sp>
      <p:sp>
        <p:nvSpPr>
          <p:cNvPr id="8" name="文本框 7">
            <a:extLst>
              <a:ext uri="{FF2B5EF4-FFF2-40B4-BE49-F238E27FC236}">
                <a16:creationId xmlns:a16="http://schemas.microsoft.com/office/drawing/2014/main" id="{39DACD19-952F-9CFC-F702-0A45DEF5F407}"/>
              </a:ext>
            </a:extLst>
          </p:cNvPr>
          <p:cNvSpPr txBox="1"/>
          <p:nvPr/>
        </p:nvSpPr>
        <p:spPr>
          <a:xfrm>
            <a:off x="5498212" y="4847688"/>
            <a:ext cx="2771775" cy="417358"/>
          </a:xfrm>
          <a:prstGeom prst="rect">
            <a:avLst/>
          </a:prstGeom>
          <a:noFill/>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 typeface="Arial" panose="020B0604020202020204" pitchFamily="34" charset="0"/>
              <a:buNone/>
              <a:tabLst/>
              <a:defRPr/>
            </a:pPr>
            <a:r>
              <a:rPr kumimoji="0" lang="zh-CN" altLang="en-US"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影响因素相关性对比</a:t>
            </a:r>
            <a:endParaRPr kumimoji="0" lang="en-US" altLang="zh-CN"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mn-ea"/>
            </a:endParaRPr>
          </a:p>
        </p:txBody>
      </p:sp>
      <p:sp>
        <p:nvSpPr>
          <p:cNvPr id="7" name="文本框 6">
            <a:extLst>
              <a:ext uri="{FF2B5EF4-FFF2-40B4-BE49-F238E27FC236}">
                <a16:creationId xmlns:a16="http://schemas.microsoft.com/office/drawing/2014/main" id="{FBE4B6B3-C437-859A-A414-2F01BF7EF88C}"/>
              </a:ext>
            </a:extLst>
          </p:cNvPr>
          <p:cNvSpPr txBox="1"/>
          <p:nvPr/>
        </p:nvSpPr>
        <p:spPr>
          <a:xfrm>
            <a:off x="126998" y="102938"/>
            <a:ext cx="10588627" cy="369332"/>
          </a:xfrm>
          <a:prstGeom prst="rect">
            <a:avLst/>
          </a:prstGeom>
          <a:noFill/>
        </p:spPr>
        <p:txBody>
          <a:bodyPr wrap="square" rtlCol="0">
            <a:spAutoFit/>
          </a:bodyPr>
          <a:lstStyle/>
          <a:p>
            <a:pPr lvl="0">
              <a:defRPr/>
            </a:pPr>
            <a:r>
              <a:rPr kumimoji="0" lang="en-US" altLang="zh-CN"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2. </a:t>
            </a:r>
            <a:r>
              <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蒙西储能运营收益对比分析 </a:t>
            </a:r>
            <a:r>
              <a:rPr lang="en-US" altLang="zh-CN" sz="1600">
                <a:solidFill>
                  <a:schemeClr val="accent4">
                    <a:lumMod val="20000"/>
                    <a:lumOff val="80000"/>
                  </a:schemeClr>
                </a:solidFill>
                <a:latin typeface="微软雅黑" panose="020B0503020204020204" pitchFamily="34" charset="-122"/>
                <a:ea typeface="微软雅黑" panose="020B0503020204020204" pitchFamily="34" charset="-122"/>
              </a:rPr>
              <a:t>–</a:t>
            </a:r>
            <a:r>
              <a:rPr lang="zh-CN" altLang="en-US" sz="1600">
                <a:solidFill>
                  <a:schemeClr val="accent4">
                    <a:lumMod val="20000"/>
                    <a:lumOff val="80000"/>
                  </a:schemeClr>
                </a:solidFill>
                <a:latin typeface="微软雅黑" panose="020B0503020204020204" pitchFamily="34" charset="-122"/>
                <a:ea typeface="微软雅黑" panose="020B0503020204020204" pitchFamily="34" charset="-122"/>
              </a:rPr>
              <a:t>对比市场同类项目，储能充放是保障核心的基础</a:t>
            </a:r>
            <a:endParaRPr kumimoji="0" lang="zh-CN" altLang="en-US" sz="1800" b="0" i="0" u="none" strike="noStrike" kern="1200" cap="none" spc="0" normalizeH="0" baseline="0" noProof="0">
              <a:ln>
                <a:noFill/>
              </a:ln>
              <a:solidFill>
                <a:schemeClr val="accent4">
                  <a:lumMod val="20000"/>
                  <a:lumOff val="80000"/>
                </a:schemeClr>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1960121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1BEA702-80B1-A119-84FC-CA241080FDE8}"/>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0A27F353-D8C5-4A1E-E39B-C85D7E65522A}"/>
              </a:ext>
            </a:extLst>
          </p:cNvPr>
          <p:cNvSpPr/>
          <p:nvPr/>
        </p:nvSpPr>
        <p:spPr>
          <a:xfrm>
            <a:off x="0" y="0"/>
            <a:ext cx="12192000" cy="574177"/>
          </a:xfrm>
          <a:prstGeom prst="rect">
            <a:avLst/>
          </a:prstGeom>
          <a:solidFill>
            <a:srgbClr val="3B3B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DengXian"/>
              <a:ea typeface="DengXian" panose="02010600030101010101" pitchFamily="2" charset="-122"/>
              <a:cs typeface="+mn-cs"/>
            </a:endParaRPr>
          </a:p>
        </p:txBody>
      </p:sp>
      <p:sp>
        <p:nvSpPr>
          <p:cNvPr id="6" name="文本框 5">
            <a:extLst>
              <a:ext uri="{FF2B5EF4-FFF2-40B4-BE49-F238E27FC236}">
                <a16:creationId xmlns:a16="http://schemas.microsoft.com/office/drawing/2014/main" id="{E3ABD5C1-4EEC-D16D-B0D4-7B3702DA2748}"/>
              </a:ext>
            </a:extLst>
          </p:cNvPr>
          <p:cNvSpPr txBox="1"/>
          <p:nvPr/>
        </p:nvSpPr>
        <p:spPr>
          <a:xfrm>
            <a:off x="126999" y="102938"/>
            <a:ext cx="5302251" cy="369332"/>
          </a:xfrm>
          <a:prstGeom prst="rect">
            <a:avLst/>
          </a:prstGeom>
          <a:noFill/>
        </p:spPr>
        <p:txBody>
          <a:bodyPr wrap="square" rtlCol="0">
            <a:spAutoFit/>
          </a:bodyPr>
          <a:lstStyle/>
          <a:p>
            <a:pPr lvl="0">
              <a:defRPr/>
            </a:pPr>
            <a:r>
              <a:rPr lang="en-US" altLang="zh-CN">
                <a:solidFill>
                  <a:schemeClr val="bg1"/>
                </a:solidFill>
                <a:latin typeface="微软雅黑" panose="020B0503020204020204" pitchFamily="34" charset="-122"/>
                <a:ea typeface="微软雅黑" panose="020B0503020204020204" pitchFamily="34" charset="-122"/>
              </a:rPr>
              <a:t>5. </a:t>
            </a:r>
            <a:r>
              <a:rPr lang="zh-CN" altLang="en-US">
                <a:solidFill>
                  <a:schemeClr val="bg1"/>
                </a:solidFill>
                <a:latin typeface="微软雅黑" panose="020B0503020204020204" pitchFamily="34" charset="-122"/>
                <a:ea typeface="微软雅黑" panose="020B0503020204020204" pitchFamily="34" charset="-122"/>
              </a:rPr>
              <a:t>影响收益的主要因素分析 </a:t>
            </a:r>
            <a:r>
              <a:rPr lang="en-US" altLang="zh-CN">
                <a:solidFill>
                  <a:schemeClr val="bg1"/>
                </a:solidFill>
                <a:latin typeface="微软雅黑" panose="020B0503020204020204" pitchFamily="34" charset="-122"/>
                <a:ea typeface="微软雅黑" panose="020B0503020204020204" pitchFamily="34" charset="-122"/>
              </a:rPr>
              <a:t>- </a:t>
            </a:r>
            <a:r>
              <a:rPr lang="zh-CN" altLang="en-US">
                <a:solidFill>
                  <a:prstClr val="white"/>
                </a:solidFill>
                <a:latin typeface="微软雅黑" panose="020B0503020204020204" pitchFamily="34" charset="-122"/>
                <a:ea typeface="微软雅黑" panose="020B0503020204020204" pitchFamily="34" charset="-122"/>
              </a:rPr>
              <a:t>当前存在的主要困难</a:t>
            </a: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6" name="文本框 15">
            <a:extLst>
              <a:ext uri="{FF2B5EF4-FFF2-40B4-BE49-F238E27FC236}">
                <a16:creationId xmlns:a16="http://schemas.microsoft.com/office/drawing/2014/main" id="{BB538CF1-5DEA-4FD8-F842-62608698C6EC}"/>
              </a:ext>
            </a:extLst>
          </p:cNvPr>
          <p:cNvSpPr txBox="1"/>
          <p:nvPr/>
        </p:nvSpPr>
        <p:spPr>
          <a:xfrm>
            <a:off x="7708446" y="1536779"/>
            <a:ext cx="4133851" cy="3476016"/>
          </a:xfrm>
          <a:prstGeom prst="rect">
            <a:avLst/>
          </a:prstGeom>
          <a:noFill/>
        </p:spPr>
        <p:txBody>
          <a:bodyPr wrap="square" rtlCol="0">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lang="zh-CN" altLang="en-US" sz="1400">
                <a:solidFill>
                  <a:prstClr val="black"/>
                </a:solidFill>
                <a:latin typeface="微软雅黑" panose="020B0503020204020204" pitchFamily="34" charset="-122"/>
                <a:ea typeface="微软雅黑" panose="020B0503020204020204" pitchFamily="34" charset="-122"/>
              </a:rPr>
              <a:t>提高充电量难点</a:t>
            </a:r>
            <a:endParaRPr lang="en-US" altLang="zh-CN" sz="1400">
              <a:solidFill>
                <a:prstClr val="black"/>
              </a:solidFill>
              <a:latin typeface="微软雅黑" panose="020B0503020204020204" pitchFamily="34" charset="-122"/>
              <a:ea typeface="微软雅黑" panose="020B0503020204020204" pitchFamily="34" charset="-122"/>
            </a:endParaRPr>
          </a:p>
          <a:p>
            <a:pPr marL="285750" marR="0" lvl="0" indent="-285750" fontAlgn="auto">
              <a:lnSpc>
                <a:spcPct val="150000"/>
              </a:lnSpc>
              <a:spcBef>
                <a:spcPts val="0"/>
              </a:spcBef>
              <a:spcAft>
                <a:spcPts val="0"/>
              </a:spcAft>
              <a:buClrTx/>
              <a:buSzTx/>
              <a:buFont typeface="Arial" panose="020B0604020202020204" pitchFamily="34" charset="0"/>
              <a:buChar char="•"/>
              <a:tabLst/>
              <a:defRPr/>
            </a:pPr>
            <a:r>
              <a:rPr lang="en-US" altLang="zh-CN" sz="1200">
                <a:solidFill>
                  <a:prstClr val="black"/>
                </a:solidFill>
                <a:latin typeface="微软雅黑" panose="020B0503020204020204" pitchFamily="34" charset="-122"/>
                <a:ea typeface="微软雅黑" panose="020B0503020204020204" pitchFamily="34" charset="-122"/>
              </a:rPr>
              <a:t>SOC</a:t>
            </a:r>
            <a:r>
              <a:rPr lang="zh-CN" altLang="en-US" sz="1200">
                <a:solidFill>
                  <a:prstClr val="black"/>
                </a:solidFill>
                <a:latin typeface="微软雅黑" panose="020B0503020204020204" pitchFamily="34" charset="-122"/>
                <a:ea typeface="微软雅黑" panose="020B0503020204020204" pitchFamily="34" charset="-122"/>
              </a:rPr>
              <a:t>管理缺乏支撑，申报初始</a:t>
            </a:r>
            <a:r>
              <a:rPr lang="en-US" altLang="zh-CN" sz="1200">
                <a:solidFill>
                  <a:prstClr val="black"/>
                </a:solidFill>
                <a:latin typeface="微软雅黑" panose="020B0503020204020204" pitchFamily="34" charset="-122"/>
                <a:ea typeface="微软雅黑" panose="020B0503020204020204" pitchFamily="34" charset="-122"/>
              </a:rPr>
              <a:t>soc</a:t>
            </a:r>
            <a:r>
              <a:rPr lang="zh-CN" altLang="en-US" sz="1200">
                <a:solidFill>
                  <a:prstClr val="black"/>
                </a:solidFill>
                <a:latin typeface="微软雅黑" panose="020B0503020204020204" pitchFamily="34" charset="-122"/>
                <a:ea typeface="微软雅黑" panose="020B0503020204020204" pitchFamily="34" charset="-122"/>
              </a:rPr>
              <a:t>基于预估，是策略的起点，但</a:t>
            </a:r>
            <a:r>
              <a:rPr lang="zh-CN" altLang="en-US" sz="1200" b="1">
                <a:solidFill>
                  <a:srgbClr val="0070C0"/>
                </a:solidFill>
                <a:latin typeface="微软雅黑" panose="020B0503020204020204" pitchFamily="34" charset="-122"/>
                <a:ea typeface="微软雅黑" panose="020B0503020204020204" pitchFamily="34" charset="-122"/>
              </a:rPr>
              <a:t>设备损耗参数无法精确获取</a:t>
            </a:r>
            <a:endParaRPr lang="en-US" altLang="zh-CN" sz="1200" b="1">
              <a:solidFill>
                <a:srgbClr val="0070C0"/>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defRPr/>
            </a:pPr>
            <a:r>
              <a:rPr lang="zh-CN" altLang="en-US" sz="1200">
                <a:solidFill>
                  <a:prstClr val="black"/>
                </a:solidFill>
                <a:latin typeface="微软雅黑" panose="020B0503020204020204" pitchFamily="34" charset="-122"/>
                <a:ea typeface="微软雅黑" panose="020B0503020204020204" pitchFamily="34" charset="-122"/>
              </a:rPr>
              <a:t>电网</a:t>
            </a:r>
            <a:r>
              <a:rPr lang="zh-CN" altLang="en-US" sz="1200" b="1">
                <a:solidFill>
                  <a:srgbClr val="0070C0"/>
                </a:solidFill>
                <a:latin typeface="微软雅黑" panose="020B0503020204020204" pitchFamily="34" charset="-122"/>
                <a:ea typeface="微软雅黑" panose="020B0503020204020204" pitchFamily="34" charset="-122"/>
              </a:rPr>
              <a:t>校核规则不透明</a:t>
            </a:r>
            <a:r>
              <a:rPr lang="zh-CN" altLang="en-US" sz="1200">
                <a:solidFill>
                  <a:prstClr val="black"/>
                </a:solidFill>
                <a:latin typeface="微软雅黑" panose="020B0503020204020204" pitchFamily="34" charset="-122"/>
                <a:ea typeface="微软雅黑" panose="020B0503020204020204" pitchFamily="34" charset="-122"/>
              </a:rPr>
              <a:t>，需要逐渐摸索</a:t>
            </a:r>
            <a:endParaRPr lang="en-US" altLang="zh-CN" sz="1200">
              <a:solidFill>
                <a:prstClr val="black"/>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defRPr/>
            </a:pPr>
            <a:endParaRPr lang="en-US" altLang="zh-CN" sz="1200">
              <a:solidFill>
                <a:prstClr val="black"/>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defRPr/>
            </a:pPr>
            <a:endParaRPr lang="en-US" altLang="zh-CN" sz="1200">
              <a:solidFill>
                <a:prstClr val="black"/>
              </a:solidFill>
              <a:latin typeface="微软雅黑" panose="020B0503020204020204" pitchFamily="34" charset="-122"/>
              <a:ea typeface="微软雅黑" panose="020B0503020204020204" pitchFamily="34" charset="-122"/>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zh-CN" altLang="en-US" sz="140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提高价差捕捉难点：</a:t>
            </a:r>
            <a:endParaRPr lang="en-US" altLang="zh-CN" sz="1400">
              <a:solidFill>
                <a:prstClr val="black"/>
              </a:solidFill>
              <a:latin typeface="微软雅黑" panose="020B0503020204020204" pitchFamily="34" charset="-122"/>
              <a:ea typeface="微软雅黑" panose="020B0503020204020204" pitchFamily="34" charset="-122"/>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20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当前策略制定基于</a:t>
            </a:r>
            <a:r>
              <a:rPr kumimoji="0" lang="en-US" altLang="zh-CN" sz="120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D-2</a:t>
            </a:r>
            <a:r>
              <a:rPr kumimoji="0" lang="zh-CN" altLang="en-US" sz="120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竞价空间预测，存在偏差。</a:t>
            </a:r>
            <a:endParaRPr kumimoji="0" lang="en-US" altLang="zh-CN" sz="120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zh-CN" altLang="en-US" sz="1200">
                <a:solidFill>
                  <a:prstClr val="black"/>
                </a:solidFill>
                <a:latin typeface="微软雅黑" panose="020B0503020204020204" pitchFamily="34" charset="-122"/>
                <a:ea typeface="微软雅黑" panose="020B0503020204020204" pitchFamily="34" charset="-122"/>
              </a:rPr>
              <a:t>储能规模增大后，</a:t>
            </a:r>
            <a:r>
              <a:rPr lang="zh-CN" altLang="en-US" sz="1200" b="1">
                <a:solidFill>
                  <a:srgbClr val="0070C0"/>
                </a:solidFill>
                <a:latin typeface="微软雅黑" panose="020B0503020204020204" pitchFamily="34" charset="-122"/>
                <a:ea typeface="微软雅黑" panose="020B0503020204020204" pitchFamily="34" charset="-122"/>
              </a:rPr>
              <a:t>充放本身改变出清边界</a:t>
            </a:r>
            <a:r>
              <a:rPr lang="zh-CN" altLang="en-US" sz="1200">
                <a:solidFill>
                  <a:srgbClr val="0070C0"/>
                </a:solidFill>
                <a:latin typeface="微软雅黑" panose="020B0503020204020204" pitchFamily="34" charset="-122"/>
                <a:ea typeface="微软雅黑" panose="020B0503020204020204" pitchFamily="34" charset="-122"/>
              </a:rPr>
              <a:t>，</a:t>
            </a:r>
            <a:r>
              <a:rPr lang="zh-CN" altLang="en-US" sz="1200" b="1">
                <a:solidFill>
                  <a:srgbClr val="0070C0"/>
                </a:solidFill>
                <a:latin typeface="微软雅黑" panose="020B0503020204020204" pitchFamily="34" charset="-122"/>
                <a:ea typeface="微软雅黑" panose="020B0503020204020204" pitchFamily="34" charset="-122"/>
              </a:rPr>
              <a:t>减小价差</a:t>
            </a:r>
            <a:r>
              <a:rPr lang="zh-CN" altLang="en-US" sz="1200">
                <a:solidFill>
                  <a:prstClr val="black"/>
                </a:solidFill>
                <a:latin typeface="微软雅黑" panose="020B0503020204020204" pitchFamily="34" charset="-122"/>
                <a:ea typeface="微软雅黑" panose="020B0503020204020204" pitchFamily="34" charset="-122"/>
              </a:rPr>
              <a:t>；这一现象对于大储更为明显。</a:t>
            </a:r>
            <a:endParaRPr kumimoji="0" lang="en-US" altLang="zh-CN" sz="120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altLang="zh-CN" sz="1200">
                <a:solidFill>
                  <a:prstClr val="black"/>
                </a:solidFill>
                <a:latin typeface="微软雅黑" panose="020B0503020204020204" pitchFamily="34" charset="-122"/>
                <a:ea typeface="微软雅黑" panose="020B0503020204020204" pitchFamily="34" charset="-122"/>
              </a:rPr>
              <a:t>0.5</a:t>
            </a:r>
            <a:r>
              <a:rPr lang="zh-CN" altLang="en-US" sz="1200">
                <a:solidFill>
                  <a:prstClr val="black"/>
                </a:solidFill>
                <a:latin typeface="微软雅黑" panose="020B0503020204020204" pitchFamily="34" charset="-122"/>
                <a:ea typeface="微软雅黑" panose="020B0503020204020204" pitchFamily="34" charset="-122"/>
              </a:rPr>
              <a:t>次充放要在早晚阶段完成，</a:t>
            </a:r>
            <a:r>
              <a:rPr lang="zh-CN" altLang="en-US" sz="1200" b="1">
                <a:solidFill>
                  <a:srgbClr val="0070C0"/>
                </a:solidFill>
                <a:latin typeface="微软雅黑" panose="020B0503020204020204" pitchFamily="34" charset="-122"/>
                <a:ea typeface="微软雅黑" panose="020B0503020204020204" pitchFamily="34" charset="-122"/>
              </a:rPr>
              <a:t>价格趋势与充放顺序相反</a:t>
            </a:r>
            <a:r>
              <a:rPr lang="zh-CN" altLang="en-US" sz="1200">
                <a:solidFill>
                  <a:prstClr val="black"/>
                </a:solidFill>
                <a:latin typeface="微软雅黑" panose="020B0503020204020204" pitchFamily="34" charset="-122"/>
                <a:ea typeface="微软雅黑" panose="020B0503020204020204" pitchFamily="34" charset="-122"/>
              </a:rPr>
              <a:t>，叠加充放影响后，极易出现价格倒挂</a:t>
            </a:r>
            <a:endParaRPr lang="en-US" altLang="zh-CN" sz="1200">
              <a:solidFill>
                <a:prstClr val="black"/>
              </a:solidFill>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B29AB890-F8FD-7A4D-6F34-BDD146B6E52C}"/>
              </a:ext>
            </a:extLst>
          </p:cNvPr>
          <p:cNvPicPr>
            <a:picLocks noChangeAspect="1"/>
          </p:cNvPicPr>
          <p:nvPr/>
        </p:nvPicPr>
        <p:blipFill>
          <a:blip r:embed="rId3"/>
          <a:stretch>
            <a:fillRect/>
          </a:stretch>
        </p:blipFill>
        <p:spPr>
          <a:xfrm>
            <a:off x="149678" y="1231979"/>
            <a:ext cx="7429500" cy="3959146"/>
          </a:xfrm>
          <a:prstGeom prst="rect">
            <a:avLst/>
          </a:prstGeom>
        </p:spPr>
      </p:pic>
    </p:spTree>
    <p:extLst>
      <p:ext uri="{BB962C8B-B14F-4D97-AF65-F5344CB8AC3E}">
        <p14:creationId xmlns:p14="http://schemas.microsoft.com/office/powerpoint/2010/main" val="18481215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019F321-AE56-2961-07E5-23F34B4117E7}"/>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9F154EAE-5F46-EF20-1463-C87D2453161F}"/>
              </a:ext>
            </a:extLst>
          </p:cNvPr>
          <p:cNvSpPr/>
          <p:nvPr/>
        </p:nvSpPr>
        <p:spPr>
          <a:xfrm>
            <a:off x="0" y="0"/>
            <a:ext cx="12192000" cy="574177"/>
          </a:xfrm>
          <a:prstGeom prst="rect">
            <a:avLst/>
          </a:prstGeom>
          <a:solidFill>
            <a:srgbClr val="3B3B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DengXian"/>
              <a:ea typeface="DengXian" panose="02010600030101010101" pitchFamily="2" charset="-122"/>
              <a:cs typeface="+mn-cs"/>
            </a:endParaRPr>
          </a:p>
        </p:txBody>
      </p:sp>
      <p:sp>
        <p:nvSpPr>
          <p:cNvPr id="6" name="文本框 5">
            <a:extLst>
              <a:ext uri="{FF2B5EF4-FFF2-40B4-BE49-F238E27FC236}">
                <a16:creationId xmlns:a16="http://schemas.microsoft.com/office/drawing/2014/main" id="{FFF6C1BC-02DD-FCF6-6974-98941403D791}"/>
              </a:ext>
            </a:extLst>
          </p:cNvPr>
          <p:cNvSpPr txBox="1"/>
          <p:nvPr/>
        </p:nvSpPr>
        <p:spPr>
          <a:xfrm>
            <a:off x="3977195" y="5591484"/>
            <a:ext cx="4459857" cy="3683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3</a:t>
            </a:r>
            <a:r>
              <a:rPr kumimoji="0" lang="zh-CN" altLang="en-US" sz="180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月</a:t>
            </a:r>
            <a:r>
              <a:rPr lang="en-US" altLang="zh-CN">
                <a:latin typeface="微软雅黑" panose="020B0503020204020204" pitchFamily="34" charset="-122"/>
                <a:ea typeface="微软雅黑" panose="020B0503020204020204" pitchFamily="34" charset="-122"/>
              </a:rPr>
              <a:t>26-</a:t>
            </a:r>
            <a:r>
              <a:rPr kumimoji="0" lang="en-US" altLang="zh-CN" sz="180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27</a:t>
            </a:r>
            <a:r>
              <a:rPr kumimoji="0" lang="zh-CN" altLang="en-US" sz="180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日留电收益</a:t>
            </a:r>
            <a:r>
              <a:rPr lang="zh-CN" altLang="en-US">
                <a:latin typeface="微软雅黑" panose="020B0503020204020204" pitchFamily="34" charset="-122"/>
                <a:ea typeface="微软雅黑" panose="020B0503020204020204" pitchFamily="34" charset="-122"/>
              </a:rPr>
              <a:t>对比</a:t>
            </a:r>
            <a:endParaRPr kumimoji="0" lang="zh-CN" altLang="en-US" sz="180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endParaRPr>
          </a:p>
        </p:txBody>
      </p:sp>
      <p:graphicFrame>
        <p:nvGraphicFramePr>
          <p:cNvPr id="8" name="表格 7">
            <a:extLst>
              <a:ext uri="{FF2B5EF4-FFF2-40B4-BE49-F238E27FC236}">
                <a16:creationId xmlns:a16="http://schemas.microsoft.com/office/drawing/2014/main" id="{C256A7DB-5C8F-899A-A4B7-A00A5C34D5B3}"/>
              </a:ext>
            </a:extLst>
          </p:cNvPr>
          <p:cNvGraphicFramePr>
            <a:graphicFrameLocks noGrp="1"/>
          </p:cNvGraphicFramePr>
          <p:nvPr/>
        </p:nvGraphicFramePr>
        <p:xfrm>
          <a:off x="3609473" y="1310776"/>
          <a:ext cx="4976262" cy="1219468"/>
        </p:xfrm>
        <a:graphic>
          <a:graphicData uri="http://schemas.openxmlformats.org/drawingml/2006/table">
            <a:tbl>
              <a:tblPr bandRow="1">
                <a:tableStyleId>{073A0DAA-6AF3-43AB-8588-CEC1D06C72B9}</a:tableStyleId>
              </a:tblPr>
              <a:tblGrid>
                <a:gridCol w="995252">
                  <a:extLst>
                    <a:ext uri="{9D8B030D-6E8A-4147-A177-3AD203B41FA5}">
                      <a16:colId xmlns:a16="http://schemas.microsoft.com/office/drawing/2014/main" val="4252563308"/>
                    </a:ext>
                  </a:extLst>
                </a:gridCol>
                <a:gridCol w="1815692">
                  <a:extLst>
                    <a:ext uri="{9D8B030D-6E8A-4147-A177-3AD203B41FA5}">
                      <a16:colId xmlns:a16="http://schemas.microsoft.com/office/drawing/2014/main" val="4072271618"/>
                    </a:ext>
                  </a:extLst>
                </a:gridCol>
                <a:gridCol w="864141">
                  <a:extLst>
                    <a:ext uri="{9D8B030D-6E8A-4147-A177-3AD203B41FA5}">
                      <a16:colId xmlns:a16="http://schemas.microsoft.com/office/drawing/2014/main" val="1243879961"/>
                    </a:ext>
                  </a:extLst>
                </a:gridCol>
                <a:gridCol w="1301177">
                  <a:extLst>
                    <a:ext uri="{9D8B030D-6E8A-4147-A177-3AD203B41FA5}">
                      <a16:colId xmlns:a16="http://schemas.microsoft.com/office/drawing/2014/main" val="2640188870"/>
                    </a:ext>
                  </a:extLst>
                </a:gridCol>
              </a:tblGrid>
              <a:tr h="304867">
                <a:tc>
                  <a:txBody>
                    <a:bodyPr/>
                    <a:lstStyle/>
                    <a:p>
                      <a:pPr algn="ctr" fontAlgn="b"/>
                      <a:r>
                        <a:rPr lang="en-US" altLang="zh-CN" sz="1100" b="1" u="none" strike="noStrike">
                          <a:effectLst/>
                          <a:latin typeface="微软雅黑" panose="020B0503020204020204" pitchFamily="34" charset="-122"/>
                          <a:ea typeface="微软雅黑" panose="020B0503020204020204" pitchFamily="34" charset="-122"/>
                        </a:rPr>
                        <a:t>SOC</a:t>
                      </a:r>
                      <a:r>
                        <a:rPr lang="zh-CN" altLang="en-US" sz="1100" b="1" u="none" strike="noStrike">
                          <a:effectLst/>
                          <a:latin typeface="微软雅黑" panose="020B0503020204020204" pitchFamily="34" charset="-122"/>
                          <a:ea typeface="微软雅黑" panose="020B0503020204020204" pitchFamily="34" charset="-122"/>
                        </a:rPr>
                        <a:t>所属区间</a:t>
                      </a:r>
                      <a:endParaRPr lang="zh-CN" altLang="en-US" sz="1100" b="1"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b"/>
                </a:tc>
                <a:tc>
                  <a:txBody>
                    <a:bodyPr/>
                    <a:lstStyle/>
                    <a:p>
                      <a:pPr algn="ctr" fontAlgn="b"/>
                      <a:r>
                        <a:rPr lang="zh-CN" altLang="en-US" sz="1100" b="1" u="none" strike="noStrike">
                          <a:effectLst/>
                          <a:latin typeface="微软雅黑" panose="020B0503020204020204" pitchFamily="34" charset="-122"/>
                          <a:ea typeface="微软雅黑" panose="020B0503020204020204" pitchFamily="34" charset="-122"/>
                        </a:rPr>
                        <a:t>范围</a:t>
                      </a:r>
                      <a:endParaRPr lang="zh-CN" altLang="en-US" sz="1100" b="1"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b"/>
                </a:tc>
                <a:tc>
                  <a:txBody>
                    <a:bodyPr/>
                    <a:lstStyle/>
                    <a:p>
                      <a:pPr algn="ctr" fontAlgn="b"/>
                      <a:r>
                        <a:rPr lang="zh-CN" altLang="en-US" sz="1100" b="1" u="none" strike="noStrike">
                          <a:effectLst/>
                          <a:latin typeface="微软雅黑" panose="020B0503020204020204" pitchFamily="34" charset="-122"/>
                          <a:ea typeface="微软雅黑" panose="020B0503020204020204" pitchFamily="34" charset="-122"/>
                        </a:rPr>
                        <a:t>电站数量</a:t>
                      </a:r>
                      <a:endParaRPr lang="zh-CN" altLang="en-US" sz="1100" b="1"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b"/>
                </a:tc>
                <a:tc>
                  <a:txBody>
                    <a:bodyPr/>
                    <a:lstStyle/>
                    <a:p>
                      <a:pPr algn="ctr" fontAlgn="b"/>
                      <a:r>
                        <a:rPr lang="zh-CN" altLang="en-US" sz="1100" b="1" u="none" strike="noStrike">
                          <a:effectLst/>
                          <a:latin typeface="微软雅黑" panose="020B0503020204020204" pitchFamily="34" charset="-122"/>
                          <a:ea typeface="微软雅黑" panose="020B0503020204020204" pitchFamily="34" charset="-122"/>
                        </a:rPr>
                        <a:t>占比</a:t>
                      </a:r>
                      <a:endParaRPr lang="zh-CN" altLang="en-US" sz="1100" b="1"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b"/>
                </a:tc>
                <a:extLst>
                  <a:ext uri="{0D108BD9-81ED-4DB2-BD59-A6C34878D82A}">
                    <a16:rowId xmlns:a16="http://schemas.microsoft.com/office/drawing/2014/main" val="2006179499"/>
                  </a:ext>
                </a:extLst>
              </a:tr>
              <a:tr h="304867">
                <a:tc>
                  <a:txBody>
                    <a:bodyPr/>
                    <a:lstStyle/>
                    <a:p>
                      <a:pPr algn="l" fontAlgn="b"/>
                      <a:r>
                        <a:rPr lang="zh-CN" altLang="en-US" sz="1100" u="none" strike="noStrike">
                          <a:effectLst/>
                          <a:latin typeface="微软雅黑" panose="020B0503020204020204" pitchFamily="34" charset="-122"/>
                          <a:ea typeface="微软雅黑" panose="020B0503020204020204" pitchFamily="34" charset="-122"/>
                        </a:rPr>
                        <a:t>低区间 </a:t>
                      </a:r>
                      <a:r>
                        <a:rPr lang="en-US" altLang="zh-CN" sz="1100" u="none" strike="noStrike">
                          <a:effectLst/>
                          <a:latin typeface="微软雅黑" panose="020B0503020204020204" pitchFamily="34" charset="-122"/>
                          <a:ea typeface="微软雅黑" panose="020B0503020204020204" pitchFamily="34" charset="-122"/>
                        </a:rPr>
                        <a:t>[5,35)</a:t>
                      </a:r>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b"/>
                </a:tc>
                <a:tc>
                  <a:txBody>
                    <a:bodyPr/>
                    <a:lstStyle/>
                    <a:p>
                      <a:pPr algn="l" fontAlgn="b"/>
                      <a:r>
                        <a:rPr lang="en-US" sz="1100" u="none" strike="noStrike">
                          <a:effectLst/>
                          <a:latin typeface="微软雅黑" panose="020B0503020204020204" pitchFamily="34" charset="-122"/>
                          <a:ea typeface="微软雅黑" panose="020B0503020204020204" pitchFamily="34" charset="-122"/>
                        </a:rPr>
                        <a:t>5 &lt;= x &lt; 35</a:t>
                      </a:r>
                      <a:endParaRPr 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b"/>
                </a:tc>
                <a:tc>
                  <a:txBody>
                    <a:bodyPr/>
                    <a:lstStyle/>
                    <a:p>
                      <a:pPr algn="r" fontAlgn="b"/>
                      <a:r>
                        <a:rPr lang="en-US" altLang="zh-CN" sz="1100" u="none" strike="noStrike">
                          <a:effectLst/>
                          <a:latin typeface="微软雅黑" panose="020B0503020204020204" pitchFamily="34" charset="-122"/>
                          <a:ea typeface="微软雅黑" panose="020B0503020204020204" pitchFamily="34" charset="-122"/>
                        </a:rPr>
                        <a:t>18</a:t>
                      </a:r>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b"/>
                </a:tc>
                <a:tc>
                  <a:txBody>
                    <a:bodyPr/>
                    <a:lstStyle/>
                    <a:p>
                      <a:pPr algn="r" fontAlgn="b"/>
                      <a:r>
                        <a:rPr lang="en-US" altLang="zh-CN" sz="1100" u="none" strike="noStrike">
                          <a:effectLst/>
                          <a:latin typeface="微软雅黑" panose="020B0503020204020204" pitchFamily="34" charset="-122"/>
                          <a:ea typeface="微软雅黑" panose="020B0503020204020204" pitchFamily="34" charset="-122"/>
                        </a:rPr>
                        <a:t>47.37%</a:t>
                      </a:r>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b"/>
                </a:tc>
                <a:extLst>
                  <a:ext uri="{0D108BD9-81ED-4DB2-BD59-A6C34878D82A}">
                    <a16:rowId xmlns:a16="http://schemas.microsoft.com/office/drawing/2014/main" val="1599992489"/>
                  </a:ext>
                </a:extLst>
              </a:tr>
              <a:tr h="304867">
                <a:tc>
                  <a:txBody>
                    <a:bodyPr/>
                    <a:lstStyle/>
                    <a:p>
                      <a:pPr algn="l" fontAlgn="b"/>
                      <a:r>
                        <a:rPr lang="zh-CN" altLang="en-US" sz="1100" u="none" strike="noStrike">
                          <a:effectLst/>
                          <a:latin typeface="微软雅黑" panose="020B0503020204020204" pitchFamily="34" charset="-122"/>
                          <a:ea typeface="微软雅黑" panose="020B0503020204020204" pitchFamily="34" charset="-122"/>
                        </a:rPr>
                        <a:t>中区间 </a:t>
                      </a:r>
                      <a:r>
                        <a:rPr lang="en-US" altLang="zh-CN" sz="1100" u="none" strike="noStrike">
                          <a:effectLst/>
                          <a:latin typeface="微软雅黑" panose="020B0503020204020204" pitchFamily="34" charset="-122"/>
                          <a:ea typeface="微软雅黑" panose="020B0503020204020204" pitchFamily="34" charset="-122"/>
                        </a:rPr>
                        <a:t>[35,65)</a:t>
                      </a:r>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b"/>
                </a:tc>
                <a:tc>
                  <a:txBody>
                    <a:bodyPr/>
                    <a:lstStyle/>
                    <a:p>
                      <a:pPr algn="l" fontAlgn="b"/>
                      <a:r>
                        <a:rPr lang="en-US" sz="1100" u="none" strike="noStrike">
                          <a:effectLst/>
                          <a:latin typeface="微软雅黑" panose="020B0503020204020204" pitchFamily="34" charset="-122"/>
                          <a:ea typeface="微软雅黑" panose="020B0503020204020204" pitchFamily="34" charset="-122"/>
                        </a:rPr>
                        <a:t>35 &lt;= x &lt; 65</a:t>
                      </a:r>
                      <a:endParaRPr 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b"/>
                </a:tc>
                <a:tc>
                  <a:txBody>
                    <a:bodyPr/>
                    <a:lstStyle/>
                    <a:p>
                      <a:pPr algn="r" fontAlgn="b"/>
                      <a:r>
                        <a:rPr lang="en-US" altLang="zh-CN" sz="1100" u="none" strike="noStrike">
                          <a:effectLst/>
                          <a:latin typeface="微软雅黑" panose="020B0503020204020204" pitchFamily="34" charset="-122"/>
                          <a:ea typeface="微软雅黑" panose="020B0503020204020204" pitchFamily="34" charset="-122"/>
                        </a:rPr>
                        <a:t>8</a:t>
                      </a:r>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b"/>
                </a:tc>
                <a:tc>
                  <a:txBody>
                    <a:bodyPr/>
                    <a:lstStyle/>
                    <a:p>
                      <a:pPr algn="r" fontAlgn="b"/>
                      <a:r>
                        <a:rPr lang="en-US" altLang="zh-CN" sz="1100" u="none" strike="noStrike">
                          <a:effectLst/>
                          <a:latin typeface="微软雅黑" panose="020B0503020204020204" pitchFamily="34" charset="-122"/>
                          <a:ea typeface="微软雅黑" panose="020B0503020204020204" pitchFamily="34" charset="-122"/>
                        </a:rPr>
                        <a:t>21.05%</a:t>
                      </a:r>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b"/>
                </a:tc>
                <a:extLst>
                  <a:ext uri="{0D108BD9-81ED-4DB2-BD59-A6C34878D82A}">
                    <a16:rowId xmlns:a16="http://schemas.microsoft.com/office/drawing/2014/main" val="3465301169"/>
                  </a:ext>
                </a:extLst>
              </a:tr>
              <a:tr h="304867">
                <a:tc>
                  <a:txBody>
                    <a:bodyPr/>
                    <a:lstStyle/>
                    <a:p>
                      <a:pPr algn="l" fontAlgn="b"/>
                      <a:r>
                        <a:rPr lang="zh-CN" altLang="en-US" sz="1100" u="none" strike="noStrike">
                          <a:effectLst/>
                          <a:latin typeface="微软雅黑" panose="020B0503020204020204" pitchFamily="34" charset="-122"/>
                          <a:ea typeface="微软雅黑" panose="020B0503020204020204" pitchFamily="34" charset="-122"/>
                        </a:rPr>
                        <a:t>高区间 </a:t>
                      </a:r>
                      <a:r>
                        <a:rPr lang="en-US" altLang="zh-CN" sz="1100" u="none" strike="noStrike">
                          <a:effectLst/>
                          <a:latin typeface="微软雅黑" panose="020B0503020204020204" pitchFamily="34" charset="-122"/>
                          <a:ea typeface="微软雅黑" panose="020B0503020204020204" pitchFamily="34" charset="-122"/>
                        </a:rPr>
                        <a:t>[65,95]</a:t>
                      </a:r>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b"/>
                </a:tc>
                <a:tc>
                  <a:txBody>
                    <a:bodyPr/>
                    <a:lstStyle/>
                    <a:p>
                      <a:pPr algn="l" fontAlgn="b"/>
                      <a:r>
                        <a:rPr lang="en-US" sz="1100" u="none" strike="noStrike">
                          <a:effectLst/>
                          <a:latin typeface="微软雅黑" panose="020B0503020204020204" pitchFamily="34" charset="-122"/>
                          <a:ea typeface="微软雅黑" panose="020B0503020204020204" pitchFamily="34" charset="-122"/>
                        </a:rPr>
                        <a:t>65 &lt;= x &lt;= 95</a:t>
                      </a:r>
                      <a:endParaRPr 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b"/>
                </a:tc>
                <a:tc>
                  <a:txBody>
                    <a:bodyPr/>
                    <a:lstStyle/>
                    <a:p>
                      <a:pPr algn="r" fontAlgn="b"/>
                      <a:r>
                        <a:rPr lang="en-US" altLang="zh-CN" sz="1100" u="none" strike="noStrike">
                          <a:effectLst/>
                          <a:latin typeface="微软雅黑" panose="020B0503020204020204" pitchFamily="34" charset="-122"/>
                          <a:ea typeface="微软雅黑" panose="020B0503020204020204" pitchFamily="34" charset="-122"/>
                        </a:rPr>
                        <a:t>12</a:t>
                      </a:r>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b"/>
                </a:tc>
                <a:tc>
                  <a:txBody>
                    <a:bodyPr/>
                    <a:lstStyle/>
                    <a:p>
                      <a:pPr algn="r" fontAlgn="b"/>
                      <a:r>
                        <a:rPr lang="en-US" altLang="zh-CN" sz="1100" u="none" strike="noStrike">
                          <a:effectLst/>
                          <a:latin typeface="微软雅黑" panose="020B0503020204020204" pitchFamily="34" charset="-122"/>
                          <a:ea typeface="微软雅黑" panose="020B0503020204020204" pitchFamily="34" charset="-122"/>
                        </a:rPr>
                        <a:t>31.58%</a:t>
                      </a:r>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b"/>
                </a:tc>
                <a:extLst>
                  <a:ext uri="{0D108BD9-81ED-4DB2-BD59-A6C34878D82A}">
                    <a16:rowId xmlns:a16="http://schemas.microsoft.com/office/drawing/2014/main" val="3203574596"/>
                  </a:ext>
                </a:extLst>
              </a:tr>
            </a:tbl>
          </a:graphicData>
        </a:graphic>
      </p:graphicFrame>
      <p:graphicFrame>
        <p:nvGraphicFramePr>
          <p:cNvPr id="24" name="表格 23">
            <a:extLst>
              <a:ext uri="{FF2B5EF4-FFF2-40B4-BE49-F238E27FC236}">
                <a16:creationId xmlns:a16="http://schemas.microsoft.com/office/drawing/2014/main" id="{6346AF35-EDCC-F03B-58D1-5F4AE1340BB5}"/>
              </a:ext>
            </a:extLst>
          </p:cNvPr>
          <p:cNvGraphicFramePr>
            <a:graphicFrameLocks noGrp="1"/>
          </p:cNvGraphicFramePr>
          <p:nvPr>
            <p:extLst>
              <p:ext uri="{D42A27DB-BD31-4B8C-83A1-F6EECF244321}">
                <p14:modId xmlns:p14="http://schemas.microsoft.com/office/powerpoint/2010/main" val="2635347095"/>
              </p:ext>
            </p:extLst>
          </p:nvPr>
        </p:nvGraphicFramePr>
        <p:xfrm>
          <a:off x="209550" y="660931"/>
          <a:ext cx="2863850" cy="5528115"/>
        </p:xfrm>
        <a:graphic>
          <a:graphicData uri="http://schemas.openxmlformats.org/drawingml/2006/table">
            <a:tbl>
              <a:tblPr bandRow="1">
                <a:tableStyleId>{073A0DAA-6AF3-43AB-8588-CEC1D06C72B9}</a:tableStyleId>
              </a:tblPr>
              <a:tblGrid>
                <a:gridCol w="693417">
                  <a:extLst>
                    <a:ext uri="{9D8B030D-6E8A-4147-A177-3AD203B41FA5}">
                      <a16:colId xmlns:a16="http://schemas.microsoft.com/office/drawing/2014/main" val="591484034"/>
                    </a:ext>
                  </a:extLst>
                </a:gridCol>
                <a:gridCol w="1287783">
                  <a:extLst>
                    <a:ext uri="{9D8B030D-6E8A-4147-A177-3AD203B41FA5}">
                      <a16:colId xmlns:a16="http://schemas.microsoft.com/office/drawing/2014/main" val="2507008898"/>
                    </a:ext>
                  </a:extLst>
                </a:gridCol>
                <a:gridCol w="882650">
                  <a:extLst>
                    <a:ext uri="{9D8B030D-6E8A-4147-A177-3AD203B41FA5}">
                      <a16:colId xmlns:a16="http://schemas.microsoft.com/office/drawing/2014/main" val="3103887565"/>
                    </a:ext>
                  </a:extLst>
                </a:gridCol>
              </a:tblGrid>
              <a:tr h="165164">
                <a:tc>
                  <a:txBody>
                    <a:bodyPr/>
                    <a:lstStyle/>
                    <a:p>
                      <a:pPr algn="ctr" fontAlgn="t"/>
                      <a:r>
                        <a:rPr lang="zh-CN" altLang="en-US" sz="1100" u="none" strike="noStrike">
                          <a:effectLst/>
                          <a:latin typeface="微软雅黑" panose="020B0503020204020204" pitchFamily="34" charset="-122"/>
                          <a:ea typeface="微软雅黑" panose="020B0503020204020204" pitchFamily="34" charset="-122"/>
                        </a:rPr>
                        <a:t>收益排名</a:t>
                      </a:r>
                      <a:endParaRPr lang="zh-CN" altLang="en-US" sz="1100" b="1"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tc>
                <a:tc>
                  <a:txBody>
                    <a:bodyPr/>
                    <a:lstStyle/>
                    <a:p>
                      <a:pPr algn="ctr" fontAlgn="t"/>
                      <a:r>
                        <a:rPr lang="zh-CN" altLang="en-US" sz="1100" u="none" strike="noStrike">
                          <a:effectLst/>
                          <a:latin typeface="微软雅黑" panose="020B0503020204020204" pitchFamily="34" charset="-122"/>
                          <a:ea typeface="微软雅黑" panose="020B0503020204020204" pitchFamily="34" charset="-122"/>
                        </a:rPr>
                        <a:t>场站名称</a:t>
                      </a:r>
                      <a:endParaRPr lang="zh-CN" altLang="en-US" sz="1100" b="1"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tc>
                <a:tc>
                  <a:txBody>
                    <a:bodyPr/>
                    <a:lstStyle/>
                    <a:p>
                      <a:pPr algn="ctr" fontAlgn="t"/>
                      <a:r>
                        <a:rPr lang="en-US" altLang="zh-CN" sz="1100" u="none" strike="noStrike">
                          <a:effectLst/>
                          <a:latin typeface="微软雅黑" panose="020B0503020204020204" pitchFamily="34" charset="-122"/>
                          <a:ea typeface="微软雅黑" panose="020B0503020204020204" pitchFamily="34" charset="-122"/>
                        </a:rPr>
                        <a:t>0</a:t>
                      </a:r>
                      <a:r>
                        <a:rPr lang="zh-CN" altLang="en-US" sz="1100" u="none" strike="noStrike">
                          <a:effectLst/>
                          <a:latin typeface="微软雅黑" panose="020B0503020204020204" pitchFamily="34" charset="-122"/>
                          <a:ea typeface="微软雅黑" panose="020B0503020204020204" pitchFamily="34" charset="-122"/>
                        </a:rPr>
                        <a:t>点</a:t>
                      </a:r>
                      <a:r>
                        <a:rPr lang="en-US" altLang="zh-CN" sz="1100" u="none" strike="noStrike">
                          <a:effectLst/>
                          <a:latin typeface="微软雅黑" panose="020B0503020204020204" pitchFamily="34" charset="-122"/>
                          <a:ea typeface="微软雅黑" panose="020B0503020204020204" pitchFamily="34" charset="-122"/>
                        </a:rPr>
                        <a:t>soc</a:t>
                      </a:r>
                      <a:endParaRPr lang="en-US" altLang="zh-CN" sz="1100" b="1"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tc>
                <a:extLst>
                  <a:ext uri="{0D108BD9-81ED-4DB2-BD59-A6C34878D82A}">
                    <a16:rowId xmlns:a16="http://schemas.microsoft.com/office/drawing/2014/main" val="3053910014"/>
                  </a:ext>
                </a:extLst>
              </a:tr>
              <a:tr h="138035">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1</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zh-CN" altLang="en-US" sz="900" u="none" strike="noStrike">
                          <a:effectLst/>
                          <a:latin typeface="微软雅黑" panose="020B0503020204020204" pitchFamily="34" charset="-122"/>
                          <a:ea typeface="微软雅黑" panose="020B0503020204020204" pitchFamily="34" charset="-122"/>
                        </a:rPr>
                        <a:t>中绿电东兴储能电站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18.51</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extLst>
                  <a:ext uri="{0D108BD9-81ED-4DB2-BD59-A6C34878D82A}">
                    <a16:rowId xmlns:a16="http://schemas.microsoft.com/office/drawing/2014/main" val="1710462667"/>
                  </a:ext>
                </a:extLst>
              </a:tr>
              <a:tr h="138035">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2</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zh-CN" altLang="en-US" sz="900" u="none" strike="noStrike">
                          <a:effectLst/>
                          <a:latin typeface="微软雅黑" panose="020B0503020204020204" pitchFamily="34" charset="-122"/>
                          <a:ea typeface="微软雅黑" panose="020B0503020204020204" pitchFamily="34" charset="-122"/>
                        </a:rPr>
                        <a:t>星能乌勒吉储能电站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76.58</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extLst>
                  <a:ext uri="{0D108BD9-81ED-4DB2-BD59-A6C34878D82A}">
                    <a16:rowId xmlns:a16="http://schemas.microsoft.com/office/drawing/2014/main" val="1555432798"/>
                  </a:ext>
                </a:extLst>
              </a:tr>
              <a:tr h="138035">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3</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zh-CN" altLang="en-US" sz="900" u="none" strike="noStrike">
                          <a:effectLst/>
                          <a:latin typeface="微软雅黑" panose="020B0503020204020204" pitchFamily="34" charset="-122"/>
                          <a:ea typeface="微软雅黑" panose="020B0503020204020204" pitchFamily="34" charset="-122"/>
                        </a:rPr>
                        <a:t>星钒海窝储能电站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5</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extLst>
                  <a:ext uri="{0D108BD9-81ED-4DB2-BD59-A6C34878D82A}">
                    <a16:rowId xmlns:a16="http://schemas.microsoft.com/office/drawing/2014/main" val="1513124595"/>
                  </a:ext>
                </a:extLst>
              </a:tr>
              <a:tr h="138035">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4</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zh-CN" altLang="en-US" sz="900" u="none" strike="noStrike">
                          <a:effectLst/>
                          <a:latin typeface="微软雅黑" panose="020B0503020204020204" pitchFamily="34" charset="-122"/>
                          <a:ea typeface="微软雅黑" panose="020B0503020204020204" pitchFamily="34" charset="-122"/>
                        </a:rPr>
                        <a:t>明阳亚什图储能电站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36.54</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extLst>
                  <a:ext uri="{0D108BD9-81ED-4DB2-BD59-A6C34878D82A}">
                    <a16:rowId xmlns:a16="http://schemas.microsoft.com/office/drawing/2014/main" val="3644391044"/>
                  </a:ext>
                </a:extLst>
              </a:tr>
              <a:tr h="138035">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5</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zh-CN" altLang="en-US" sz="900" u="none" strike="noStrike">
                          <a:effectLst/>
                          <a:latin typeface="微软雅黑" panose="020B0503020204020204" pitchFamily="34" charset="-122"/>
                          <a:ea typeface="微软雅黑" panose="020B0503020204020204" pitchFamily="34" charset="-122"/>
                        </a:rPr>
                        <a:t>协鑫石拐储能电站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22.63</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extLst>
                  <a:ext uri="{0D108BD9-81ED-4DB2-BD59-A6C34878D82A}">
                    <a16:rowId xmlns:a16="http://schemas.microsoft.com/office/drawing/2014/main" val="3503963767"/>
                  </a:ext>
                </a:extLst>
              </a:tr>
              <a:tr h="138035">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6</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zh-CN" altLang="en-US" sz="900" u="none" strike="noStrike">
                          <a:effectLst/>
                          <a:latin typeface="微软雅黑" panose="020B0503020204020204" pitchFamily="34" charset="-122"/>
                          <a:ea typeface="微软雅黑" panose="020B0503020204020204" pitchFamily="34" charset="-122"/>
                        </a:rPr>
                        <a:t>博梁海纳储能电站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43.42</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extLst>
                  <a:ext uri="{0D108BD9-81ED-4DB2-BD59-A6C34878D82A}">
                    <a16:rowId xmlns:a16="http://schemas.microsoft.com/office/drawing/2014/main" val="3407135804"/>
                  </a:ext>
                </a:extLst>
              </a:tr>
              <a:tr h="138035">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7</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zh-CN" altLang="en-US" sz="900" u="none" strike="noStrike">
                          <a:effectLst/>
                          <a:latin typeface="微软雅黑" panose="020B0503020204020204" pitchFamily="34" charset="-122"/>
                          <a:ea typeface="微软雅黑" panose="020B0503020204020204" pitchFamily="34" charset="-122"/>
                        </a:rPr>
                        <a:t>蒙能奈伦储能电站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26.58</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extLst>
                  <a:ext uri="{0D108BD9-81ED-4DB2-BD59-A6C34878D82A}">
                    <a16:rowId xmlns:a16="http://schemas.microsoft.com/office/drawing/2014/main" val="2663972378"/>
                  </a:ext>
                </a:extLst>
              </a:tr>
              <a:tr h="138035">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8</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zh-CN" altLang="en-US" sz="900" u="none" strike="noStrike">
                          <a:effectLst/>
                          <a:latin typeface="微软雅黑" panose="020B0503020204020204" pitchFamily="34" charset="-122"/>
                          <a:ea typeface="微软雅黑" panose="020B0503020204020204" pitchFamily="34" charset="-122"/>
                        </a:rPr>
                        <a:t>综能百灵储能电站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19.34</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extLst>
                  <a:ext uri="{0D108BD9-81ED-4DB2-BD59-A6C34878D82A}">
                    <a16:rowId xmlns:a16="http://schemas.microsoft.com/office/drawing/2014/main" val="3130598401"/>
                  </a:ext>
                </a:extLst>
              </a:tr>
              <a:tr h="138035">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9</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zh-CN" altLang="en-US" sz="900" u="none" strike="noStrike">
                          <a:effectLst/>
                          <a:latin typeface="微软雅黑" panose="020B0503020204020204" pitchFamily="34" charset="-122"/>
                          <a:ea typeface="微软雅黑" panose="020B0503020204020204" pitchFamily="34" charset="-122"/>
                        </a:rPr>
                        <a:t>星辰科创储能电站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95</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extLst>
                  <a:ext uri="{0D108BD9-81ED-4DB2-BD59-A6C34878D82A}">
                    <a16:rowId xmlns:a16="http://schemas.microsoft.com/office/drawing/2014/main" val="2498890135"/>
                  </a:ext>
                </a:extLst>
              </a:tr>
              <a:tr h="138035">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10</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zh-CN" altLang="en-US" sz="900" u="none" strike="noStrike">
                          <a:effectLst/>
                          <a:latin typeface="微软雅黑" panose="020B0503020204020204" pitchFamily="34" charset="-122"/>
                          <a:ea typeface="微软雅黑" panose="020B0503020204020204" pitchFamily="34" charset="-122"/>
                        </a:rPr>
                        <a:t>蒙能敖仑储能电站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35.79</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extLst>
                  <a:ext uri="{0D108BD9-81ED-4DB2-BD59-A6C34878D82A}">
                    <a16:rowId xmlns:a16="http://schemas.microsoft.com/office/drawing/2014/main" val="1121969707"/>
                  </a:ext>
                </a:extLst>
              </a:tr>
              <a:tr h="138035">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11</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zh-CN" altLang="en-US" sz="900" u="none" strike="noStrike">
                          <a:effectLst/>
                          <a:latin typeface="微软雅黑" panose="020B0503020204020204" pitchFamily="34" charset="-122"/>
                          <a:ea typeface="微软雅黑" panose="020B0503020204020204" pitchFamily="34" charset="-122"/>
                        </a:rPr>
                        <a:t>景通四益堂储能电站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35.79</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extLst>
                  <a:ext uri="{0D108BD9-81ED-4DB2-BD59-A6C34878D82A}">
                    <a16:rowId xmlns:a16="http://schemas.microsoft.com/office/drawing/2014/main" val="1266305165"/>
                  </a:ext>
                </a:extLst>
              </a:tr>
              <a:tr h="138035">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12</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zh-CN" altLang="en-US" sz="900" u="none" strike="noStrike">
                          <a:effectLst/>
                          <a:latin typeface="微软雅黑" panose="020B0503020204020204" pitchFamily="34" charset="-122"/>
                          <a:ea typeface="微软雅黑" panose="020B0503020204020204" pitchFamily="34" charset="-122"/>
                        </a:rPr>
                        <a:t>泰垚鑫储储能电站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5</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extLst>
                  <a:ext uri="{0D108BD9-81ED-4DB2-BD59-A6C34878D82A}">
                    <a16:rowId xmlns:a16="http://schemas.microsoft.com/office/drawing/2014/main" val="4080462456"/>
                  </a:ext>
                </a:extLst>
              </a:tr>
              <a:tr h="138035">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13</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zh-CN" altLang="en-US" sz="900" u="none" strike="noStrike">
                          <a:effectLst/>
                          <a:latin typeface="微软雅黑" panose="020B0503020204020204" pitchFamily="34" charset="-122"/>
                          <a:ea typeface="微软雅黑" panose="020B0503020204020204" pitchFamily="34" charset="-122"/>
                        </a:rPr>
                        <a:t>景怡查干哈达储能电站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81.75</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extLst>
                  <a:ext uri="{0D108BD9-81ED-4DB2-BD59-A6C34878D82A}">
                    <a16:rowId xmlns:a16="http://schemas.microsoft.com/office/drawing/2014/main" val="3231926536"/>
                  </a:ext>
                </a:extLst>
              </a:tr>
              <a:tr h="138035">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14</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zh-CN" altLang="en-US" sz="900" u="none" strike="noStrike">
                          <a:effectLst/>
                          <a:latin typeface="微软雅黑" panose="020B0503020204020204" pitchFamily="34" charset="-122"/>
                          <a:ea typeface="微软雅黑" panose="020B0503020204020204" pitchFamily="34" charset="-122"/>
                        </a:rPr>
                        <a:t>裕昭沙子坝储能电站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5</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extLst>
                  <a:ext uri="{0D108BD9-81ED-4DB2-BD59-A6C34878D82A}">
                    <a16:rowId xmlns:a16="http://schemas.microsoft.com/office/drawing/2014/main" val="4274201409"/>
                  </a:ext>
                </a:extLst>
              </a:tr>
              <a:tr h="138035">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15</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zh-CN" altLang="en-US" sz="900" u="none" strike="noStrike">
                          <a:effectLst/>
                          <a:latin typeface="微软雅黑" panose="020B0503020204020204" pitchFamily="34" charset="-122"/>
                          <a:ea typeface="微软雅黑" panose="020B0503020204020204" pitchFamily="34" charset="-122"/>
                        </a:rPr>
                        <a:t>综能万成功储能电站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81.7</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extLst>
                  <a:ext uri="{0D108BD9-81ED-4DB2-BD59-A6C34878D82A}">
                    <a16:rowId xmlns:a16="http://schemas.microsoft.com/office/drawing/2014/main" val="6378223"/>
                  </a:ext>
                </a:extLst>
              </a:tr>
              <a:tr h="138035">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16</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zh-CN" altLang="en-US" sz="900" u="none" strike="noStrike">
                          <a:effectLst/>
                          <a:latin typeface="微软雅黑" panose="020B0503020204020204" pitchFamily="34" charset="-122"/>
                          <a:ea typeface="微软雅黑" panose="020B0503020204020204" pitchFamily="34" charset="-122"/>
                        </a:rPr>
                        <a:t>悦杭独贵储能电站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44.67</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extLst>
                  <a:ext uri="{0D108BD9-81ED-4DB2-BD59-A6C34878D82A}">
                    <a16:rowId xmlns:a16="http://schemas.microsoft.com/office/drawing/2014/main" val="506066163"/>
                  </a:ext>
                </a:extLst>
              </a:tr>
              <a:tr h="138035">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17</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zh-CN" altLang="en-US" sz="900" u="none" strike="noStrike">
                          <a:effectLst/>
                          <a:latin typeface="微软雅黑" panose="020B0503020204020204" pitchFamily="34" charset="-122"/>
                          <a:ea typeface="微软雅黑" panose="020B0503020204020204" pitchFamily="34" charset="-122"/>
                        </a:rPr>
                        <a:t>创启杜四营储能电站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10.88</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extLst>
                  <a:ext uri="{0D108BD9-81ED-4DB2-BD59-A6C34878D82A}">
                    <a16:rowId xmlns:a16="http://schemas.microsoft.com/office/drawing/2014/main" val="1243385865"/>
                  </a:ext>
                </a:extLst>
              </a:tr>
              <a:tr h="138035">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18</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zh-CN" altLang="en-US" sz="900" u="none" strike="noStrike">
                          <a:effectLst/>
                          <a:latin typeface="微软雅黑" panose="020B0503020204020204" pitchFamily="34" charset="-122"/>
                          <a:ea typeface="微软雅黑" panose="020B0503020204020204" pitchFamily="34" charset="-122"/>
                        </a:rPr>
                        <a:t>博思苗六营储能电站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5</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extLst>
                  <a:ext uri="{0D108BD9-81ED-4DB2-BD59-A6C34878D82A}">
                    <a16:rowId xmlns:a16="http://schemas.microsoft.com/office/drawing/2014/main" val="2278766417"/>
                  </a:ext>
                </a:extLst>
              </a:tr>
              <a:tr h="138035">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19</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zh-CN" altLang="en-US" sz="900" u="none" strike="noStrike">
                          <a:effectLst/>
                          <a:latin typeface="微软雅黑" panose="020B0503020204020204" pitchFamily="34" charset="-122"/>
                          <a:ea typeface="微软雅黑" panose="020B0503020204020204" pitchFamily="34" charset="-122"/>
                        </a:rPr>
                        <a:t>博汉星光储能电站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5</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extLst>
                  <a:ext uri="{0D108BD9-81ED-4DB2-BD59-A6C34878D82A}">
                    <a16:rowId xmlns:a16="http://schemas.microsoft.com/office/drawing/2014/main" val="2960498125"/>
                  </a:ext>
                </a:extLst>
              </a:tr>
              <a:tr h="138035">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20</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zh-CN" altLang="en-US" sz="900" u="none" strike="noStrike">
                          <a:effectLst/>
                          <a:latin typeface="微软雅黑" panose="020B0503020204020204" pitchFamily="34" charset="-122"/>
                          <a:ea typeface="微软雅黑" panose="020B0503020204020204" pitchFamily="34" charset="-122"/>
                        </a:rPr>
                        <a:t>蒙能百利格储能电站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67.37</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extLst>
                  <a:ext uri="{0D108BD9-81ED-4DB2-BD59-A6C34878D82A}">
                    <a16:rowId xmlns:a16="http://schemas.microsoft.com/office/drawing/2014/main" val="2513223956"/>
                  </a:ext>
                </a:extLst>
              </a:tr>
              <a:tr h="138035">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21</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zh-CN" altLang="en-US" sz="900" u="none" strike="noStrike">
                          <a:effectLst/>
                          <a:latin typeface="微软雅黑" panose="020B0503020204020204" pitchFamily="34" charset="-122"/>
                          <a:ea typeface="微软雅黑" panose="020B0503020204020204" pitchFamily="34" charset="-122"/>
                        </a:rPr>
                        <a:t>巴能峰塔储能电站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83.58</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extLst>
                  <a:ext uri="{0D108BD9-81ED-4DB2-BD59-A6C34878D82A}">
                    <a16:rowId xmlns:a16="http://schemas.microsoft.com/office/drawing/2014/main" val="3277080475"/>
                  </a:ext>
                </a:extLst>
              </a:tr>
              <a:tr h="138035">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22</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zh-CN" altLang="en-US" sz="900" u="none" strike="noStrike">
                          <a:effectLst/>
                          <a:latin typeface="微软雅黑" panose="020B0503020204020204" pitchFamily="34" charset="-122"/>
                          <a:ea typeface="微软雅黑" panose="020B0503020204020204" pitchFamily="34" charset="-122"/>
                        </a:rPr>
                        <a:t>综能可镇储能电站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80.7</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extLst>
                  <a:ext uri="{0D108BD9-81ED-4DB2-BD59-A6C34878D82A}">
                    <a16:rowId xmlns:a16="http://schemas.microsoft.com/office/drawing/2014/main" val="2456460207"/>
                  </a:ext>
                </a:extLst>
              </a:tr>
              <a:tr h="138035">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23</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zh-CN" altLang="en-US" sz="900" u="none" strike="noStrike">
                          <a:effectLst/>
                          <a:latin typeface="微软雅黑" panose="020B0503020204020204" pitchFamily="34" charset="-122"/>
                          <a:ea typeface="微软雅黑" panose="020B0503020204020204" pitchFamily="34" charset="-122"/>
                        </a:rPr>
                        <a:t>富景五虎山储能电站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78.36</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extLst>
                  <a:ext uri="{0D108BD9-81ED-4DB2-BD59-A6C34878D82A}">
                    <a16:rowId xmlns:a16="http://schemas.microsoft.com/office/drawing/2014/main" val="3946143175"/>
                  </a:ext>
                </a:extLst>
              </a:tr>
              <a:tr h="138035">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24</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zh-CN" altLang="en-US" sz="900" u="none" strike="noStrike">
                          <a:effectLst/>
                          <a:latin typeface="微软雅黑" panose="020B0503020204020204" pitchFamily="34" charset="-122"/>
                          <a:ea typeface="微软雅黑" panose="020B0503020204020204" pitchFamily="34" charset="-122"/>
                        </a:rPr>
                        <a:t>远景乌拉特储能电站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35.09</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extLst>
                  <a:ext uri="{0D108BD9-81ED-4DB2-BD59-A6C34878D82A}">
                    <a16:rowId xmlns:a16="http://schemas.microsoft.com/office/drawing/2014/main" val="3179868577"/>
                  </a:ext>
                </a:extLst>
              </a:tr>
              <a:tr h="138035">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25</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zh-CN" altLang="en-US" sz="900" u="none" strike="noStrike">
                          <a:effectLst/>
                          <a:latin typeface="微软雅黑" panose="020B0503020204020204" pitchFamily="34" charset="-122"/>
                          <a:ea typeface="微软雅黑" panose="020B0503020204020204" pitchFamily="34" charset="-122"/>
                        </a:rPr>
                        <a:t>宇动头泉储能电站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53.74</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extLst>
                  <a:ext uri="{0D108BD9-81ED-4DB2-BD59-A6C34878D82A}">
                    <a16:rowId xmlns:a16="http://schemas.microsoft.com/office/drawing/2014/main" val="3177363267"/>
                  </a:ext>
                </a:extLst>
              </a:tr>
              <a:tr h="138035">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26</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zh-CN" altLang="en-US" sz="900" u="none" strike="noStrike">
                          <a:effectLst/>
                          <a:latin typeface="微软雅黑" panose="020B0503020204020204" pitchFamily="34" charset="-122"/>
                          <a:ea typeface="微软雅黑" panose="020B0503020204020204" pitchFamily="34" charset="-122"/>
                        </a:rPr>
                        <a:t>中节能芦子庙储能电站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43.3</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extLst>
                  <a:ext uri="{0D108BD9-81ED-4DB2-BD59-A6C34878D82A}">
                    <a16:rowId xmlns:a16="http://schemas.microsoft.com/office/drawing/2014/main" val="3953959841"/>
                  </a:ext>
                </a:extLst>
              </a:tr>
              <a:tr h="138035">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27</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zh-CN" altLang="en-US" sz="900" u="none" strike="noStrike">
                          <a:effectLst/>
                          <a:latin typeface="微软雅黑" panose="020B0503020204020204" pitchFamily="34" charset="-122"/>
                          <a:ea typeface="微软雅黑" panose="020B0503020204020204" pitchFamily="34" charset="-122"/>
                        </a:rPr>
                        <a:t>熠能沙壕储能电站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34.55</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extLst>
                  <a:ext uri="{0D108BD9-81ED-4DB2-BD59-A6C34878D82A}">
                    <a16:rowId xmlns:a16="http://schemas.microsoft.com/office/drawing/2014/main" val="3228508351"/>
                  </a:ext>
                </a:extLst>
              </a:tr>
              <a:tr h="138035">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28</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zh-CN" altLang="en-US" sz="900" u="none" strike="noStrike">
                          <a:effectLst/>
                          <a:latin typeface="微软雅黑" panose="020B0503020204020204" pitchFamily="34" charset="-122"/>
                          <a:ea typeface="微软雅黑" panose="020B0503020204020204" pitchFamily="34" charset="-122"/>
                        </a:rPr>
                        <a:t>中电科技板定营储能电站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92.79</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extLst>
                  <a:ext uri="{0D108BD9-81ED-4DB2-BD59-A6C34878D82A}">
                    <a16:rowId xmlns:a16="http://schemas.microsoft.com/office/drawing/2014/main" val="2840575909"/>
                  </a:ext>
                </a:extLst>
              </a:tr>
              <a:tr h="138035">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29</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zh-CN" altLang="en-US" sz="900" u="none" strike="noStrike">
                          <a:effectLst/>
                          <a:latin typeface="微软雅黑" panose="020B0503020204020204" pitchFamily="34" charset="-122"/>
                          <a:ea typeface="微软雅黑" panose="020B0503020204020204" pitchFamily="34" charset="-122"/>
                        </a:rPr>
                        <a:t>蒙能利民储能电站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95</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extLst>
                  <a:ext uri="{0D108BD9-81ED-4DB2-BD59-A6C34878D82A}">
                    <a16:rowId xmlns:a16="http://schemas.microsoft.com/office/drawing/2014/main" val="752662354"/>
                  </a:ext>
                </a:extLst>
              </a:tr>
              <a:tr h="138035">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30</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zh-CN" altLang="en-US" sz="900" u="none" strike="noStrike">
                          <a:effectLst/>
                          <a:latin typeface="微软雅黑" panose="020B0503020204020204" pitchFamily="34" charset="-122"/>
                          <a:ea typeface="微软雅黑" panose="020B0503020204020204" pitchFamily="34" charset="-122"/>
                        </a:rPr>
                        <a:t>景蓝乌尔图储能电站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95</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extLst>
                  <a:ext uri="{0D108BD9-81ED-4DB2-BD59-A6C34878D82A}">
                    <a16:rowId xmlns:a16="http://schemas.microsoft.com/office/drawing/2014/main" val="2662953931"/>
                  </a:ext>
                </a:extLst>
              </a:tr>
              <a:tr h="138035">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31</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zh-CN" altLang="en-US" sz="900" u="none" strike="noStrike">
                          <a:effectLst/>
                          <a:latin typeface="微软雅黑" panose="020B0503020204020204" pitchFamily="34" charset="-122"/>
                          <a:ea typeface="微软雅黑" panose="020B0503020204020204" pitchFamily="34" charset="-122"/>
                        </a:rPr>
                        <a:t>熠储新荣储能电站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5</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extLst>
                  <a:ext uri="{0D108BD9-81ED-4DB2-BD59-A6C34878D82A}">
                    <a16:rowId xmlns:a16="http://schemas.microsoft.com/office/drawing/2014/main" val="680957739"/>
                  </a:ext>
                </a:extLst>
              </a:tr>
              <a:tr h="138035">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32</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zh-CN" altLang="en-US" sz="900" u="none" strike="noStrike">
                          <a:effectLst/>
                          <a:latin typeface="微软雅黑" panose="020B0503020204020204" pitchFamily="34" charset="-122"/>
                          <a:ea typeface="微软雅黑" panose="020B0503020204020204" pitchFamily="34" charset="-122"/>
                        </a:rPr>
                        <a:t>国众哈日木格台储能电站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5</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extLst>
                  <a:ext uri="{0D108BD9-81ED-4DB2-BD59-A6C34878D82A}">
                    <a16:rowId xmlns:a16="http://schemas.microsoft.com/office/drawing/2014/main" val="2675968021"/>
                  </a:ext>
                </a:extLst>
              </a:tr>
              <a:tr h="138035">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33</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zh-CN" altLang="en-US" sz="900" u="none" strike="noStrike">
                          <a:effectLst/>
                          <a:latin typeface="微软雅黑" panose="020B0503020204020204" pitchFamily="34" charset="-122"/>
                          <a:ea typeface="微软雅黑" panose="020B0503020204020204" pitchFamily="34" charset="-122"/>
                        </a:rPr>
                        <a:t>大航都林储能电站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5</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extLst>
                  <a:ext uri="{0D108BD9-81ED-4DB2-BD59-A6C34878D82A}">
                    <a16:rowId xmlns:a16="http://schemas.microsoft.com/office/drawing/2014/main" val="3389638115"/>
                  </a:ext>
                </a:extLst>
              </a:tr>
              <a:tr h="138035">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34</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zh-CN" altLang="en-US" sz="900" u="none" strike="noStrike">
                          <a:effectLst/>
                          <a:latin typeface="微软雅黑" panose="020B0503020204020204" pitchFamily="34" charset="-122"/>
                          <a:ea typeface="微软雅黑" panose="020B0503020204020204" pitchFamily="34" charset="-122"/>
                        </a:rPr>
                        <a:t>星远欣荣储能电站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5</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extLst>
                  <a:ext uri="{0D108BD9-81ED-4DB2-BD59-A6C34878D82A}">
                    <a16:rowId xmlns:a16="http://schemas.microsoft.com/office/drawing/2014/main" val="339347721"/>
                  </a:ext>
                </a:extLst>
              </a:tr>
              <a:tr h="138035">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35</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zh-CN" altLang="en-US" sz="900" u="none" strike="noStrike">
                          <a:effectLst/>
                          <a:latin typeface="微软雅黑" panose="020B0503020204020204" pitchFamily="34" charset="-122"/>
                          <a:ea typeface="微软雅黑" panose="020B0503020204020204" pitchFamily="34" charset="-122"/>
                        </a:rPr>
                        <a:t>融储辉图霍勃储能电站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5</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extLst>
                  <a:ext uri="{0D108BD9-81ED-4DB2-BD59-A6C34878D82A}">
                    <a16:rowId xmlns:a16="http://schemas.microsoft.com/office/drawing/2014/main" val="3694833764"/>
                  </a:ext>
                </a:extLst>
              </a:tr>
              <a:tr h="138035">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36</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zh-CN" altLang="en-US" sz="900" u="none" strike="noStrike">
                          <a:effectLst/>
                          <a:latin typeface="微软雅黑" panose="020B0503020204020204" pitchFamily="34" charset="-122"/>
                          <a:ea typeface="微软雅黑" panose="020B0503020204020204" pitchFamily="34" charset="-122"/>
                        </a:rPr>
                        <a:t>蒙能苏木哈储能电站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5</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extLst>
                  <a:ext uri="{0D108BD9-81ED-4DB2-BD59-A6C34878D82A}">
                    <a16:rowId xmlns:a16="http://schemas.microsoft.com/office/drawing/2014/main" val="3755259181"/>
                  </a:ext>
                </a:extLst>
              </a:tr>
              <a:tr h="138035">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37</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zh-CN" altLang="en-US" sz="900" u="none" strike="noStrike">
                          <a:effectLst/>
                          <a:latin typeface="微软雅黑" panose="020B0503020204020204" pitchFamily="34" charset="-122"/>
                          <a:ea typeface="微软雅黑" panose="020B0503020204020204" pitchFamily="34" charset="-122"/>
                        </a:rPr>
                        <a:t>景通红丰储能电站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5</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extLst>
                  <a:ext uri="{0D108BD9-81ED-4DB2-BD59-A6C34878D82A}">
                    <a16:rowId xmlns:a16="http://schemas.microsoft.com/office/drawing/2014/main" val="3806674604"/>
                  </a:ext>
                </a:extLst>
              </a:tr>
              <a:tr h="138035">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38</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zh-CN" altLang="en-US" sz="900" u="none" strike="noStrike">
                          <a:effectLst/>
                          <a:latin typeface="微软雅黑" panose="020B0503020204020204" pitchFamily="34" charset="-122"/>
                          <a:ea typeface="微软雅黑" panose="020B0503020204020204" pitchFamily="34" charset="-122"/>
                        </a:rPr>
                        <a:t>大航额日和图储能电站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tc>
                  <a:txBody>
                    <a:bodyPr/>
                    <a:lstStyle/>
                    <a:p>
                      <a:pPr algn="ctr" fontAlgn="b"/>
                      <a:r>
                        <a:rPr lang="en-US" altLang="zh-CN" sz="900" u="none" strike="noStrike">
                          <a:effectLst/>
                          <a:latin typeface="微软雅黑" panose="020B0503020204020204" pitchFamily="34" charset="-122"/>
                          <a:ea typeface="微软雅黑" panose="020B0503020204020204" pitchFamily="34" charset="-122"/>
                        </a:rPr>
                        <a:t>82.27</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3805" marR="3805" marT="3805" marB="0" anchor="b"/>
                </a:tc>
                <a:extLst>
                  <a:ext uri="{0D108BD9-81ED-4DB2-BD59-A6C34878D82A}">
                    <a16:rowId xmlns:a16="http://schemas.microsoft.com/office/drawing/2014/main" val="296281114"/>
                  </a:ext>
                </a:extLst>
              </a:tr>
            </a:tbl>
          </a:graphicData>
        </a:graphic>
      </p:graphicFrame>
      <p:sp>
        <p:nvSpPr>
          <p:cNvPr id="25" name="文本框 24">
            <a:extLst>
              <a:ext uri="{FF2B5EF4-FFF2-40B4-BE49-F238E27FC236}">
                <a16:creationId xmlns:a16="http://schemas.microsoft.com/office/drawing/2014/main" id="{6ADFA433-A717-B79B-D5B3-1A7B95E9E356}"/>
              </a:ext>
            </a:extLst>
          </p:cNvPr>
          <p:cNvSpPr txBox="1"/>
          <p:nvPr/>
        </p:nvSpPr>
        <p:spPr>
          <a:xfrm>
            <a:off x="3397717" y="898216"/>
            <a:ext cx="5948414" cy="338554"/>
          </a:xfrm>
          <a:prstGeom prst="rect">
            <a:avLst/>
          </a:prstGeom>
          <a:noFill/>
        </p:spPr>
        <p:txBody>
          <a:bodyPr wrap="square" rtlCol="0">
            <a:spAutoFit/>
          </a:bodyPr>
          <a:lstStyle/>
          <a:p>
            <a:r>
              <a:rPr lang="zh-CN" altLang="en-US" sz="1600">
                <a:latin typeface="微软雅黑" panose="020B0503020204020204" pitchFamily="34" charset="-122"/>
                <a:ea typeface="微软雅黑" panose="020B0503020204020204" pitchFamily="34" charset="-122"/>
              </a:rPr>
              <a:t>将</a:t>
            </a:r>
            <a:r>
              <a:rPr lang="en-US" altLang="zh-CN" sz="1600">
                <a:latin typeface="微软雅黑" panose="020B0503020204020204" pitchFamily="34" charset="-122"/>
                <a:ea typeface="微软雅黑" panose="020B0503020204020204" pitchFamily="34" charset="-122"/>
              </a:rPr>
              <a:t>soc</a:t>
            </a:r>
            <a:r>
              <a:rPr lang="zh-CN" altLang="en-US" sz="1600">
                <a:latin typeface="微软雅黑" panose="020B0503020204020204" pitchFamily="34" charset="-122"/>
                <a:ea typeface="微软雅黑" panose="020B0503020204020204" pitchFamily="34" charset="-122"/>
              </a:rPr>
              <a:t>按</a:t>
            </a:r>
            <a:r>
              <a:rPr lang="zh-CN" altLang="en-US" sz="1600" b="0" i="0">
                <a:effectLst/>
                <a:latin typeface="微软雅黑" panose="020B0503020204020204" pitchFamily="34" charset="-122"/>
                <a:ea typeface="微软雅黑" panose="020B0503020204020204" pitchFamily="34" charset="-122"/>
              </a:rPr>
              <a:t>最小值 </a:t>
            </a:r>
            <a:r>
              <a:rPr lang="en-US" altLang="zh-CN" sz="1600" b="0" i="0">
                <a:effectLst/>
                <a:latin typeface="微软雅黑" panose="020B0503020204020204" pitchFamily="34" charset="-122"/>
                <a:ea typeface="微软雅黑" panose="020B0503020204020204" pitchFamily="34" charset="-122"/>
              </a:rPr>
              <a:t>5</a:t>
            </a:r>
            <a:r>
              <a:rPr lang="zh-CN" altLang="en-US" sz="1600" b="0" i="0">
                <a:effectLst/>
                <a:latin typeface="微软雅黑" panose="020B0503020204020204" pitchFamily="34" charset="-122"/>
                <a:ea typeface="微软雅黑" panose="020B0503020204020204" pitchFamily="34" charset="-122"/>
              </a:rPr>
              <a:t>、最大值 </a:t>
            </a:r>
            <a:r>
              <a:rPr lang="en-US" altLang="zh-CN" sz="1600" b="0" i="0">
                <a:effectLst/>
                <a:latin typeface="微软雅黑" panose="020B0503020204020204" pitchFamily="34" charset="-122"/>
                <a:ea typeface="微软雅黑" panose="020B0503020204020204" pitchFamily="34" charset="-122"/>
              </a:rPr>
              <a:t>95</a:t>
            </a:r>
            <a:r>
              <a:rPr lang="zh-CN" altLang="en-US" sz="1600" b="0" i="0">
                <a:effectLst/>
                <a:latin typeface="微软雅黑" panose="020B0503020204020204" pitchFamily="34" charset="-122"/>
                <a:ea typeface="微软雅黑" panose="020B0503020204020204" pitchFamily="34" charset="-122"/>
              </a:rPr>
              <a:t> 等宽三分，区间宽度为 </a:t>
            </a:r>
            <a:r>
              <a:rPr lang="en-US" altLang="zh-CN" sz="1600" b="0" i="0">
                <a:effectLst/>
                <a:latin typeface="微软雅黑" panose="020B0503020204020204" pitchFamily="34" charset="-122"/>
                <a:ea typeface="微软雅黑" panose="020B0503020204020204" pitchFamily="34" charset="-122"/>
              </a:rPr>
              <a:t>30</a:t>
            </a:r>
            <a:endParaRPr lang="zh-CN" altLang="en-US" sz="1600">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5830E2D0-9F2C-544A-E0B5-6179C3A45DC3}"/>
              </a:ext>
            </a:extLst>
          </p:cNvPr>
          <p:cNvSpPr txBox="1"/>
          <p:nvPr/>
        </p:nvSpPr>
        <p:spPr>
          <a:xfrm>
            <a:off x="126999" y="102938"/>
            <a:ext cx="8991603" cy="369332"/>
          </a:xfrm>
          <a:prstGeom prst="rect">
            <a:avLst/>
          </a:prstGeom>
          <a:noFill/>
        </p:spPr>
        <p:txBody>
          <a:bodyPr wrap="square" rtlCol="0">
            <a:spAutoFit/>
          </a:bodyPr>
          <a:lstStyle/>
          <a:p>
            <a:pPr lvl="0">
              <a:defRPr/>
            </a:pPr>
            <a:r>
              <a:rPr lang="en-US" altLang="zh-CN">
                <a:solidFill>
                  <a:schemeClr val="bg1"/>
                </a:solidFill>
                <a:latin typeface="微软雅黑" panose="020B0503020204020204" pitchFamily="34" charset="-122"/>
                <a:ea typeface="微软雅黑" panose="020B0503020204020204" pitchFamily="34" charset="-122"/>
              </a:rPr>
              <a:t>5. </a:t>
            </a:r>
            <a:r>
              <a:rPr lang="zh-CN" altLang="en-US">
                <a:solidFill>
                  <a:schemeClr val="bg1"/>
                </a:solidFill>
                <a:latin typeface="微软雅黑" panose="020B0503020204020204" pitchFamily="34" charset="-122"/>
                <a:ea typeface="微软雅黑" panose="020B0503020204020204" pitchFamily="34" charset="-122"/>
              </a:rPr>
              <a:t>影响收益的主要因素分析 </a:t>
            </a:r>
            <a:r>
              <a:rPr lang="en-US" altLang="zh-CN">
                <a:solidFill>
                  <a:schemeClr val="bg1"/>
                </a:solidFill>
                <a:latin typeface="微软雅黑" panose="020B0503020204020204" pitchFamily="34" charset="-122"/>
                <a:ea typeface="微软雅黑" panose="020B0503020204020204" pitchFamily="34" charset="-122"/>
              </a:rPr>
              <a:t>- </a:t>
            </a:r>
            <a:r>
              <a:rPr lang="zh-CN" altLang="en-US">
                <a:solidFill>
                  <a:prstClr val="white"/>
                </a:solidFill>
                <a:latin typeface="微软雅黑" panose="020B0503020204020204" pitchFamily="34" charset="-122"/>
                <a:ea typeface="微软雅黑" panose="020B0503020204020204" pitchFamily="34" charset="-122"/>
              </a:rPr>
              <a:t>捕获价差</a:t>
            </a:r>
            <a:r>
              <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提高策略 </a:t>
            </a:r>
            <a:r>
              <a:rPr kumimoji="0" lang="en-US" altLang="zh-CN"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Case1: </a:t>
            </a:r>
            <a:r>
              <a:rPr lang="zh-CN" altLang="en-US">
                <a:solidFill>
                  <a:prstClr val="white"/>
                </a:solidFill>
                <a:latin typeface="微软雅黑" panose="020B0503020204020204" pitchFamily="34" charset="-122"/>
                <a:ea typeface="微软雅黑" panose="020B0503020204020204" pitchFamily="34" charset="-122"/>
              </a:rPr>
              <a:t>典型留电场景策略分析</a:t>
            </a: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9" name="文本框 8">
            <a:extLst>
              <a:ext uri="{FF2B5EF4-FFF2-40B4-BE49-F238E27FC236}">
                <a16:creationId xmlns:a16="http://schemas.microsoft.com/office/drawing/2014/main" id="{99DAF00E-1AAA-564B-B292-07BADA722552}"/>
              </a:ext>
            </a:extLst>
          </p:cNvPr>
          <p:cNvSpPr txBox="1"/>
          <p:nvPr/>
        </p:nvSpPr>
        <p:spPr>
          <a:xfrm>
            <a:off x="9041578" y="1229962"/>
            <a:ext cx="3004436" cy="4255396"/>
          </a:xfrm>
          <a:prstGeom prst="rect">
            <a:avLst/>
          </a:prstGeom>
          <a:noFill/>
        </p:spPr>
        <p:txBody>
          <a:bodyPr wrap="square">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0" lang="zh-CN" altLang="en-US" sz="14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基本情况：</a:t>
            </a:r>
            <a:endParaRPr kumimoji="0" lang="en-US" altLang="zh-CN" sz="14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endParaRPr>
          </a:p>
          <a:p>
            <a:pPr marR="0" lvl="0" algn="l" defTabSz="914400" rtl="0" eaLnBrk="1" fontAlgn="auto" latinLnBrk="0" hangingPunct="1">
              <a:lnSpc>
                <a:spcPct val="150000"/>
              </a:lnSpc>
              <a:spcBef>
                <a:spcPts val="0"/>
              </a:spcBef>
              <a:spcAft>
                <a:spcPts val="0"/>
              </a:spcAft>
              <a:buClrTx/>
              <a:buSzTx/>
              <a:tabLst/>
              <a:defRPr/>
            </a:pPr>
            <a:r>
              <a:rPr lang="zh-CN" altLang="en-US" sz="1400">
                <a:latin typeface="微软雅黑" panose="020B0503020204020204" pitchFamily="34" charset="-122"/>
                <a:ea typeface="微软雅黑" panose="020B0503020204020204" pitchFamily="34" charset="-122"/>
              </a:rPr>
              <a:t>通过</a:t>
            </a:r>
            <a:r>
              <a:rPr lang="en-US" altLang="zh-CN" sz="1400">
                <a:latin typeface="微软雅黑" panose="020B0503020204020204" pitchFamily="34" charset="-122"/>
                <a:ea typeface="微软雅黑" panose="020B0503020204020204" pitchFamily="34" charset="-122"/>
              </a:rPr>
              <a:t>D-2</a:t>
            </a:r>
            <a:r>
              <a:rPr lang="zh-CN" altLang="en-US" sz="1400">
                <a:latin typeface="微软雅黑" panose="020B0503020204020204" pitchFamily="34" charset="-122"/>
                <a:ea typeface="微软雅黑" panose="020B0503020204020204" pitchFamily="34" charset="-122"/>
              </a:rPr>
              <a:t>竞价空间预测</a:t>
            </a:r>
            <a:r>
              <a:rPr lang="en-US" altLang="zh-CN" sz="1400">
                <a:latin typeface="微软雅黑" panose="020B0503020204020204" pitchFamily="34" charset="-122"/>
                <a:ea typeface="微软雅黑" panose="020B0503020204020204" pitchFamily="34" charset="-122"/>
              </a:rPr>
              <a:t>3</a:t>
            </a:r>
            <a:r>
              <a:rPr lang="zh-CN" altLang="en-US" sz="1400">
                <a:latin typeface="微软雅黑" panose="020B0503020204020204" pitchFamily="34" charset="-122"/>
                <a:ea typeface="微软雅黑" panose="020B0503020204020204" pitchFamily="34" charset="-122"/>
              </a:rPr>
              <a:t>月</a:t>
            </a:r>
            <a:r>
              <a:rPr lang="en-US" altLang="zh-CN" sz="1400">
                <a:latin typeface="微软雅黑" panose="020B0503020204020204" pitchFamily="34" charset="-122"/>
                <a:ea typeface="微软雅黑" panose="020B0503020204020204" pitchFamily="34" charset="-122"/>
              </a:rPr>
              <a:t>27</a:t>
            </a:r>
            <a:r>
              <a:rPr lang="zh-CN" altLang="en-US" sz="1400">
                <a:latin typeface="微软雅黑" panose="020B0503020204020204" pitchFamily="34" charset="-122"/>
                <a:ea typeface="微软雅黑" panose="020B0503020204020204" pitchFamily="34" charset="-122"/>
              </a:rPr>
              <a:t>日凌晨价格将高于</a:t>
            </a:r>
            <a:r>
              <a:rPr lang="en-US" altLang="zh-CN" sz="1400">
                <a:latin typeface="微软雅黑" panose="020B0503020204020204" pitchFamily="34" charset="-122"/>
                <a:ea typeface="微软雅黑" panose="020B0503020204020204" pitchFamily="34" charset="-122"/>
              </a:rPr>
              <a:t>3</a:t>
            </a:r>
            <a:r>
              <a:rPr lang="zh-CN" altLang="en-US" sz="1400">
                <a:latin typeface="微软雅黑" panose="020B0503020204020204" pitchFamily="34" charset="-122"/>
                <a:ea typeface="微软雅黑" panose="020B0503020204020204" pitchFamily="34" charset="-122"/>
              </a:rPr>
              <a:t>月</a:t>
            </a:r>
            <a:r>
              <a:rPr lang="en-US" altLang="zh-CN" sz="1400">
                <a:latin typeface="微软雅黑" panose="020B0503020204020204" pitchFamily="34" charset="-122"/>
                <a:ea typeface="微软雅黑" panose="020B0503020204020204" pitchFamily="34" charset="-122"/>
              </a:rPr>
              <a:t>26</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lang="zh-CN" altLang="en-US" sz="1400" b="1">
                <a:latin typeface="微软雅黑" panose="020B0503020204020204" pitchFamily="34" charset="-122"/>
                <a:ea typeface="微软雅黑" panose="020B0503020204020204" pitchFamily="34" charset="-122"/>
              </a:rPr>
              <a:t>策略执行：</a:t>
            </a:r>
            <a:endParaRPr lang="en-US" altLang="zh-CN" sz="1400" b="1">
              <a:latin typeface="微软雅黑" panose="020B0503020204020204" pitchFamily="34" charset="-122"/>
              <a:ea typeface="微软雅黑" panose="020B0503020204020204" pitchFamily="34" charset="-122"/>
            </a:endParaRPr>
          </a:p>
          <a:p>
            <a:pPr marR="0" lvl="0" algn="l" defTabSz="914400" rtl="0" eaLnBrk="1" fontAlgn="auto" latinLnBrk="0" hangingPunct="1">
              <a:lnSpc>
                <a:spcPct val="150000"/>
              </a:lnSpc>
              <a:spcBef>
                <a:spcPts val="0"/>
              </a:spcBef>
              <a:spcAft>
                <a:spcPts val="0"/>
              </a:spcAft>
              <a:buClrTx/>
              <a:buSzTx/>
              <a:tabLst/>
              <a:defRPr/>
            </a:pPr>
            <a:r>
              <a:rPr kumimoji="0" lang="zh-CN" altLang="en-US" sz="1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超过一半以上的主体，初始</a:t>
            </a:r>
            <a:r>
              <a:rPr kumimoji="0" lang="en-US" altLang="zh-CN" sz="1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SOC</a:t>
            </a:r>
            <a:r>
              <a:rPr lang="zh-CN" altLang="en-US" sz="1400">
                <a:latin typeface="微软雅黑" panose="020B0503020204020204" pitchFamily="34" charset="-122"/>
                <a:ea typeface="微软雅黑" panose="020B0503020204020204" pitchFamily="34" charset="-122"/>
              </a:rPr>
              <a:t>显示留电，但留电多少与排名相关性较差（未排除校核影响）</a:t>
            </a:r>
            <a:endParaRPr kumimoji="0" lang="en-US" altLang="zh-CN" sz="1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0" lang="zh-CN" altLang="en-US" sz="14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执行结果：</a:t>
            </a:r>
            <a:endParaRPr kumimoji="0" lang="en-US" altLang="zh-CN" sz="14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endParaRPr>
          </a:p>
          <a:p>
            <a:pPr marR="0" lvl="0" algn="l" defTabSz="914400" rtl="0" eaLnBrk="1" fontAlgn="auto" latinLnBrk="0" hangingPunct="1">
              <a:lnSpc>
                <a:spcPct val="150000"/>
              </a:lnSpc>
              <a:spcBef>
                <a:spcPts val="0"/>
              </a:spcBef>
              <a:spcAft>
                <a:spcPts val="0"/>
              </a:spcAft>
              <a:buClrTx/>
              <a:buSzTx/>
              <a:tabLst/>
              <a:defRPr/>
            </a:pPr>
            <a:r>
              <a:rPr lang="en-US" altLang="zh-CN" sz="1400">
                <a:latin typeface="微软雅黑" panose="020B0503020204020204" pitchFamily="34" charset="-122"/>
                <a:ea typeface="微软雅黑" panose="020B0503020204020204" pitchFamily="34" charset="-122"/>
              </a:rPr>
              <a:t>27</a:t>
            </a:r>
            <a:r>
              <a:rPr lang="zh-CN" altLang="en-US" sz="1400">
                <a:latin typeface="微软雅黑" panose="020B0503020204020204" pitchFamily="34" charset="-122"/>
                <a:ea typeface="微软雅黑" panose="020B0503020204020204" pitchFamily="34" charset="-122"/>
              </a:rPr>
              <a:t>日凌晨确实存在价格高于</a:t>
            </a:r>
            <a:r>
              <a:rPr lang="en-US" altLang="zh-CN" sz="1400">
                <a:latin typeface="微软雅黑" panose="020B0503020204020204" pitchFamily="34" charset="-122"/>
                <a:ea typeface="微软雅黑" panose="020B0503020204020204" pitchFamily="34" charset="-122"/>
              </a:rPr>
              <a:t>26</a:t>
            </a:r>
            <a:r>
              <a:rPr lang="zh-CN" altLang="en-US" sz="1400">
                <a:latin typeface="微软雅黑" panose="020B0503020204020204" pitchFamily="34" charset="-122"/>
                <a:ea typeface="微软雅黑" panose="020B0503020204020204" pitchFamily="34" charset="-122"/>
              </a:rPr>
              <a:t>日晚的价格区间，但同时也存在价格较低区间；</a:t>
            </a:r>
            <a:endParaRPr lang="en-US" altLang="zh-CN" sz="1400">
              <a:latin typeface="微软雅黑" panose="020B0503020204020204" pitchFamily="34" charset="-122"/>
              <a:ea typeface="微软雅黑" panose="020B0503020204020204" pitchFamily="34" charset="-122"/>
            </a:endParaRPr>
          </a:p>
          <a:p>
            <a:pPr marR="0" lvl="0" algn="l" defTabSz="914400" rtl="0" eaLnBrk="1" fontAlgn="auto" latinLnBrk="0" hangingPunct="1">
              <a:lnSpc>
                <a:spcPct val="150000"/>
              </a:lnSpc>
              <a:spcBef>
                <a:spcPts val="0"/>
              </a:spcBef>
              <a:spcAft>
                <a:spcPts val="0"/>
              </a:spcAft>
              <a:buClrTx/>
              <a:buSzTx/>
              <a:tabLst/>
              <a:defRPr/>
            </a:pPr>
            <a:r>
              <a:rPr kumimoji="0" lang="zh-CN" altLang="en-US" sz="14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执行留电策略后，需要精准捕捉高价时段，否则可能策略无法生效。</a:t>
            </a:r>
            <a:endParaRPr kumimoji="0" lang="en-US" altLang="zh-CN" sz="14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endParaRPr>
          </a:p>
        </p:txBody>
      </p:sp>
      <p:pic>
        <p:nvPicPr>
          <p:cNvPr id="11" name="图片 10">
            <a:extLst>
              <a:ext uri="{FF2B5EF4-FFF2-40B4-BE49-F238E27FC236}">
                <a16:creationId xmlns:a16="http://schemas.microsoft.com/office/drawing/2014/main" id="{5624B0A5-D80A-0998-13AB-682B0CEAE802}"/>
              </a:ext>
            </a:extLst>
          </p:cNvPr>
          <p:cNvPicPr>
            <a:picLocks noChangeAspect="1"/>
          </p:cNvPicPr>
          <p:nvPr/>
        </p:nvPicPr>
        <p:blipFill>
          <a:blip r:embed="rId3"/>
          <a:stretch>
            <a:fillRect/>
          </a:stretch>
        </p:blipFill>
        <p:spPr>
          <a:xfrm>
            <a:off x="3191954" y="2748009"/>
            <a:ext cx="5731070" cy="2737349"/>
          </a:xfrm>
          <a:prstGeom prst="rect">
            <a:avLst/>
          </a:prstGeom>
        </p:spPr>
      </p:pic>
      <p:sp>
        <p:nvSpPr>
          <p:cNvPr id="13" name="矩形 12">
            <a:extLst>
              <a:ext uri="{FF2B5EF4-FFF2-40B4-BE49-F238E27FC236}">
                <a16:creationId xmlns:a16="http://schemas.microsoft.com/office/drawing/2014/main" id="{F96C7143-667C-A58D-9893-9B9CEDEEB59A}"/>
              </a:ext>
            </a:extLst>
          </p:cNvPr>
          <p:cNvSpPr/>
          <p:nvPr/>
        </p:nvSpPr>
        <p:spPr>
          <a:xfrm>
            <a:off x="6562724" y="3267075"/>
            <a:ext cx="390525" cy="990600"/>
          </a:xfrm>
          <a:prstGeom prst="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3163938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D98D3B1-FBB7-54D4-B681-4AD168832DFA}"/>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45FB97F8-6232-BFCB-C3A4-D6E45801B073}"/>
              </a:ext>
            </a:extLst>
          </p:cNvPr>
          <p:cNvSpPr/>
          <p:nvPr/>
        </p:nvSpPr>
        <p:spPr>
          <a:xfrm>
            <a:off x="0" y="0"/>
            <a:ext cx="12192000" cy="574177"/>
          </a:xfrm>
          <a:prstGeom prst="rect">
            <a:avLst/>
          </a:prstGeom>
          <a:solidFill>
            <a:srgbClr val="3B3B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DengXian"/>
              <a:ea typeface="DengXian" panose="02010600030101010101" pitchFamily="2" charset="-122"/>
              <a:cs typeface="+mn-cs"/>
            </a:endParaRPr>
          </a:p>
        </p:txBody>
      </p:sp>
      <p:sp>
        <p:nvSpPr>
          <p:cNvPr id="6" name="文本框 5">
            <a:extLst>
              <a:ext uri="{FF2B5EF4-FFF2-40B4-BE49-F238E27FC236}">
                <a16:creationId xmlns:a16="http://schemas.microsoft.com/office/drawing/2014/main" id="{08EED6DE-9FA2-16D9-9B3F-03652E59F6A2}"/>
              </a:ext>
            </a:extLst>
          </p:cNvPr>
          <p:cNvSpPr txBox="1"/>
          <p:nvPr/>
        </p:nvSpPr>
        <p:spPr>
          <a:xfrm>
            <a:off x="126998" y="102938"/>
            <a:ext cx="8860539" cy="369332"/>
          </a:xfrm>
          <a:prstGeom prst="rect">
            <a:avLst/>
          </a:prstGeom>
          <a:noFill/>
        </p:spPr>
        <p:txBody>
          <a:bodyPr wrap="square" rtlCol="0">
            <a:spAutoFit/>
          </a:bodyPr>
          <a:lstStyle/>
          <a:p>
            <a:pPr lvl="0">
              <a:defRPr/>
            </a:pPr>
            <a:r>
              <a:rPr lang="en-US" altLang="zh-CN">
                <a:solidFill>
                  <a:schemeClr val="bg1"/>
                </a:solidFill>
                <a:latin typeface="微软雅黑" panose="020B0503020204020204" pitchFamily="34" charset="-122"/>
                <a:ea typeface="微软雅黑" panose="020B0503020204020204" pitchFamily="34" charset="-122"/>
              </a:rPr>
              <a:t>5. </a:t>
            </a:r>
            <a:r>
              <a:rPr lang="zh-CN" altLang="en-US">
                <a:solidFill>
                  <a:schemeClr val="bg1"/>
                </a:solidFill>
                <a:latin typeface="微软雅黑" panose="020B0503020204020204" pitchFamily="34" charset="-122"/>
                <a:ea typeface="微软雅黑" panose="020B0503020204020204" pitchFamily="34" charset="-122"/>
              </a:rPr>
              <a:t>影响收益的主要因素分析 </a:t>
            </a:r>
            <a:r>
              <a:rPr lang="en-US" altLang="zh-CN">
                <a:solidFill>
                  <a:schemeClr val="bg1"/>
                </a:solidFill>
                <a:latin typeface="微软雅黑" panose="020B0503020204020204" pitchFamily="34" charset="-122"/>
                <a:ea typeface="微软雅黑" panose="020B0503020204020204" pitchFamily="34" charset="-122"/>
              </a:rPr>
              <a:t>- </a:t>
            </a:r>
            <a:r>
              <a:rPr lang="zh-CN" altLang="en-US">
                <a:solidFill>
                  <a:prstClr val="white"/>
                </a:solidFill>
                <a:latin typeface="微软雅黑" panose="020B0503020204020204" pitchFamily="34" charset="-122"/>
                <a:ea typeface="微软雅黑" panose="020B0503020204020204" pitchFamily="34" charset="-122"/>
              </a:rPr>
              <a:t>捕获价差提高策略</a:t>
            </a:r>
            <a:r>
              <a:rPr lang="en-US" altLang="zh-CN">
                <a:solidFill>
                  <a:prstClr val="white"/>
                </a:solidFill>
                <a:latin typeface="微软雅黑" panose="020B0503020204020204" pitchFamily="34" charset="-122"/>
                <a:ea typeface="微软雅黑" panose="020B0503020204020204" pitchFamily="34" charset="-122"/>
              </a:rPr>
              <a:t> Case2: </a:t>
            </a:r>
            <a:r>
              <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留电 </a:t>
            </a:r>
            <a:r>
              <a:rPr kumimoji="0" lang="en-US" altLang="zh-CN"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&amp; </a:t>
            </a:r>
            <a:r>
              <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极端价格捕捉</a:t>
            </a:r>
          </a:p>
        </p:txBody>
      </p:sp>
      <p:grpSp>
        <p:nvGrpSpPr>
          <p:cNvPr id="3" name="组合 2">
            <a:extLst>
              <a:ext uri="{FF2B5EF4-FFF2-40B4-BE49-F238E27FC236}">
                <a16:creationId xmlns:a16="http://schemas.microsoft.com/office/drawing/2014/main" id="{B1179803-1AD0-9573-3936-03749DB986EA}"/>
              </a:ext>
            </a:extLst>
          </p:cNvPr>
          <p:cNvGrpSpPr/>
          <p:nvPr/>
        </p:nvGrpSpPr>
        <p:grpSpPr>
          <a:xfrm>
            <a:off x="200026" y="1366048"/>
            <a:ext cx="8667750" cy="3797894"/>
            <a:chOff x="1198671" y="1394623"/>
            <a:chExt cx="10061357" cy="3797894"/>
          </a:xfrm>
        </p:grpSpPr>
        <p:pic>
          <p:nvPicPr>
            <p:cNvPr id="15" name="图片 14">
              <a:extLst>
                <a:ext uri="{FF2B5EF4-FFF2-40B4-BE49-F238E27FC236}">
                  <a16:creationId xmlns:a16="http://schemas.microsoft.com/office/drawing/2014/main" id="{0E13F7EA-4B8B-7925-0739-581E23CA05A1}"/>
                </a:ext>
              </a:extLst>
            </p:cNvPr>
            <p:cNvPicPr>
              <a:picLocks noChangeAspect="1"/>
            </p:cNvPicPr>
            <p:nvPr/>
          </p:nvPicPr>
          <p:blipFill>
            <a:blip r:embed="rId3"/>
            <a:stretch>
              <a:fillRect/>
            </a:stretch>
          </p:blipFill>
          <p:spPr>
            <a:xfrm>
              <a:off x="1198671" y="1394623"/>
              <a:ext cx="10061357" cy="3797894"/>
            </a:xfrm>
            <a:prstGeom prst="rect">
              <a:avLst/>
            </a:prstGeom>
          </p:spPr>
        </p:pic>
        <p:sp>
          <p:nvSpPr>
            <p:cNvPr id="16" name="矩形 15">
              <a:extLst>
                <a:ext uri="{FF2B5EF4-FFF2-40B4-BE49-F238E27FC236}">
                  <a16:creationId xmlns:a16="http://schemas.microsoft.com/office/drawing/2014/main" id="{A6D933A8-A80A-8BB1-4B02-FF0D31101120}"/>
                </a:ext>
              </a:extLst>
            </p:cNvPr>
            <p:cNvSpPr/>
            <p:nvPr/>
          </p:nvSpPr>
          <p:spPr>
            <a:xfrm>
              <a:off x="8229600" y="1876425"/>
              <a:ext cx="1076325" cy="2638425"/>
            </a:xfrm>
            <a:prstGeom prst="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文本框 3">
            <a:extLst>
              <a:ext uri="{FF2B5EF4-FFF2-40B4-BE49-F238E27FC236}">
                <a16:creationId xmlns:a16="http://schemas.microsoft.com/office/drawing/2014/main" id="{B324CFA1-5864-4E22-3F0D-C0876E43378E}"/>
              </a:ext>
            </a:extLst>
          </p:cNvPr>
          <p:cNvSpPr txBox="1"/>
          <p:nvPr/>
        </p:nvSpPr>
        <p:spPr>
          <a:xfrm>
            <a:off x="8987538" y="1366048"/>
            <a:ext cx="3004436" cy="4255396"/>
          </a:xfrm>
          <a:prstGeom prst="rect">
            <a:avLst/>
          </a:prstGeom>
          <a:noFill/>
        </p:spPr>
        <p:txBody>
          <a:bodyPr wrap="square">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0" lang="zh-CN" altLang="en-US" sz="1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基本情况：</a:t>
            </a:r>
            <a:endParaRPr kumimoji="0" lang="en-US" altLang="zh-CN" sz="1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endParaRPr>
          </a:p>
          <a:p>
            <a:pPr marR="0" lvl="0" algn="l" defTabSz="914400" rtl="0" eaLnBrk="1" fontAlgn="auto" latinLnBrk="0" hangingPunct="1">
              <a:lnSpc>
                <a:spcPct val="150000"/>
              </a:lnSpc>
              <a:spcBef>
                <a:spcPts val="0"/>
              </a:spcBef>
              <a:spcAft>
                <a:spcPts val="0"/>
              </a:spcAft>
              <a:buClrTx/>
              <a:buSzTx/>
              <a:tabLst/>
              <a:defRPr/>
            </a:pPr>
            <a:r>
              <a:rPr lang="en-US" altLang="zh-CN" sz="1400">
                <a:latin typeface="微软雅黑" panose="020B0503020204020204" pitchFamily="34" charset="-122"/>
                <a:ea typeface="微软雅黑" panose="020B0503020204020204" pitchFamily="34" charset="-122"/>
              </a:rPr>
              <a:t>4</a:t>
            </a:r>
            <a:r>
              <a:rPr lang="zh-CN" altLang="en-US" sz="1400">
                <a:latin typeface="微软雅黑" panose="020B0503020204020204" pitchFamily="34" charset="-122"/>
                <a:ea typeface="微软雅黑" panose="020B0503020204020204" pitchFamily="34" charset="-122"/>
              </a:rPr>
              <a:t>月</a:t>
            </a:r>
            <a:r>
              <a:rPr lang="en-US" altLang="zh-CN" sz="1400">
                <a:latin typeface="微软雅黑" panose="020B0503020204020204" pitchFamily="34" charset="-122"/>
                <a:ea typeface="微软雅黑" panose="020B0503020204020204" pitchFamily="34" charset="-122"/>
              </a:rPr>
              <a:t>7</a:t>
            </a:r>
            <a:r>
              <a:rPr lang="zh-CN" altLang="en-US" sz="1400">
                <a:latin typeface="微软雅黑" panose="020B0503020204020204" pitchFamily="34" charset="-122"/>
                <a:ea typeface="微软雅黑" panose="020B0503020204020204" pitchFamily="34" charset="-122"/>
              </a:rPr>
              <a:t>日</a:t>
            </a:r>
            <a:r>
              <a:rPr lang="en-US" altLang="zh-CN" sz="1400">
                <a:latin typeface="微软雅黑" panose="020B0503020204020204" pitchFamily="34" charset="-122"/>
                <a:ea typeface="微软雅黑" panose="020B0503020204020204" pitchFamily="34" charset="-122"/>
              </a:rPr>
              <a:t>0:00-2</a:t>
            </a:r>
            <a:r>
              <a:rPr lang="zh-CN" altLang="en-US" sz="1400">
                <a:latin typeface="微软雅黑" panose="020B0503020204020204" pitchFamily="34" charset="-122"/>
                <a:ea typeface="微软雅黑" panose="020B0503020204020204" pitchFamily="34" charset="-122"/>
              </a:rPr>
              <a:t>：</a:t>
            </a:r>
            <a:r>
              <a:rPr lang="en-US" altLang="zh-CN" sz="1400">
                <a:latin typeface="微软雅黑" panose="020B0503020204020204" pitchFamily="34" charset="-122"/>
                <a:ea typeface="微软雅黑" panose="020B0503020204020204" pitchFamily="34" charset="-122"/>
              </a:rPr>
              <a:t>40</a:t>
            </a:r>
            <a:r>
              <a:rPr lang="zh-CN" altLang="en-US" sz="1400">
                <a:latin typeface="微软雅黑" panose="020B0503020204020204" pitchFamily="34" charset="-122"/>
                <a:ea typeface="微软雅黑" panose="020B0503020204020204" pitchFamily="34" charset="-122"/>
              </a:rPr>
              <a:t>为红色区，</a:t>
            </a:r>
            <a:r>
              <a:rPr lang="en-US" altLang="zh-CN" sz="1400">
                <a:latin typeface="微软雅黑" panose="020B0503020204020204" pitchFamily="34" charset="-122"/>
                <a:ea typeface="微软雅黑" panose="020B0503020204020204" pitchFamily="34" charset="-122"/>
              </a:rPr>
              <a:t>2:45</a:t>
            </a:r>
            <a:r>
              <a:rPr lang="zh-CN" altLang="en-US" sz="1400">
                <a:latin typeface="微软雅黑" panose="020B0503020204020204" pitchFamily="34" charset="-122"/>
                <a:ea typeface="微软雅黑" panose="020B0503020204020204" pitchFamily="34" charset="-122"/>
              </a:rPr>
              <a:t>为绿色区；</a:t>
            </a:r>
            <a:r>
              <a:rPr lang="en-US" altLang="zh-CN" sz="1400">
                <a:latin typeface="微软雅黑" panose="020B0503020204020204" pitchFamily="34" charset="-122"/>
                <a:ea typeface="微软雅黑" panose="020B0503020204020204" pitchFamily="34" charset="-122"/>
              </a:rPr>
              <a:t>4</a:t>
            </a:r>
            <a:r>
              <a:rPr lang="zh-CN" altLang="en-US" sz="1400">
                <a:latin typeface="微软雅黑" panose="020B0503020204020204" pitchFamily="34" charset="-122"/>
                <a:ea typeface="微软雅黑" panose="020B0503020204020204" pitchFamily="34" charset="-122"/>
              </a:rPr>
              <a:t>月</a:t>
            </a:r>
            <a:r>
              <a:rPr lang="en-US" altLang="zh-CN" sz="1400">
                <a:latin typeface="微软雅黑" panose="020B0503020204020204" pitchFamily="34" charset="-122"/>
                <a:ea typeface="微软雅黑" panose="020B0503020204020204" pitchFamily="34" charset="-122"/>
              </a:rPr>
              <a:t>6</a:t>
            </a:r>
            <a:r>
              <a:rPr lang="zh-CN" altLang="en-US" sz="1400">
                <a:latin typeface="微软雅黑" panose="020B0503020204020204" pitchFamily="34" charset="-122"/>
                <a:ea typeface="微软雅黑" panose="020B0503020204020204" pitchFamily="34" charset="-122"/>
              </a:rPr>
              <a:t>日晚间价格预期良好，接近</a:t>
            </a:r>
            <a:r>
              <a:rPr lang="en-US" altLang="zh-CN" sz="1400">
                <a:latin typeface="微软雅黑" panose="020B0503020204020204" pitchFamily="34" charset="-122"/>
                <a:ea typeface="微软雅黑" panose="020B0503020204020204" pitchFamily="34" charset="-122"/>
              </a:rPr>
              <a:t>0</a:t>
            </a:r>
            <a:r>
              <a:rPr lang="zh-CN" altLang="en-US" sz="1400">
                <a:latin typeface="微软雅黑" panose="020B0503020204020204" pitchFamily="34" charset="-122"/>
                <a:ea typeface="微软雅黑" panose="020B0503020204020204" pitchFamily="34" charset="-122"/>
              </a:rPr>
              <a:t>点为红色区。</a:t>
            </a:r>
            <a:endParaRPr lang="en-US" altLang="zh-CN" sz="1400">
              <a:latin typeface="微软雅黑" panose="020B0503020204020204" pitchFamily="34" charset="-122"/>
              <a:ea typeface="微软雅黑" panose="020B0503020204020204" pitchFamily="34" charset="-122"/>
            </a:endParaRPr>
          </a:p>
          <a:p>
            <a:pPr marR="0" lvl="0" algn="l" defTabSz="914400" rtl="0" eaLnBrk="1" fontAlgn="auto" latinLnBrk="0" hangingPunct="1">
              <a:lnSpc>
                <a:spcPct val="150000"/>
              </a:lnSpc>
              <a:spcBef>
                <a:spcPts val="0"/>
              </a:spcBef>
              <a:spcAft>
                <a:spcPts val="0"/>
              </a:spcAft>
              <a:buClrTx/>
              <a:buSzTx/>
              <a:tabLst/>
              <a:defRPr/>
            </a:pPr>
            <a:r>
              <a:rPr lang="zh-CN" altLang="en-US" sz="1400">
                <a:latin typeface="微软雅黑" panose="020B0503020204020204" pitchFamily="34" charset="-122"/>
                <a:ea typeface="微软雅黑" panose="020B0503020204020204" pitchFamily="34" charset="-122"/>
              </a:rPr>
              <a:t>常规策略</a:t>
            </a:r>
            <a:r>
              <a:rPr lang="en-US" altLang="zh-CN" sz="1400">
                <a:latin typeface="微软雅黑" panose="020B0503020204020204" pitchFamily="34" charset="-122"/>
                <a:ea typeface="微软雅黑" panose="020B0503020204020204" pitchFamily="34" charset="-122"/>
              </a:rPr>
              <a:t>6</a:t>
            </a:r>
            <a:r>
              <a:rPr lang="zh-CN" altLang="en-US" sz="1400">
                <a:latin typeface="微软雅黑" panose="020B0503020204020204" pitchFamily="34" charset="-122"/>
                <a:ea typeface="微软雅黑" panose="020B0503020204020204" pitchFamily="34" charset="-122"/>
              </a:rPr>
              <a:t>号放完电，</a:t>
            </a:r>
            <a:r>
              <a:rPr lang="en-US" altLang="zh-CN" sz="1400">
                <a:latin typeface="微软雅黑" panose="020B0503020204020204" pitchFamily="34" charset="-122"/>
                <a:ea typeface="微软雅黑" panose="020B0503020204020204" pitchFamily="34" charset="-122"/>
              </a:rPr>
              <a:t>7</a:t>
            </a:r>
            <a:r>
              <a:rPr lang="zh-CN" altLang="en-US" sz="1400">
                <a:latin typeface="微软雅黑" panose="020B0503020204020204" pitchFamily="34" charset="-122"/>
                <a:ea typeface="微软雅黑" panose="020B0503020204020204" pitchFamily="34" charset="-122"/>
              </a:rPr>
              <a:t>号绿色区开始充电</a:t>
            </a:r>
            <a:endParaRPr lang="en-US" altLang="zh-CN" sz="1400">
              <a:latin typeface="微软雅黑" panose="020B0503020204020204" pitchFamily="34" charset="-122"/>
              <a:ea typeface="微软雅黑" panose="020B0503020204020204" pitchFamily="34" charset="-122"/>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lang="zh-CN" altLang="en-US" sz="1400">
                <a:latin typeface="微软雅黑" panose="020B0503020204020204" pitchFamily="34" charset="-122"/>
                <a:ea typeface="微软雅黑" panose="020B0503020204020204" pitchFamily="34" charset="-122"/>
              </a:rPr>
              <a:t>策略执行：</a:t>
            </a:r>
            <a:endParaRPr lang="en-US" altLang="zh-CN" sz="1400">
              <a:latin typeface="微软雅黑" panose="020B0503020204020204" pitchFamily="34" charset="-122"/>
              <a:ea typeface="微软雅黑" panose="020B0503020204020204" pitchFamily="34" charset="-122"/>
            </a:endParaRPr>
          </a:p>
          <a:p>
            <a:pPr marR="0" lvl="0" algn="l" defTabSz="914400" rtl="0" eaLnBrk="1" fontAlgn="auto" latinLnBrk="0" hangingPunct="1">
              <a:lnSpc>
                <a:spcPct val="150000"/>
              </a:lnSpc>
              <a:spcBef>
                <a:spcPts val="0"/>
              </a:spcBef>
              <a:spcAft>
                <a:spcPts val="0"/>
              </a:spcAft>
              <a:buClrTx/>
              <a:buSzTx/>
              <a:tabLst/>
              <a:defRPr/>
            </a:pPr>
            <a:r>
              <a:rPr kumimoji="0" lang="zh-CN" altLang="en-US" sz="1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通过</a:t>
            </a:r>
            <a:r>
              <a:rPr kumimoji="0" lang="en-US" altLang="zh-CN" sz="1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4</a:t>
            </a:r>
            <a:r>
              <a:rPr kumimoji="0" lang="zh-CN" altLang="en-US" sz="1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月</a:t>
            </a:r>
            <a:r>
              <a:rPr kumimoji="0" lang="en-US" altLang="zh-CN" sz="1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6</a:t>
            </a:r>
            <a:r>
              <a:rPr kumimoji="0" lang="zh-CN" altLang="en-US" sz="1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日</a:t>
            </a:r>
            <a:r>
              <a:rPr kumimoji="0" lang="zh-CN" altLang="en-US" sz="14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留电</a:t>
            </a:r>
            <a:r>
              <a:rPr kumimoji="0" lang="zh-CN" altLang="en-US" sz="1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a:t>
            </a:r>
            <a:r>
              <a:rPr kumimoji="0" lang="zh-CN" altLang="en-US" sz="14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精准捕捉“红切绿”价格畸变高峰区</a:t>
            </a:r>
            <a:r>
              <a:rPr kumimoji="0" lang="zh-CN" altLang="en-US" sz="1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，获得</a:t>
            </a:r>
            <a:r>
              <a:rPr kumimoji="0" lang="en-US" altLang="zh-CN" sz="1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1.5</a:t>
            </a:r>
            <a:r>
              <a:rPr kumimoji="0" lang="zh-CN" altLang="en-US" sz="1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元高价放电收益</a:t>
            </a:r>
            <a:endParaRPr kumimoji="0" lang="en-US" altLang="zh-CN" sz="1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0" lang="zh-CN" altLang="en-US" sz="1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执行结果：</a:t>
            </a:r>
            <a:endParaRPr kumimoji="0" lang="en-US" altLang="zh-CN" sz="1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endParaRPr>
          </a:p>
          <a:p>
            <a:pPr marR="0" lvl="0" algn="l" defTabSz="914400" rtl="0" eaLnBrk="1" fontAlgn="auto" latinLnBrk="0" hangingPunct="1">
              <a:lnSpc>
                <a:spcPct val="150000"/>
              </a:lnSpc>
              <a:spcBef>
                <a:spcPts val="0"/>
              </a:spcBef>
              <a:spcAft>
                <a:spcPts val="0"/>
              </a:spcAft>
              <a:buClrTx/>
              <a:buSzTx/>
              <a:tabLst/>
              <a:defRPr/>
            </a:pPr>
            <a:r>
              <a:rPr kumimoji="0" lang="zh-CN" altLang="en-US" sz="1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当日全网</a:t>
            </a:r>
            <a:r>
              <a:rPr kumimoji="0" lang="en-US" altLang="zh-CN" sz="1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2</a:t>
            </a:r>
            <a:r>
              <a:rPr kumimoji="0" lang="zh-CN" altLang="en-US" sz="1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家执行该策略，最终收益排名为当日的</a:t>
            </a:r>
            <a:r>
              <a:rPr kumimoji="0" lang="en-US" altLang="zh-CN" sz="14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1</a:t>
            </a:r>
            <a:r>
              <a:rPr kumimoji="0" lang="zh-CN" altLang="en-US" sz="14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a:t>
            </a:r>
            <a:r>
              <a:rPr kumimoji="0" lang="en-US" altLang="zh-CN" sz="14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2</a:t>
            </a:r>
            <a:endParaRPr kumimoji="0" lang="zh-CN" altLang="en-US" sz="14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6487620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8938C9A-C8CB-F15A-C1AD-69A728A90131}"/>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FBBFEF40-15B1-CBBB-8704-23C364C9A631}"/>
              </a:ext>
            </a:extLst>
          </p:cNvPr>
          <p:cNvSpPr/>
          <p:nvPr/>
        </p:nvSpPr>
        <p:spPr>
          <a:xfrm>
            <a:off x="0" y="0"/>
            <a:ext cx="12192000" cy="574177"/>
          </a:xfrm>
          <a:prstGeom prst="rect">
            <a:avLst/>
          </a:prstGeom>
          <a:solidFill>
            <a:srgbClr val="3B3B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DengXian"/>
              <a:ea typeface="DengXian" panose="02010600030101010101" pitchFamily="2" charset="-122"/>
              <a:cs typeface="+mn-cs"/>
            </a:endParaRPr>
          </a:p>
        </p:txBody>
      </p:sp>
      <p:sp>
        <p:nvSpPr>
          <p:cNvPr id="6" name="文本框 5">
            <a:extLst>
              <a:ext uri="{FF2B5EF4-FFF2-40B4-BE49-F238E27FC236}">
                <a16:creationId xmlns:a16="http://schemas.microsoft.com/office/drawing/2014/main" id="{AD47AA3C-AE4F-1878-AA38-1C1F82D2BFF8}"/>
              </a:ext>
            </a:extLst>
          </p:cNvPr>
          <p:cNvSpPr txBox="1"/>
          <p:nvPr/>
        </p:nvSpPr>
        <p:spPr>
          <a:xfrm>
            <a:off x="126998" y="102938"/>
            <a:ext cx="7931151" cy="369332"/>
          </a:xfrm>
          <a:prstGeom prst="rect">
            <a:avLst/>
          </a:prstGeom>
          <a:noFill/>
        </p:spPr>
        <p:txBody>
          <a:bodyPr wrap="square" rtlCol="0">
            <a:spAutoFit/>
          </a:bodyPr>
          <a:lstStyle/>
          <a:p>
            <a:pPr lvl="0">
              <a:defRPr/>
            </a:pPr>
            <a:r>
              <a:rPr lang="en-US" altLang="zh-CN">
                <a:solidFill>
                  <a:schemeClr val="bg1"/>
                </a:solidFill>
                <a:latin typeface="微软雅黑" panose="020B0503020204020204" pitchFamily="34" charset="-122"/>
                <a:ea typeface="微软雅黑" panose="020B0503020204020204" pitchFamily="34" charset="-122"/>
              </a:rPr>
              <a:t>5. </a:t>
            </a:r>
            <a:r>
              <a:rPr lang="zh-CN" altLang="en-US">
                <a:solidFill>
                  <a:schemeClr val="bg1"/>
                </a:solidFill>
                <a:latin typeface="微软雅黑" panose="020B0503020204020204" pitchFamily="34" charset="-122"/>
                <a:ea typeface="微软雅黑" panose="020B0503020204020204" pitchFamily="34" charset="-122"/>
              </a:rPr>
              <a:t>影响收益的主要因素分析 </a:t>
            </a:r>
            <a:r>
              <a:rPr lang="en-US" altLang="zh-CN">
                <a:solidFill>
                  <a:schemeClr val="bg1"/>
                </a:solidFill>
                <a:latin typeface="微软雅黑" panose="020B0503020204020204" pitchFamily="34" charset="-122"/>
                <a:ea typeface="微软雅黑" panose="020B0503020204020204" pitchFamily="34" charset="-122"/>
              </a:rPr>
              <a:t>- </a:t>
            </a:r>
            <a:r>
              <a:rPr lang="zh-CN" altLang="en-US">
                <a:solidFill>
                  <a:prstClr val="white"/>
                </a:solidFill>
                <a:latin typeface="微软雅黑" panose="020B0503020204020204" pitchFamily="34" charset="-122"/>
                <a:ea typeface="微软雅黑" panose="020B0503020204020204" pitchFamily="34" charset="-122"/>
              </a:rPr>
              <a:t>捕获价差提高策略</a:t>
            </a:r>
            <a:r>
              <a:rPr lang="en-US" altLang="zh-CN">
                <a:solidFill>
                  <a:prstClr val="white"/>
                </a:solidFill>
                <a:latin typeface="微软雅黑" panose="020B0503020204020204" pitchFamily="34" charset="-122"/>
                <a:ea typeface="微软雅黑" panose="020B0503020204020204" pitchFamily="34" charset="-122"/>
              </a:rPr>
              <a:t> Case3: </a:t>
            </a:r>
            <a:r>
              <a:rPr lang="zh-CN" altLang="en-US">
                <a:solidFill>
                  <a:prstClr val="white"/>
                </a:solidFill>
                <a:latin typeface="微软雅黑" panose="020B0503020204020204" pitchFamily="34" charset="-122"/>
                <a:ea typeface="微软雅黑" panose="020B0503020204020204" pitchFamily="34" charset="-122"/>
              </a:rPr>
              <a:t>短充短放策略</a:t>
            </a: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pic>
        <p:nvPicPr>
          <p:cNvPr id="15" name="图片 14">
            <a:extLst>
              <a:ext uri="{FF2B5EF4-FFF2-40B4-BE49-F238E27FC236}">
                <a16:creationId xmlns:a16="http://schemas.microsoft.com/office/drawing/2014/main" id="{EE5AB5BF-60EE-C98D-40E6-C0B2FFEE59BB}"/>
              </a:ext>
            </a:extLst>
          </p:cNvPr>
          <p:cNvPicPr>
            <a:picLocks noChangeAspect="1"/>
          </p:cNvPicPr>
          <p:nvPr/>
        </p:nvPicPr>
        <p:blipFill>
          <a:blip r:embed="rId3"/>
          <a:stretch>
            <a:fillRect/>
          </a:stretch>
        </p:blipFill>
        <p:spPr>
          <a:xfrm>
            <a:off x="542925" y="1270033"/>
            <a:ext cx="7953375" cy="4109180"/>
          </a:xfrm>
          <a:prstGeom prst="rect">
            <a:avLst/>
          </a:prstGeom>
        </p:spPr>
      </p:pic>
      <p:sp>
        <p:nvSpPr>
          <p:cNvPr id="3" name="文本框 2">
            <a:extLst>
              <a:ext uri="{FF2B5EF4-FFF2-40B4-BE49-F238E27FC236}">
                <a16:creationId xmlns:a16="http://schemas.microsoft.com/office/drawing/2014/main" id="{17F79F11-0454-EA07-551D-AE33727408D1}"/>
              </a:ext>
            </a:extLst>
          </p:cNvPr>
          <p:cNvSpPr txBox="1"/>
          <p:nvPr/>
        </p:nvSpPr>
        <p:spPr>
          <a:xfrm>
            <a:off x="8582025" y="1366048"/>
            <a:ext cx="3067050" cy="3285900"/>
          </a:xfrm>
          <a:prstGeom prst="rect">
            <a:avLst/>
          </a:prstGeom>
          <a:noFill/>
        </p:spPr>
        <p:txBody>
          <a:bodyPr wrap="square">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0" lang="zh-CN" altLang="en-US" sz="1400"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1400"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cs"/>
            </a:endParaRPr>
          </a:p>
          <a:p>
            <a:pPr marR="0" lvl="0" algn="l" defTabSz="914400" rtl="0" eaLnBrk="1" fontAlgn="auto" latinLnBrk="0" hangingPunct="1">
              <a:lnSpc>
                <a:spcPct val="150000"/>
              </a:lnSpc>
              <a:spcBef>
                <a:spcPts val="0"/>
              </a:spcBef>
              <a:spcAft>
                <a:spcPts val="0"/>
              </a:spcAft>
              <a:buClrTx/>
              <a:buSzTx/>
              <a:tabLst/>
              <a:defRPr/>
            </a:pPr>
            <a:r>
              <a:rPr kumimoji="0" lang="zh-CN" altLang="en-US" sz="1400"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cs"/>
              </a:rPr>
              <a:t>在</a:t>
            </a:r>
            <a:r>
              <a:rPr kumimoji="0" lang="en-US" altLang="zh-CN" sz="1400"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cs"/>
              </a:rPr>
              <a:t>4</a:t>
            </a:r>
            <a:r>
              <a:rPr lang="zh-CN" altLang="en-US" sz="1400">
                <a:solidFill>
                  <a:srgbClr val="0070C0"/>
                </a:solidFill>
                <a:latin typeface="微软雅黑" panose="020B0503020204020204" pitchFamily="34" charset="-122"/>
                <a:ea typeface="微软雅黑" panose="020B0503020204020204" pitchFamily="34" charset="-122"/>
              </a:rPr>
              <a:t>月</a:t>
            </a:r>
            <a:r>
              <a:rPr lang="en-US" altLang="zh-CN" sz="1400">
                <a:solidFill>
                  <a:srgbClr val="0070C0"/>
                </a:solidFill>
                <a:latin typeface="微软雅黑" panose="020B0503020204020204" pitchFamily="34" charset="-122"/>
                <a:ea typeface="微软雅黑" panose="020B0503020204020204" pitchFamily="34" charset="-122"/>
              </a:rPr>
              <a:t>9</a:t>
            </a:r>
            <a:r>
              <a:rPr lang="zh-CN" altLang="en-US" sz="1400">
                <a:solidFill>
                  <a:srgbClr val="0070C0"/>
                </a:solidFill>
                <a:latin typeface="微软雅黑" panose="020B0503020204020204" pitchFamily="34" charset="-122"/>
                <a:ea typeface="微软雅黑" panose="020B0503020204020204" pitchFamily="34" charset="-122"/>
              </a:rPr>
              <a:t>日的早上，采用</a:t>
            </a:r>
            <a:r>
              <a:rPr lang="en-US" altLang="zh-CN" sz="1400">
                <a:solidFill>
                  <a:srgbClr val="0070C0"/>
                </a:solidFill>
                <a:latin typeface="微软雅黑" panose="020B0503020204020204" pitchFamily="34" charset="-122"/>
                <a:ea typeface="微软雅黑" panose="020B0503020204020204" pitchFamily="34" charset="-122"/>
              </a:rPr>
              <a:t>1</a:t>
            </a:r>
            <a:r>
              <a:rPr lang="zh-CN" altLang="en-US" sz="1400">
                <a:solidFill>
                  <a:srgbClr val="0070C0"/>
                </a:solidFill>
                <a:latin typeface="微软雅黑" panose="020B0503020204020204" pitchFamily="34" charset="-122"/>
                <a:ea typeface="微软雅黑" panose="020B0503020204020204" pitchFamily="34" charset="-122"/>
              </a:rPr>
              <a:t>小时充放的短充、短放策略，尽量避免价格阶梯性下降带来的充放价格倒挂</a:t>
            </a:r>
            <a:endParaRPr lang="en-US" altLang="zh-CN" sz="1400">
              <a:solidFill>
                <a:srgbClr val="0070C0"/>
              </a:solidFill>
              <a:latin typeface="微软雅黑" panose="020B0503020204020204" pitchFamily="34" charset="-122"/>
              <a:ea typeface="微软雅黑" panose="020B0503020204020204" pitchFamily="34" charset="-122"/>
            </a:endParaRPr>
          </a:p>
          <a:p>
            <a:pPr marR="0" lvl="0" algn="l" defTabSz="914400" rtl="0" eaLnBrk="1" fontAlgn="auto" latinLnBrk="0" hangingPunct="1">
              <a:lnSpc>
                <a:spcPct val="150000"/>
              </a:lnSpc>
              <a:spcBef>
                <a:spcPts val="0"/>
              </a:spcBef>
              <a:spcAft>
                <a:spcPts val="0"/>
              </a:spcAft>
              <a:buClrTx/>
              <a:buSzTx/>
              <a:tabLst/>
              <a:defRPr/>
            </a:pPr>
            <a:endParaRPr kumimoji="0" lang="en-US" altLang="zh-CN" sz="1400"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cs"/>
            </a:endParaRPr>
          </a:p>
          <a:p>
            <a:pPr marR="0" lvl="0" algn="l" defTabSz="914400" rtl="0" eaLnBrk="1" fontAlgn="auto" latinLnBrk="0" hangingPunct="1">
              <a:lnSpc>
                <a:spcPct val="150000"/>
              </a:lnSpc>
              <a:spcBef>
                <a:spcPts val="0"/>
              </a:spcBef>
              <a:spcAft>
                <a:spcPts val="0"/>
              </a:spcAft>
              <a:buClrTx/>
              <a:buSzTx/>
              <a:tabLst/>
              <a:defRPr/>
            </a:pPr>
            <a:endParaRPr kumimoji="0" lang="en-US" altLang="zh-CN" sz="1400"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0" lang="zh-CN" altLang="en-US" sz="1400"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cs"/>
              </a:rPr>
              <a:t>执行结果：</a:t>
            </a:r>
            <a:endParaRPr kumimoji="0" lang="en-US" altLang="zh-CN" sz="1400"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cs"/>
            </a:endParaRPr>
          </a:p>
          <a:p>
            <a:pPr marR="0" lvl="0" algn="l" defTabSz="914400" rtl="0" eaLnBrk="1" fontAlgn="auto" latinLnBrk="0" hangingPunct="1">
              <a:lnSpc>
                <a:spcPct val="150000"/>
              </a:lnSpc>
              <a:spcBef>
                <a:spcPts val="0"/>
              </a:spcBef>
              <a:spcAft>
                <a:spcPts val="0"/>
              </a:spcAft>
              <a:buClrTx/>
              <a:buSzTx/>
              <a:tabLst/>
              <a:defRPr/>
            </a:pPr>
            <a:r>
              <a:rPr kumimoji="0" lang="zh-CN" altLang="en-US" sz="1400"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cs"/>
              </a:rPr>
              <a:t>当天收益排名巴盟和泰垚鑫均列前</a:t>
            </a:r>
            <a:r>
              <a:rPr kumimoji="0" lang="en-US" altLang="zh-CN" sz="1400"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cs"/>
              </a:rPr>
              <a:t>10</a:t>
            </a:r>
            <a:r>
              <a:rPr kumimoji="0" lang="zh-CN" altLang="en-US" sz="1400"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cs"/>
              </a:rPr>
              <a:t>；</a:t>
            </a:r>
            <a:endParaRPr kumimoji="0" lang="en-US" altLang="zh-CN" sz="1400"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cs"/>
            </a:endParaRPr>
          </a:p>
          <a:p>
            <a:pPr marR="0" lvl="0" algn="l" defTabSz="914400" rtl="0" eaLnBrk="1" fontAlgn="auto" latinLnBrk="0" hangingPunct="1">
              <a:lnSpc>
                <a:spcPct val="150000"/>
              </a:lnSpc>
              <a:spcBef>
                <a:spcPts val="0"/>
              </a:spcBef>
              <a:spcAft>
                <a:spcPts val="0"/>
              </a:spcAft>
              <a:buClrTx/>
              <a:buSzTx/>
              <a:tabLst/>
              <a:defRPr/>
            </a:pPr>
            <a:r>
              <a:rPr kumimoji="0" lang="zh-CN" altLang="en-US" sz="1400" b="1"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cs"/>
              </a:rPr>
              <a:t>泰垚鑫大量在三月采用此策略，三月收益排名全网第一</a:t>
            </a:r>
            <a:endParaRPr kumimoji="0" lang="zh-CN" altLang="en-US" sz="14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endParaRPr>
          </a:p>
        </p:txBody>
      </p:sp>
      <p:sp>
        <p:nvSpPr>
          <p:cNvPr id="4" name="矩形 3">
            <a:extLst>
              <a:ext uri="{FF2B5EF4-FFF2-40B4-BE49-F238E27FC236}">
                <a16:creationId xmlns:a16="http://schemas.microsoft.com/office/drawing/2014/main" id="{91958D55-DAFC-0A8C-6E6A-7F51FDF5DA50}"/>
              </a:ext>
            </a:extLst>
          </p:cNvPr>
          <p:cNvSpPr/>
          <p:nvPr/>
        </p:nvSpPr>
        <p:spPr>
          <a:xfrm>
            <a:off x="6191250" y="1781176"/>
            <a:ext cx="2133600" cy="3381374"/>
          </a:xfrm>
          <a:prstGeom prst="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716126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D2C7E5A-CABB-F018-EA62-0FD127F9CD3E}"/>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988AB547-A090-842F-88D2-8617F7BFB53D}"/>
              </a:ext>
            </a:extLst>
          </p:cNvPr>
          <p:cNvSpPr/>
          <p:nvPr/>
        </p:nvSpPr>
        <p:spPr>
          <a:xfrm>
            <a:off x="0" y="0"/>
            <a:ext cx="12192000" cy="574177"/>
          </a:xfrm>
          <a:prstGeom prst="rect">
            <a:avLst/>
          </a:prstGeom>
          <a:solidFill>
            <a:srgbClr val="3B3B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DengXian"/>
              <a:ea typeface="DengXian" panose="02010600030101010101" pitchFamily="2" charset="-122"/>
              <a:cs typeface="+mn-cs"/>
            </a:endParaRPr>
          </a:p>
        </p:txBody>
      </p:sp>
      <p:sp>
        <p:nvSpPr>
          <p:cNvPr id="6" name="文本框 5">
            <a:extLst>
              <a:ext uri="{FF2B5EF4-FFF2-40B4-BE49-F238E27FC236}">
                <a16:creationId xmlns:a16="http://schemas.microsoft.com/office/drawing/2014/main" id="{DD71FC7D-92CD-897C-AA94-C9AD6C67257C}"/>
              </a:ext>
            </a:extLst>
          </p:cNvPr>
          <p:cNvSpPr txBox="1"/>
          <p:nvPr/>
        </p:nvSpPr>
        <p:spPr>
          <a:xfrm>
            <a:off x="126998" y="102938"/>
            <a:ext cx="10896601" cy="369332"/>
          </a:xfrm>
          <a:prstGeom prst="rect">
            <a:avLst/>
          </a:prstGeom>
          <a:noFill/>
        </p:spPr>
        <p:txBody>
          <a:bodyPr wrap="square" rtlCol="0">
            <a:spAutoFit/>
          </a:bodyPr>
          <a:lstStyle/>
          <a:p>
            <a:pPr lvl="0">
              <a:defRPr/>
            </a:pPr>
            <a:r>
              <a:rPr lang="en-US" altLang="zh-CN">
                <a:solidFill>
                  <a:schemeClr val="bg1"/>
                </a:solidFill>
                <a:latin typeface="微软雅黑" panose="020B0503020204020204" pitchFamily="34" charset="-122"/>
                <a:ea typeface="微软雅黑" panose="020B0503020204020204" pitchFamily="34" charset="-122"/>
              </a:rPr>
              <a:t>5. </a:t>
            </a:r>
            <a:r>
              <a:rPr lang="zh-CN" altLang="en-US">
                <a:solidFill>
                  <a:schemeClr val="bg1"/>
                </a:solidFill>
                <a:latin typeface="微软雅黑" panose="020B0503020204020204" pitchFamily="34" charset="-122"/>
                <a:ea typeface="微软雅黑" panose="020B0503020204020204" pitchFamily="34" charset="-122"/>
              </a:rPr>
              <a:t>影响收益的主要因素分析 </a:t>
            </a:r>
            <a:r>
              <a:rPr lang="en-US" altLang="zh-CN">
                <a:solidFill>
                  <a:schemeClr val="bg1"/>
                </a:solidFill>
                <a:latin typeface="微软雅黑" panose="020B0503020204020204" pitchFamily="34" charset="-122"/>
                <a:ea typeface="微软雅黑" panose="020B0503020204020204" pitchFamily="34" charset="-122"/>
              </a:rPr>
              <a:t>- </a:t>
            </a:r>
            <a:r>
              <a:rPr lang="zh-CN" altLang="en-US">
                <a:solidFill>
                  <a:prstClr val="white"/>
                </a:solidFill>
                <a:latin typeface="微软雅黑" panose="020B0503020204020204" pitchFamily="34" charset="-122"/>
                <a:ea typeface="微软雅黑" panose="020B0503020204020204" pitchFamily="34" charset="-122"/>
              </a:rPr>
              <a:t>捕获价差提高策略</a:t>
            </a:r>
            <a:r>
              <a:rPr lang="en-US" altLang="zh-CN">
                <a:solidFill>
                  <a:prstClr val="white"/>
                </a:solidFill>
                <a:latin typeface="微软雅黑" panose="020B0503020204020204" pitchFamily="34" charset="-122"/>
                <a:ea typeface="微软雅黑" panose="020B0503020204020204" pitchFamily="34" charset="-122"/>
              </a:rPr>
              <a:t> Case4: </a:t>
            </a:r>
            <a:r>
              <a:rPr lang="zh-CN" altLang="en-US">
                <a:solidFill>
                  <a:prstClr val="white"/>
                </a:solidFill>
                <a:latin typeface="微软雅黑" panose="020B0503020204020204" pitchFamily="34" charset="-122"/>
                <a:ea typeface="微软雅黑" panose="020B0503020204020204" pitchFamily="34" charset="-122"/>
              </a:rPr>
              <a:t>多场站配合策略</a:t>
            </a:r>
          </a:p>
        </p:txBody>
      </p:sp>
      <p:pic>
        <p:nvPicPr>
          <p:cNvPr id="4" name="图片 3">
            <a:extLst>
              <a:ext uri="{FF2B5EF4-FFF2-40B4-BE49-F238E27FC236}">
                <a16:creationId xmlns:a16="http://schemas.microsoft.com/office/drawing/2014/main" id="{876F1B7D-1E3E-A5EA-D991-583CB3A7B78B}"/>
              </a:ext>
            </a:extLst>
          </p:cNvPr>
          <p:cNvPicPr>
            <a:picLocks noChangeAspect="1"/>
          </p:cNvPicPr>
          <p:nvPr/>
        </p:nvPicPr>
        <p:blipFill>
          <a:blip r:embed="rId3"/>
          <a:stretch>
            <a:fillRect/>
          </a:stretch>
        </p:blipFill>
        <p:spPr>
          <a:xfrm>
            <a:off x="542925" y="1157779"/>
            <a:ext cx="7972425" cy="3985721"/>
          </a:xfrm>
          <a:prstGeom prst="rect">
            <a:avLst/>
          </a:prstGeom>
        </p:spPr>
      </p:pic>
      <p:sp>
        <p:nvSpPr>
          <p:cNvPr id="3" name="文本框 2">
            <a:extLst>
              <a:ext uri="{FF2B5EF4-FFF2-40B4-BE49-F238E27FC236}">
                <a16:creationId xmlns:a16="http://schemas.microsoft.com/office/drawing/2014/main" id="{7287C666-94D9-E975-4B62-19207B1BCD80}"/>
              </a:ext>
            </a:extLst>
          </p:cNvPr>
          <p:cNvSpPr txBox="1"/>
          <p:nvPr/>
        </p:nvSpPr>
        <p:spPr>
          <a:xfrm>
            <a:off x="8582025" y="1366048"/>
            <a:ext cx="3067050" cy="3609065"/>
          </a:xfrm>
          <a:prstGeom prst="rect">
            <a:avLst/>
          </a:prstGeom>
          <a:noFill/>
        </p:spPr>
        <p:txBody>
          <a:bodyPr wrap="square">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0" lang="zh-CN" altLang="en-US" sz="1400"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1400"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cs"/>
            </a:endParaRPr>
          </a:p>
          <a:p>
            <a:pPr marR="0" lvl="0" algn="l" defTabSz="914400" rtl="0" eaLnBrk="1" fontAlgn="auto" latinLnBrk="0" hangingPunct="1">
              <a:lnSpc>
                <a:spcPct val="150000"/>
              </a:lnSpc>
              <a:spcBef>
                <a:spcPts val="0"/>
              </a:spcBef>
              <a:spcAft>
                <a:spcPts val="0"/>
              </a:spcAft>
              <a:buClrTx/>
              <a:buSzTx/>
              <a:tabLst/>
              <a:defRPr/>
            </a:pPr>
            <a:r>
              <a:rPr kumimoji="0" lang="en-US" altLang="zh-CN" sz="1400"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cs"/>
              </a:rPr>
              <a:t>4</a:t>
            </a:r>
            <a:r>
              <a:rPr lang="zh-CN" altLang="en-US" sz="1400">
                <a:solidFill>
                  <a:srgbClr val="0070C0"/>
                </a:solidFill>
                <a:latin typeface="微软雅黑" panose="020B0503020204020204" pitchFamily="34" charset="-122"/>
                <a:ea typeface="微软雅黑" panose="020B0503020204020204" pitchFamily="34" charset="-122"/>
              </a:rPr>
              <a:t>月</a:t>
            </a:r>
            <a:r>
              <a:rPr lang="en-US" altLang="zh-CN" sz="1400">
                <a:solidFill>
                  <a:srgbClr val="0070C0"/>
                </a:solidFill>
                <a:latin typeface="微软雅黑" panose="020B0503020204020204" pitchFamily="34" charset="-122"/>
                <a:ea typeface="微软雅黑" panose="020B0503020204020204" pitchFamily="34" charset="-122"/>
              </a:rPr>
              <a:t>9</a:t>
            </a:r>
            <a:r>
              <a:rPr lang="zh-CN" altLang="en-US" sz="1400">
                <a:solidFill>
                  <a:srgbClr val="0070C0"/>
                </a:solidFill>
                <a:latin typeface="微软雅黑" panose="020B0503020204020204" pitchFamily="34" charset="-122"/>
                <a:ea typeface="微软雅黑" panose="020B0503020204020204" pitchFamily="34" charset="-122"/>
              </a:rPr>
              <a:t>日小储留电约</a:t>
            </a:r>
            <a:r>
              <a:rPr lang="en-US" altLang="zh-CN" sz="1400">
                <a:solidFill>
                  <a:srgbClr val="0070C0"/>
                </a:solidFill>
                <a:latin typeface="微软雅黑" panose="020B0503020204020204" pitchFamily="34" charset="-122"/>
                <a:ea typeface="微软雅黑" panose="020B0503020204020204" pitchFamily="34" charset="-122"/>
              </a:rPr>
              <a:t>15%</a:t>
            </a:r>
            <a:r>
              <a:rPr lang="zh-CN" altLang="en-US" sz="1400">
                <a:solidFill>
                  <a:srgbClr val="0070C0"/>
                </a:solidFill>
                <a:latin typeface="微软雅黑" panose="020B0503020204020204" pitchFamily="34" charset="-122"/>
                <a:ea typeface="微软雅黑" panose="020B0503020204020204" pitchFamily="34" charset="-122"/>
              </a:rPr>
              <a:t>，在</a:t>
            </a:r>
            <a:r>
              <a:rPr lang="en-US" altLang="zh-CN" sz="1400">
                <a:solidFill>
                  <a:srgbClr val="0070C0"/>
                </a:solidFill>
                <a:latin typeface="微软雅黑" panose="020B0503020204020204" pitchFamily="34" charset="-122"/>
                <a:ea typeface="微软雅黑" panose="020B0503020204020204" pitchFamily="34" charset="-122"/>
              </a:rPr>
              <a:t>4</a:t>
            </a:r>
            <a:r>
              <a:rPr lang="zh-CN" altLang="en-US" sz="1400">
                <a:solidFill>
                  <a:srgbClr val="0070C0"/>
                </a:solidFill>
                <a:latin typeface="微软雅黑" panose="020B0503020204020204" pitchFamily="34" charset="-122"/>
                <a:ea typeface="微软雅黑" panose="020B0503020204020204" pitchFamily="34" charset="-122"/>
              </a:rPr>
              <a:t>月</a:t>
            </a:r>
            <a:r>
              <a:rPr lang="en-US" altLang="zh-CN" sz="1400">
                <a:solidFill>
                  <a:srgbClr val="0070C0"/>
                </a:solidFill>
                <a:latin typeface="微软雅黑" panose="020B0503020204020204" pitchFamily="34" charset="-122"/>
                <a:ea typeface="微软雅黑" panose="020B0503020204020204" pitchFamily="34" charset="-122"/>
              </a:rPr>
              <a:t>10</a:t>
            </a:r>
            <a:r>
              <a:rPr lang="zh-CN" altLang="en-US" sz="1400">
                <a:solidFill>
                  <a:srgbClr val="0070C0"/>
                </a:solidFill>
                <a:latin typeface="微软雅黑" panose="020B0503020204020204" pitchFamily="34" charset="-122"/>
                <a:ea typeface="微软雅黑" panose="020B0503020204020204" pitchFamily="34" charset="-122"/>
              </a:rPr>
              <a:t>日早上配合大储放电，基本实现大储充、小储放的策略。</a:t>
            </a:r>
            <a:endParaRPr lang="en-US" altLang="zh-CN" sz="1400">
              <a:solidFill>
                <a:srgbClr val="0070C0"/>
              </a:solidFill>
              <a:latin typeface="微软雅黑" panose="020B0503020204020204" pitchFamily="34" charset="-122"/>
              <a:ea typeface="微软雅黑" panose="020B0503020204020204" pitchFamily="34" charset="-122"/>
            </a:endParaRPr>
          </a:p>
          <a:p>
            <a:pPr marR="0" lvl="0" algn="l" defTabSz="914400" rtl="0" eaLnBrk="1" fontAlgn="auto" latinLnBrk="0" hangingPunct="1">
              <a:lnSpc>
                <a:spcPct val="150000"/>
              </a:lnSpc>
              <a:spcBef>
                <a:spcPts val="0"/>
              </a:spcBef>
              <a:spcAft>
                <a:spcPts val="0"/>
              </a:spcAft>
              <a:buClrTx/>
              <a:buSzTx/>
              <a:tabLst/>
              <a:defRPr/>
            </a:pPr>
            <a:endParaRPr lang="en-US" altLang="zh-CN" sz="1400">
              <a:solidFill>
                <a:srgbClr val="0070C0"/>
              </a:solidFill>
              <a:latin typeface="微软雅黑" panose="020B0503020204020204" pitchFamily="34" charset="-122"/>
              <a:ea typeface="微软雅黑" panose="020B0503020204020204" pitchFamily="34" charset="-122"/>
            </a:endParaRPr>
          </a:p>
          <a:p>
            <a:pPr marR="0" lvl="0" algn="l" defTabSz="914400" rtl="0" eaLnBrk="1" fontAlgn="auto" latinLnBrk="0" hangingPunct="1">
              <a:lnSpc>
                <a:spcPct val="150000"/>
              </a:lnSpc>
              <a:spcBef>
                <a:spcPts val="0"/>
              </a:spcBef>
              <a:spcAft>
                <a:spcPts val="0"/>
              </a:spcAft>
              <a:buClrTx/>
              <a:buSzTx/>
              <a:tabLst/>
              <a:defRPr/>
            </a:pPr>
            <a:endParaRPr lang="en-US" altLang="zh-CN" sz="1400">
              <a:solidFill>
                <a:srgbClr val="0070C0"/>
              </a:solidFill>
              <a:latin typeface="微软雅黑" panose="020B0503020204020204" pitchFamily="34" charset="-122"/>
              <a:ea typeface="微软雅黑" panose="020B0503020204020204" pitchFamily="34" charset="-122"/>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0" lang="zh-CN" altLang="en-US" sz="1400"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cs"/>
              </a:rPr>
              <a:t>执行结果：</a:t>
            </a:r>
            <a:endParaRPr kumimoji="0" lang="en-US" altLang="zh-CN" sz="1400"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cs"/>
            </a:endParaRPr>
          </a:p>
          <a:p>
            <a:pPr lvl="0">
              <a:lnSpc>
                <a:spcPct val="150000"/>
              </a:lnSpc>
              <a:defRPr/>
            </a:pPr>
            <a:r>
              <a:rPr lang="zh-CN" altLang="en-US" sz="1400">
                <a:solidFill>
                  <a:srgbClr val="0070C0"/>
                </a:solidFill>
                <a:latin typeface="微软雅黑" panose="020B0503020204020204" pitchFamily="34" charset="-122"/>
                <a:ea typeface="微软雅黑" panose="020B0503020204020204" pitchFamily="34" charset="-122"/>
              </a:rPr>
              <a:t>该策略还在论证调整中，当前问题：</a:t>
            </a:r>
            <a:endParaRPr lang="en-US" altLang="zh-CN" sz="1400">
              <a:solidFill>
                <a:srgbClr val="0070C0"/>
              </a:solidFill>
              <a:latin typeface="微软雅黑" panose="020B0503020204020204" pitchFamily="34" charset="-122"/>
              <a:ea typeface="微软雅黑" panose="020B0503020204020204" pitchFamily="34" charset="-122"/>
            </a:endParaRPr>
          </a:p>
          <a:p>
            <a:pPr lvl="0">
              <a:lnSpc>
                <a:spcPct val="150000"/>
              </a:lnSpc>
              <a:defRPr/>
            </a:pPr>
            <a:r>
              <a:rPr lang="zh-CN" altLang="en-US" sz="1400">
                <a:solidFill>
                  <a:srgbClr val="0070C0"/>
                </a:solidFill>
                <a:latin typeface="微软雅黑" panose="020B0503020204020204" pitchFamily="34" charset="-122"/>
                <a:ea typeface="微软雅黑" panose="020B0503020204020204" pitchFamily="34" charset="-122"/>
              </a:rPr>
              <a:t>小储充电时段缩小，为了拉满充电量不得已将在倒挂区充放。</a:t>
            </a:r>
            <a:endParaRPr lang="en-US" altLang="zh-CN" sz="1400">
              <a:solidFill>
                <a:srgbClr val="0070C0"/>
              </a:solidFill>
              <a:latin typeface="微软雅黑" panose="020B0503020204020204" pitchFamily="34" charset="-122"/>
              <a:ea typeface="微软雅黑" panose="020B0503020204020204" pitchFamily="34" charset="-122"/>
            </a:endParaRPr>
          </a:p>
          <a:p>
            <a:pPr marR="0" lvl="0" algn="l" defTabSz="914400" rtl="0" eaLnBrk="1" fontAlgn="auto" latinLnBrk="0" hangingPunct="1">
              <a:lnSpc>
                <a:spcPct val="150000"/>
              </a:lnSpc>
              <a:spcBef>
                <a:spcPts val="0"/>
              </a:spcBef>
              <a:spcAft>
                <a:spcPts val="0"/>
              </a:spcAft>
              <a:buClrTx/>
              <a:buSzTx/>
              <a:tabLst/>
              <a:defRPr/>
            </a:pPr>
            <a:endParaRPr kumimoji="0" lang="zh-CN" altLang="en-US" sz="14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endParaRPr>
          </a:p>
        </p:txBody>
      </p:sp>
      <p:sp>
        <p:nvSpPr>
          <p:cNvPr id="5" name="矩形 4">
            <a:extLst>
              <a:ext uri="{FF2B5EF4-FFF2-40B4-BE49-F238E27FC236}">
                <a16:creationId xmlns:a16="http://schemas.microsoft.com/office/drawing/2014/main" id="{2ED91BE5-2B75-B57B-3F7F-30EA3DA650A9}"/>
              </a:ext>
            </a:extLst>
          </p:cNvPr>
          <p:cNvSpPr/>
          <p:nvPr/>
        </p:nvSpPr>
        <p:spPr>
          <a:xfrm>
            <a:off x="5610224" y="1459952"/>
            <a:ext cx="2562225" cy="3381374"/>
          </a:xfrm>
          <a:prstGeom prst="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5068710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B4AFE51-BDF9-657F-6FFE-5DCD512DAF17}"/>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878CA66E-0A11-E5E5-D394-2AA569F27A06}"/>
              </a:ext>
            </a:extLst>
          </p:cNvPr>
          <p:cNvSpPr/>
          <p:nvPr/>
        </p:nvSpPr>
        <p:spPr>
          <a:xfrm>
            <a:off x="0" y="0"/>
            <a:ext cx="12192000" cy="574177"/>
          </a:xfrm>
          <a:prstGeom prst="rect">
            <a:avLst/>
          </a:prstGeom>
          <a:solidFill>
            <a:srgbClr val="3B3B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DengXian"/>
              <a:ea typeface="DengXian" panose="02010600030101010101" pitchFamily="2" charset="-122"/>
              <a:cs typeface="+mn-cs"/>
            </a:endParaRPr>
          </a:p>
        </p:txBody>
      </p:sp>
      <p:graphicFrame>
        <p:nvGraphicFramePr>
          <p:cNvPr id="13" name="表格 12">
            <a:extLst>
              <a:ext uri="{FF2B5EF4-FFF2-40B4-BE49-F238E27FC236}">
                <a16:creationId xmlns:a16="http://schemas.microsoft.com/office/drawing/2014/main" id="{A599C7DE-2CE8-84C8-2FE2-EBB74B925AA6}"/>
              </a:ext>
            </a:extLst>
          </p:cNvPr>
          <p:cNvGraphicFramePr>
            <a:graphicFrameLocks noGrp="1"/>
          </p:cNvGraphicFramePr>
          <p:nvPr>
            <p:extLst>
              <p:ext uri="{D42A27DB-BD31-4B8C-83A1-F6EECF244321}">
                <p14:modId xmlns:p14="http://schemas.microsoft.com/office/powerpoint/2010/main" val="4050582478"/>
              </p:ext>
            </p:extLst>
          </p:nvPr>
        </p:nvGraphicFramePr>
        <p:xfrm>
          <a:off x="406400" y="3326061"/>
          <a:ext cx="11404604" cy="2754195"/>
        </p:xfrm>
        <a:graphic>
          <a:graphicData uri="http://schemas.openxmlformats.org/drawingml/2006/table">
            <a:tbl>
              <a:tblPr>
                <a:tableStyleId>{5C22544A-7EE6-4342-B048-85BDC9FD1C3A}</a:tableStyleId>
              </a:tblPr>
              <a:tblGrid>
                <a:gridCol w="1011564">
                  <a:extLst>
                    <a:ext uri="{9D8B030D-6E8A-4147-A177-3AD203B41FA5}">
                      <a16:colId xmlns:a16="http://schemas.microsoft.com/office/drawing/2014/main" val="1721940803"/>
                    </a:ext>
                  </a:extLst>
                </a:gridCol>
                <a:gridCol w="742360">
                  <a:extLst>
                    <a:ext uri="{9D8B030D-6E8A-4147-A177-3AD203B41FA5}">
                      <a16:colId xmlns:a16="http://schemas.microsoft.com/office/drawing/2014/main" val="4258324078"/>
                    </a:ext>
                  </a:extLst>
                </a:gridCol>
                <a:gridCol w="742360">
                  <a:extLst>
                    <a:ext uri="{9D8B030D-6E8A-4147-A177-3AD203B41FA5}">
                      <a16:colId xmlns:a16="http://schemas.microsoft.com/office/drawing/2014/main" val="3828977209"/>
                    </a:ext>
                  </a:extLst>
                </a:gridCol>
                <a:gridCol w="742360">
                  <a:extLst>
                    <a:ext uri="{9D8B030D-6E8A-4147-A177-3AD203B41FA5}">
                      <a16:colId xmlns:a16="http://schemas.microsoft.com/office/drawing/2014/main" val="2036805299"/>
                    </a:ext>
                  </a:extLst>
                </a:gridCol>
                <a:gridCol w="742360">
                  <a:extLst>
                    <a:ext uri="{9D8B030D-6E8A-4147-A177-3AD203B41FA5}">
                      <a16:colId xmlns:a16="http://schemas.microsoft.com/office/drawing/2014/main" val="2132748890"/>
                    </a:ext>
                  </a:extLst>
                </a:gridCol>
                <a:gridCol w="742360">
                  <a:extLst>
                    <a:ext uri="{9D8B030D-6E8A-4147-A177-3AD203B41FA5}">
                      <a16:colId xmlns:a16="http://schemas.microsoft.com/office/drawing/2014/main" val="1751858315"/>
                    </a:ext>
                  </a:extLst>
                </a:gridCol>
                <a:gridCol w="742360">
                  <a:extLst>
                    <a:ext uri="{9D8B030D-6E8A-4147-A177-3AD203B41FA5}">
                      <a16:colId xmlns:a16="http://schemas.microsoft.com/office/drawing/2014/main" val="1755610002"/>
                    </a:ext>
                  </a:extLst>
                </a:gridCol>
                <a:gridCol w="742360">
                  <a:extLst>
                    <a:ext uri="{9D8B030D-6E8A-4147-A177-3AD203B41FA5}">
                      <a16:colId xmlns:a16="http://schemas.microsoft.com/office/drawing/2014/main" val="2116292180"/>
                    </a:ext>
                  </a:extLst>
                </a:gridCol>
                <a:gridCol w="742360">
                  <a:extLst>
                    <a:ext uri="{9D8B030D-6E8A-4147-A177-3AD203B41FA5}">
                      <a16:colId xmlns:a16="http://schemas.microsoft.com/office/drawing/2014/main" val="1065057058"/>
                    </a:ext>
                  </a:extLst>
                </a:gridCol>
                <a:gridCol w="742360">
                  <a:extLst>
                    <a:ext uri="{9D8B030D-6E8A-4147-A177-3AD203B41FA5}">
                      <a16:colId xmlns:a16="http://schemas.microsoft.com/office/drawing/2014/main" val="977301136"/>
                    </a:ext>
                  </a:extLst>
                </a:gridCol>
                <a:gridCol w="742360">
                  <a:extLst>
                    <a:ext uri="{9D8B030D-6E8A-4147-A177-3AD203B41FA5}">
                      <a16:colId xmlns:a16="http://schemas.microsoft.com/office/drawing/2014/main" val="2903742316"/>
                    </a:ext>
                  </a:extLst>
                </a:gridCol>
                <a:gridCol w="742360">
                  <a:extLst>
                    <a:ext uri="{9D8B030D-6E8A-4147-A177-3AD203B41FA5}">
                      <a16:colId xmlns:a16="http://schemas.microsoft.com/office/drawing/2014/main" val="11290847"/>
                    </a:ext>
                  </a:extLst>
                </a:gridCol>
                <a:gridCol w="742360">
                  <a:extLst>
                    <a:ext uri="{9D8B030D-6E8A-4147-A177-3AD203B41FA5}">
                      <a16:colId xmlns:a16="http://schemas.microsoft.com/office/drawing/2014/main" val="1605229177"/>
                    </a:ext>
                  </a:extLst>
                </a:gridCol>
                <a:gridCol w="742360">
                  <a:extLst>
                    <a:ext uri="{9D8B030D-6E8A-4147-A177-3AD203B41FA5}">
                      <a16:colId xmlns:a16="http://schemas.microsoft.com/office/drawing/2014/main" val="2599474589"/>
                    </a:ext>
                  </a:extLst>
                </a:gridCol>
                <a:gridCol w="742360">
                  <a:extLst>
                    <a:ext uri="{9D8B030D-6E8A-4147-A177-3AD203B41FA5}">
                      <a16:colId xmlns:a16="http://schemas.microsoft.com/office/drawing/2014/main" val="745457150"/>
                    </a:ext>
                  </a:extLst>
                </a:gridCol>
              </a:tblGrid>
              <a:tr h="490353">
                <a:tc rowSpan="2">
                  <a:txBody>
                    <a:bodyPr/>
                    <a:lstStyle/>
                    <a:p>
                      <a:pPr algn="ctr" fontAlgn="ctr"/>
                      <a:r>
                        <a:rPr lang="zh-CN" altLang="en-US" sz="1400" b="1" u="none" strike="noStrike">
                          <a:solidFill>
                            <a:schemeClr val="bg1"/>
                          </a:solidFill>
                          <a:effectLst/>
                          <a:latin typeface="微软雅黑" panose="020B0503020204020204" pitchFamily="34" charset="-122"/>
                          <a:ea typeface="微软雅黑" panose="020B0503020204020204" pitchFamily="34" charset="-122"/>
                        </a:rPr>
                        <a:t>曲线</a:t>
                      </a:r>
                      <a:endParaRPr lang="zh-CN" altLang="en-US" sz="1400" b="1" i="0" u="none" strike="noStrike">
                        <a:solidFill>
                          <a:schemeClr val="bg1"/>
                        </a:solidFill>
                        <a:effectLst/>
                        <a:latin typeface="微软雅黑" panose="020B0503020204020204" pitchFamily="34" charset="-122"/>
                        <a:ea typeface="微软雅黑" panose="020B0503020204020204" pitchFamily="34" charset="-122"/>
                      </a:endParaRPr>
                    </a:p>
                  </a:txBody>
                  <a:tcPr marL="4686" marR="4686" marT="4686"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1F4E79"/>
                    </a:solidFill>
                  </a:tcPr>
                </a:tc>
                <a:tc gridSpan="2">
                  <a:txBody>
                    <a:bodyPr/>
                    <a:lstStyle/>
                    <a:p>
                      <a:pPr algn="ctr" fontAlgn="ctr"/>
                      <a:r>
                        <a:rPr lang="zh-CN" altLang="en-US" sz="1600" b="1" i="0" u="none" strike="noStrike">
                          <a:solidFill>
                            <a:schemeClr val="bg1"/>
                          </a:solidFill>
                          <a:effectLst/>
                          <a:latin typeface="微软雅黑" panose="020B0503020204020204" pitchFamily="34" charset="-122"/>
                          <a:ea typeface="微软雅黑" panose="020B0503020204020204" pitchFamily="34" charset="-122"/>
                        </a:rPr>
                        <a:t>巴盟（景怡）</a:t>
                      </a:r>
                    </a:p>
                  </a:txBody>
                  <a:tcPr marL="4686" marR="4686" marT="4686"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1F4E79"/>
                    </a:solidFill>
                  </a:tcPr>
                </a:tc>
                <a:tc hMerge="1">
                  <a:txBody>
                    <a:bodyPr/>
                    <a:lstStyle/>
                    <a:p>
                      <a:endParaRPr lang="zh-CN" altLang="en-US"/>
                    </a:p>
                  </a:txBody>
                  <a:tcPr>
                    <a:lnL w="12700" cmpd="sng">
                      <a:noFill/>
                    </a:lnL>
                  </a:tcPr>
                </a:tc>
                <a:tc gridSpan="2">
                  <a:txBody>
                    <a:bodyPr/>
                    <a:lstStyle/>
                    <a:p>
                      <a:pPr algn="ctr" fontAlgn="ctr"/>
                      <a:r>
                        <a:rPr lang="zh-CN" altLang="en-US" sz="1600" b="1" i="0" u="none" strike="noStrike">
                          <a:solidFill>
                            <a:schemeClr val="bg1"/>
                          </a:solidFill>
                          <a:effectLst/>
                          <a:latin typeface="微软雅黑" panose="020B0503020204020204" pitchFamily="34" charset="-122"/>
                          <a:ea typeface="微软雅黑" panose="020B0503020204020204" pitchFamily="34" charset="-122"/>
                        </a:rPr>
                        <a:t>乌拉特</a:t>
                      </a:r>
                    </a:p>
                  </a:txBody>
                  <a:tcPr marL="4686" marR="4686" marT="4686"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1F4E79"/>
                    </a:solidFill>
                  </a:tcPr>
                </a:tc>
                <a:tc hMerge="1">
                  <a:txBody>
                    <a:bodyPr/>
                    <a:lstStyle/>
                    <a:p>
                      <a:endParaRPr lang="zh-CN" altLang="en-US"/>
                    </a:p>
                  </a:txBody>
                  <a:tcPr>
                    <a:lnL w="12700" cmpd="sng">
                      <a:noFill/>
                    </a:lnL>
                  </a:tcPr>
                </a:tc>
                <a:tc gridSpan="2">
                  <a:txBody>
                    <a:bodyPr/>
                    <a:lstStyle/>
                    <a:p>
                      <a:pPr algn="ctr" fontAlgn="ctr"/>
                      <a:r>
                        <a:rPr lang="zh-CN" altLang="en-US" sz="1600" b="1" i="0" u="none" strike="noStrike">
                          <a:solidFill>
                            <a:schemeClr val="bg1"/>
                          </a:solidFill>
                          <a:effectLst/>
                          <a:latin typeface="微软雅黑" panose="020B0503020204020204" pitchFamily="34" charset="-122"/>
                          <a:ea typeface="微软雅黑" panose="020B0503020204020204" pitchFamily="34" charset="-122"/>
                        </a:rPr>
                        <a:t>乌海</a:t>
                      </a:r>
                    </a:p>
                  </a:txBody>
                  <a:tcPr marL="4686" marR="4686" marT="4686"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1F4E79"/>
                    </a:solidFill>
                  </a:tcPr>
                </a:tc>
                <a:tc hMerge="1">
                  <a:txBody>
                    <a:bodyPr/>
                    <a:lstStyle/>
                    <a:p>
                      <a:endParaRPr lang="zh-CN" altLang="en-US"/>
                    </a:p>
                  </a:txBody>
                  <a:tcPr>
                    <a:lnL w="12700" cmpd="sng">
                      <a:noFill/>
                    </a:lnL>
                  </a:tcPr>
                </a:tc>
                <a:tc gridSpan="2">
                  <a:txBody>
                    <a:bodyPr/>
                    <a:lstStyle/>
                    <a:p>
                      <a:pPr algn="ctr" fontAlgn="ctr"/>
                      <a:r>
                        <a:rPr lang="zh-CN" altLang="en-US" sz="1600" b="1" i="0" u="none" strike="noStrike">
                          <a:solidFill>
                            <a:schemeClr val="bg1"/>
                          </a:solidFill>
                          <a:effectLst/>
                          <a:latin typeface="微软雅黑" panose="020B0503020204020204" pitchFamily="34" charset="-122"/>
                          <a:ea typeface="微软雅黑" panose="020B0503020204020204" pitchFamily="34" charset="-122"/>
                        </a:rPr>
                        <a:t>谷山梁（）</a:t>
                      </a:r>
                    </a:p>
                  </a:txBody>
                  <a:tcPr marL="4686" marR="4686" marT="4686"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1F4E79"/>
                    </a:solidFill>
                  </a:tcPr>
                </a:tc>
                <a:tc hMerge="1">
                  <a:txBody>
                    <a:bodyPr/>
                    <a:lstStyle/>
                    <a:p>
                      <a:endParaRPr lang="zh-CN" altLang="en-US"/>
                    </a:p>
                  </a:txBody>
                  <a:tcPr>
                    <a:lnL w="12700" cmpd="sng">
                      <a:noFill/>
                    </a:lnL>
                  </a:tcPr>
                </a:tc>
                <a:tc gridSpan="2">
                  <a:txBody>
                    <a:bodyPr/>
                    <a:lstStyle/>
                    <a:p>
                      <a:pPr algn="ctr" fontAlgn="ctr"/>
                      <a:r>
                        <a:rPr lang="zh-CN" altLang="en-US" sz="1600" b="1" i="0" u="none" strike="noStrike">
                          <a:solidFill>
                            <a:schemeClr val="bg1"/>
                          </a:solidFill>
                          <a:effectLst/>
                          <a:latin typeface="微软雅黑" panose="020B0503020204020204" pitchFamily="34" charset="-122"/>
                          <a:ea typeface="微软雅黑" panose="020B0503020204020204" pitchFamily="34" charset="-122"/>
                        </a:rPr>
                        <a:t>杭锦旗</a:t>
                      </a:r>
                    </a:p>
                  </a:txBody>
                  <a:tcPr marL="4686" marR="4686" marT="4686"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solidFill>
                      <a:srgbClr val="1F4E79"/>
                    </a:solidFill>
                  </a:tcPr>
                </a:tc>
                <a:tc hMerge="1">
                  <a:txBody>
                    <a:bodyPr/>
                    <a:lstStyle/>
                    <a:p>
                      <a:endParaRPr lang="zh-CN" alt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solidFill>
                      <a:srgbClr val="1F4E79"/>
                    </a:solidFill>
                  </a:tcPr>
                </a:tc>
                <a:tc gridSpan="2">
                  <a:txBody>
                    <a:bodyPr/>
                    <a:lstStyle/>
                    <a:p>
                      <a:pPr algn="ctr" fontAlgn="ctr"/>
                      <a:r>
                        <a:rPr lang="zh-CN" altLang="en-US" sz="1600" b="1" i="0" u="none" strike="noStrike">
                          <a:solidFill>
                            <a:schemeClr val="bg1"/>
                          </a:solidFill>
                          <a:effectLst/>
                          <a:latin typeface="微软雅黑" panose="020B0503020204020204" pitchFamily="34" charset="-122"/>
                          <a:ea typeface="微软雅黑" panose="020B0503020204020204" pitchFamily="34" charset="-122"/>
                        </a:rPr>
                        <a:t>苏右</a:t>
                      </a:r>
                    </a:p>
                  </a:txBody>
                  <a:tcPr marL="4686" marR="4686" marT="4686"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solidFill>
                      <a:srgbClr val="1F4E79"/>
                    </a:solidFill>
                  </a:tcPr>
                </a:tc>
                <a:tc hMerge="1">
                  <a:txBody>
                    <a:bodyPr/>
                    <a:lstStyle/>
                    <a:p>
                      <a:endParaRPr lang="zh-CN" alt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solidFill>
                      <a:srgbClr val="1F4E79"/>
                    </a:solidFill>
                  </a:tcPr>
                </a:tc>
                <a:tc gridSpan="2">
                  <a:txBody>
                    <a:bodyPr/>
                    <a:lstStyle/>
                    <a:p>
                      <a:pPr algn="ctr" fontAlgn="ctr"/>
                      <a:r>
                        <a:rPr lang="zh-CN" altLang="en-US" sz="1600" b="1" i="0" u="none" strike="noStrike">
                          <a:solidFill>
                            <a:schemeClr val="bg1"/>
                          </a:solidFill>
                          <a:effectLst/>
                          <a:latin typeface="微软雅黑" panose="020B0503020204020204" pitchFamily="34" charset="-122"/>
                          <a:ea typeface="微软雅黑" panose="020B0503020204020204" pitchFamily="34" charset="-122"/>
                        </a:rPr>
                        <a:t>四子王</a:t>
                      </a:r>
                    </a:p>
                  </a:txBody>
                  <a:tcPr marL="4686" marR="4686" marT="4686"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solidFill>
                      <a:srgbClr val="1F4E79"/>
                    </a:solidFill>
                  </a:tcPr>
                </a:tc>
                <a:tc hMerge="1">
                  <a:txBody>
                    <a:bodyPr/>
                    <a:lstStyle/>
                    <a:p>
                      <a:pPr algn="ctr" fontAlgn="ctr"/>
                      <a:endParaRPr lang="zh-CN" altLang="en-US" sz="1600" b="1" i="0" u="none" strike="noStrike">
                        <a:solidFill>
                          <a:schemeClr val="bg1"/>
                        </a:solidFill>
                        <a:effectLst/>
                        <a:latin typeface="微软雅黑" panose="020B0503020204020204" pitchFamily="34" charset="-122"/>
                        <a:ea typeface="微软雅黑" panose="020B0503020204020204" pitchFamily="34" charset="-122"/>
                      </a:endParaRPr>
                    </a:p>
                  </a:txBody>
                  <a:tcPr marL="4686" marR="4686" marT="4686"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solidFill>
                      <a:srgbClr val="1F4E79"/>
                    </a:solidFill>
                  </a:tcPr>
                </a:tc>
                <a:extLst>
                  <a:ext uri="{0D108BD9-81ED-4DB2-BD59-A6C34878D82A}">
                    <a16:rowId xmlns:a16="http://schemas.microsoft.com/office/drawing/2014/main" val="2880778415"/>
                  </a:ext>
                </a:extLst>
              </a:tr>
              <a:tr h="469350">
                <a:tc vMerge="1">
                  <a:txBody>
                    <a:bodyPr/>
                    <a:lstStyle/>
                    <a:p>
                      <a:endParaRPr lang="zh-CN" altLang="en-US"/>
                    </a:p>
                  </a:txBody>
                  <a:tcPr/>
                </a:tc>
                <a:tc>
                  <a:txBody>
                    <a:bodyPr/>
                    <a:lstStyle/>
                    <a:p>
                      <a:pPr algn="ctr" fontAlgn="ctr"/>
                      <a:r>
                        <a:rPr lang="zh-CN" altLang="en-US" sz="1000" u="none" strike="noStrike">
                          <a:solidFill>
                            <a:schemeClr val="bg1"/>
                          </a:solidFill>
                          <a:effectLst/>
                          <a:latin typeface="微软雅黑" panose="020B0503020204020204" pitchFamily="34" charset="-122"/>
                          <a:ea typeface="微软雅黑" panose="020B0503020204020204" pitchFamily="34" charset="-122"/>
                        </a:rPr>
                        <a:t>收益</a:t>
                      </a:r>
                      <a:r>
                        <a:rPr lang="en-US" altLang="zh-CN" sz="1000" u="none" strike="noStrike">
                          <a:solidFill>
                            <a:schemeClr val="bg1"/>
                          </a:solidFill>
                          <a:effectLst/>
                          <a:latin typeface="微软雅黑" panose="020B0503020204020204" pitchFamily="34" charset="-122"/>
                          <a:ea typeface="微软雅黑" panose="020B0503020204020204" pitchFamily="34" charset="-122"/>
                        </a:rPr>
                        <a:t>/</a:t>
                      </a:r>
                      <a:r>
                        <a:rPr lang="zh-CN" altLang="en-US" sz="1000" u="none" strike="noStrike">
                          <a:solidFill>
                            <a:schemeClr val="bg1"/>
                          </a:solidFill>
                          <a:effectLst/>
                          <a:latin typeface="微软雅黑" panose="020B0503020204020204" pitchFamily="34" charset="-122"/>
                          <a:ea typeface="微软雅黑" panose="020B0503020204020204" pitchFamily="34" charset="-122"/>
                        </a:rPr>
                        <a:t>比例</a:t>
                      </a:r>
                      <a:endParaRPr lang="en-US" altLang="zh-CN" sz="1000" u="none" strike="noStrike">
                        <a:solidFill>
                          <a:schemeClr val="bg1"/>
                        </a:solidFill>
                        <a:effectLst/>
                        <a:latin typeface="微软雅黑" panose="020B0503020204020204" pitchFamily="34" charset="-122"/>
                        <a:ea typeface="微软雅黑" panose="020B0503020204020204" pitchFamily="34" charset="-122"/>
                      </a:endParaRPr>
                    </a:p>
                  </a:txBody>
                  <a:tcPr marL="4686" marR="4686" marT="4686"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2E75B6"/>
                    </a:solidFill>
                  </a:tcPr>
                </a:tc>
                <a:tc>
                  <a:txBody>
                    <a:bodyPr/>
                    <a:lstStyle/>
                    <a:p>
                      <a:pPr algn="ctr" fontAlgn="ctr"/>
                      <a:r>
                        <a:rPr lang="zh-CN" altLang="en-US" sz="1000" u="none" strike="noStrike">
                          <a:solidFill>
                            <a:schemeClr val="bg1"/>
                          </a:solidFill>
                          <a:effectLst/>
                          <a:latin typeface="微软雅黑" panose="020B0503020204020204" pitchFamily="34" charset="-122"/>
                          <a:ea typeface="微软雅黑" panose="020B0503020204020204" pitchFamily="34" charset="-122"/>
                        </a:rPr>
                        <a:t>放电量</a:t>
                      </a:r>
                      <a:r>
                        <a:rPr lang="en-US" altLang="zh-CN" sz="1000" u="none" strike="noStrike">
                          <a:solidFill>
                            <a:schemeClr val="bg1"/>
                          </a:solidFill>
                          <a:effectLst/>
                          <a:latin typeface="微软雅黑" panose="020B0503020204020204" pitchFamily="34" charset="-122"/>
                          <a:ea typeface="微软雅黑" panose="020B0503020204020204" pitchFamily="34" charset="-122"/>
                        </a:rPr>
                        <a:t>(</a:t>
                      </a:r>
                      <a:r>
                        <a:rPr lang="en-US" sz="1000" u="none" strike="noStrike">
                          <a:solidFill>
                            <a:schemeClr val="bg1"/>
                          </a:solidFill>
                          <a:effectLst/>
                          <a:latin typeface="微软雅黑" panose="020B0503020204020204" pitchFamily="34" charset="-122"/>
                          <a:ea typeface="微软雅黑" panose="020B0503020204020204" pitchFamily="34" charset="-122"/>
                        </a:rPr>
                        <a:t>MWh)</a:t>
                      </a:r>
                      <a:endParaRPr lang="en-US" sz="1000" b="1" i="0" u="none" strike="noStrike">
                        <a:solidFill>
                          <a:schemeClr val="bg1"/>
                        </a:solidFill>
                        <a:effectLst/>
                        <a:latin typeface="微软雅黑" panose="020B0503020204020204" pitchFamily="34" charset="-122"/>
                        <a:ea typeface="微软雅黑" panose="020B0503020204020204" pitchFamily="34" charset="-122"/>
                      </a:endParaRPr>
                    </a:p>
                  </a:txBody>
                  <a:tcPr marL="4686" marR="4686" marT="4686"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bg2">
                          <a:lumMod val="75000"/>
                        </a:schemeClr>
                      </a:solidFill>
                      <a:prstDash val="solid"/>
                      <a:round/>
                      <a:headEnd type="none" w="med" len="med"/>
                      <a:tailEnd type="none" w="med" len="med"/>
                    </a:lnB>
                    <a:solidFill>
                      <a:srgbClr val="2E75B6"/>
                    </a:solidFill>
                  </a:tcPr>
                </a:tc>
                <a:tc>
                  <a:txBody>
                    <a:bodyPr/>
                    <a:lstStyle/>
                    <a:p>
                      <a:pPr algn="ctr" fontAlgn="ctr"/>
                      <a:r>
                        <a:rPr lang="zh-CN" altLang="en-US" sz="1000" u="none" strike="noStrike">
                          <a:solidFill>
                            <a:schemeClr val="bg1"/>
                          </a:solidFill>
                          <a:effectLst/>
                          <a:latin typeface="微软雅黑" panose="020B0503020204020204" pitchFamily="34" charset="-122"/>
                          <a:ea typeface="微软雅黑" panose="020B0503020204020204" pitchFamily="34" charset="-122"/>
                        </a:rPr>
                        <a:t>收益</a:t>
                      </a:r>
                      <a:endParaRPr lang="en-US" altLang="zh-CN" sz="1000" u="none" strike="noStrike">
                        <a:solidFill>
                          <a:schemeClr val="bg1"/>
                        </a:solidFill>
                        <a:effectLst/>
                        <a:latin typeface="微软雅黑" panose="020B0503020204020204" pitchFamily="34" charset="-122"/>
                        <a:ea typeface="微软雅黑" panose="020B0503020204020204" pitchFamily="34" charset="-122"/>
                      </a:endParaRPr>
                    </a:p>
                    <a:p>
                      <a:pPr algn="ctr" fontAlgn="ctr"/>
                      <a:r>
                        <a:rPr lang="en-US" altLang="zh-CN" sz="1000" u="none" strike="noStrike">
                          <a:solidFill>
                            <a:schemeClr val="bg1"/>
                          </a:solidFill>
                          <a:effectLst/>
                          <a:latin typeface="微软雅黑" panose="020B0503020204020204" pitchFamily="34" charset="-122"/>
                          <a:ea typeface="微软雅黑" panose="020B0503020204020204" pitchFamily="34" charset="-122"/>
                        </a:rPr>
                        <a:t>(</a:t>
                      </a:r>
                      <a:r>
                        <a:rPr lang="zh-CN" altLang="en-US" sz="1000" u="none" strike="noStrike">
                          <a:solidFill>
                            <a:schemeClr val="bg1"/>
                          </a:solidFill>
                          <a:effectLst/>
                          <a:latin typeface="微软雅黑" panose="020B0503020204020204" pitchFamily="34" charset="-122"/>
                          <a:ea typeface="微软雅黑" panose="020B0503020204020204" pitchFamily="34" charset="-122"/>
                        </a:rPr>
                        <a:t>万元</a:t>
                      </a:r>
                      <a:r>
                        <a:rPr lang="en-US" altLang="zh-CN" sz="1000" u="none" strike="noStrike">
                          <a:solidFill>
                            <a:schemeClr val="bg1"/>
                          </a:solidFill>
                          <a:effectLst/>
                          <a:latin typeface="微软雅黑" panose="020B0503020204020204" pitchFamily="34" charset="-122"/>
                          <a:ea typeface="微软雅黑" panose="020B0503020204020204" pitchFamily="34" charset="-122"/>
                        </a:rPr>
                        <a:t>)</a:t>
                      </a:r>
                      <a:endParaRPr lang="en-US" altLang="zh-CN" sz="1000" b="1" i="0" u="none" strike="noStrike">
                        <a:solidFill>
                          <a:schemeClr val="bg1"/>
                        </a:solidFill>
                        <a:effectLst/>
                        <a:latin typeface="微软雅黑" panose="020B0503020204020204" pitchFamily="34" charset="-122"/>
                        <a:ea typeface="微软雅黑" panose="020B0503020204020204" pitchFamily="34" charset="-122"/>
                      </a:endParaRPr>
                    </a:p>
                  </a:txBody>
                  <a:tcPr marL="4686" marR="4686" marT="4686"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2E75B6"/>
                    </a:solidFill>
                  </a:tcPr>
                </a:tc>
                <a:tc>
                  <a:txBody>
                    <a:bodyPr/>
                    <a:lstStyle/>
                    <a:p>
                      <a:pPr algn="ctr" fontAlgn="ctr"/>
                      <a:r>
                        <a:rPr lang="zh-CN" altLang="en-US" sz="1000" u="none" strike="noStrike">
                          <a:solidFill>
                            <a:schemeClr val="bg1"/>
                          </a:solidFill>
                          <a:effectLst/>
                          <a:latin typeface="微软雅黑" panose="020B0503020204020204" pitchFamily="34" charset="-122"/>
                          <a:ea typeface="微软雅黑" panose="020B0503020204020204" pitchFamily="34" charset="-122"/>
                        </a:rPr>
                        <a:t>放电量</a:t>
                      </a:r>
                      <a:r>
                        <a:rPr lang="en-US" altLang="zh-CN" sz="1000" u="none" strike="noStrike">
                          <a:solidFill>
                            <a:schemeClr val="bg1"/>
                          </a:solidFill>
                          <a:effectLst/>
                          <a:latin typeface="微软雅黑" panose="020B0503020204020204" pitchFamily="34" charset="-122"/>
                          <a:ea typeface="微软雅黑" panose="020B0503020204020204" pitchFamily="34" charset="-122"/>
                        </a:rPr>
                        <a:t>(</a:t>
                      </a:r>
                      <a:r>
                        <a:rPr lang="en-US" sz="1000" u="none" strike="noStrike">
                          <a:solidFill>
                            <a:schemeClr val="bg1"/>
                          </a:solidFill>
                          <a:effectLst/>
                          <a:latin typeface="微软雅黑" panose="020B0503020204020204" pitchFamily="34" charset="-122"/>
                          <a:ea typeface="微软雅黑" panose="020B0503020204020204" pitchFamily="34" charset="-122"/>
                        </a:rPr>
                        <a:t>MWh)</a:t>
                      </a:r>
                      <a:endParaRPr lang="en-US" sz="1000" b="1" i="0" u="none" strike="noStrike">
                        <a:solidFill>
                          <a:schemeClr val="bg1"/>
                        </a:solidFill>
                        <a:effectLst/>
                        <a:latin typeface="微软雅黑" panose="020B0503020204020204" pitchFamily="34" charset="-122"/>
                        <a:ea typeface="微软雅黑" panose="020B0503020204020204" pitchFamily="34" charset="-122"/>
                      </a:endParaRPr>
                    </a:p>
                  </a:txBody>
                  <a:tcPr marL="4686" marR="4686" marT="4686"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bg2">
                          <a:lumMod val="75000"/>
                        </a:schemeClr>
                      </a:solidFill>
                      <a:prstDash val="solid"/>
                      <a:round/>
                      <a:headEnd type="none" w="med" len="med"/>
                      <a:tailEnd type="none" w="med" len="med"/>
                    </a:lnB>
                    <a:solidFill>
                      <a:srgbClr val="2E75B6"/>
                    </a:solidFill>
                  </a:tcPr>
                </a:tc>
                <a:tc>
                  <a:txBody>
                    <a:bodyPr/>
                    <a:lstStyle/>
                    <a:p>
                      <a:pPr algn="ctr" fontAlgn="ctr"/>
                      <a:r>
                        <a:rPr lang="zh-CN" altLang="en-US" sz="1000" u="none" strike="noStrike">
                          <a:solidFill>
                            <a:schemeClr val="bg1"/>
                          </a:solidFill>
                          <a:effectLst/>
                          <a:latin typeface="微软雅黑" panose="020B0503020204020204" pitchFamily="34" charset="-122"/>
                          <a:ea typeface="微软雅黑" panose="020B0503020204020204" pitchFamily="34" charset="-122"/>
                        </a:rPr>
                        <a:t>收益</a:t>
                      </a:r>
                      <a:endParaRPr lang="en-US" altLang="zh-CN" sz="1000" u="none" strike="noStrike">
                        <a:solidFill>
                          <a:schemeClr val="bg1"/>
                        </a:solidFill>
                        <a:effectLst/>
                        <a:latin typeface="微软雅黑" panose="020B0503020204020204" pitchFamily="34" charset="-122"/>
                        <a:ea typeface="微软雅黑" panose="020B0503020204020204" pitchFamily="34" charset="-122"/>
                      </a:endParaRPr>
                    </a:p>
                    <a:p>
                      <a:pPr algn="ctr" fontAlgn="ctr"/>
                      <a:r>
                        <a:rPr lang="en-US" altLang="zh-CN" sz="1000" u="none" strike="noStrike">
                          <a:solidFill>
                            <a:schemeClr val="bg1"/>
                          </a:solidFill>
                          <a:effectLst/>
                          <a:latin typeface="微软雅黑" panose="020B0503020204020204" pitchFamily="34" charset="-122"/>
                          <a:ea typeface="微软雅黑" panose="020B0503020204020204" pitchFamily="34" charset="-122"/>
                        </a:rPr>
                        <a:t>(</a:t>
                      </a:r>
                      <a:r>
                        <a:rPr lang="zh-CN" altLang="en-US" sz="1000" u="none" strike="noStrike">
                          <a:solidFill>
                            <a:schemeClr val="bg1"/>
                          </a:solidFill>
                          <a:effectLst/>
                          <a:latin typeface="微软雅黑" panose="020B0503020204020204" pitchFamily="34" charset="-122"/>
                          <a:ea typeface="微软雅黑" panose="020B0503020204020204" pitchFamily="34" charset="-122"/>
                        </a:rPr>
                        <a:t>万元</a:t>
                      </a:r>
                      <a:r>
                        <a:rPr lang="en-US" altLang="zh-CN" sz="1000" u="none" strike="noStrike">
                          <a:solidFill>
                            <a:schemeClr val="bg1"/>
                          </a:solidFill>
                          <a:effectLst/>
                          <a:latin typeface="微软雅黑" panose="020B0503020204020204" pitchFamily="34" charset="-122"/>
                          <a:ea typeface="微软雅黑" panose="020B0503020204020204" pitchFamily="34" charset="-122"/>
                        </a:rPr>
                        <a:t>)</a:t>
                      </a:r>
                      <a:endParaRPr lang="en-US" altLang="zh-CN" sz="1000" b="1" i="0" u="none" strike="noStrike">
                        <a:solidFill>
                          <a:schemeClr val="bg1"/>
                        </a:solidFill>
                        <a:effectLst/>
                        <a:latin typeface="微软雅黑" panose="020B0503020204020204" pitchFamily="34" charset="-122"/>
                        <a:ea typeface="微软雅黑" panose="020B0503020204020204" pitchFamily="34" charset="-122"/>
                      </a:endParaRPr>
                    </a:p>
                  </a:txBody>
                  <a:tcPr marL="4686" marR="4686" marT="4686"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2E75B6"/>
                    </a:solidFill>
                  </a:tcPr>
                </a:tc>
                <a:tc>
                  <a:txBody>
                    <a:bodyPr/>
                    <a:lstStyle/>
                    <a:p>
                      <a:pPr algn="ctr" fontAlgn="ctr"/>
                      <a:r>
                        <a:rPr lang="zh-CN" altLang="en-US" sz="1000" u="none" strike="noStrike">
                          <a:solidFill>
                            <a:schemeClr val="bg1"/>
                          </a:solidFill>
                          <a:effectLst/>
                          <a:latin typeface="微软雅黑" panose="020B0503020204020204" pitchFamily="34" charset="-122"/>
                          <a:ea typeface="微软雅黑" panose="020B0503020204020204" pitchFamily="34" charset="-122"/>
                        </a:rPr>
                        <a:t>放电量</a:t>
                      </a:r>
                      <a:r>
                        <a:rPr lang="en-US" altLang="zh-CN" sz="1000" u="none" strike="noStrike">
                          <a:solidFill>
                            <a:schemeClr val="bg1"/>
                          </a:solidFill>
                          <a:effectLst/>
                          <a:latin typeface="微软雅黑" panose="020B0503020204020204" pitchFamily="34" charset="-122"/>
                          <a:ea typeface="微软雅黑" panose="020B0503020204020204" pitchFamily="34" charset="-122"/>
                        </a:rPr>
                        <a:t>(</a:t>
                      </a:r>
                      <a:r>
                        <a:rPr lang="en-US" sz="1000" u="none" strike="noStrike">
                          <a:solidFill>
                            <a:schemeClr val="bg1"/>
                          </a:solidFill>
                          <a:effectLst/>
                          <a:latin typeface="微软雅黑" panose="020B0503020204020204" pitchFamily="34" charset="-122"/>
                          <a:ea typeface="微软雅黑" panose="020B0503020204020204" pitchFamily="34" charset="-122"/>
                        </a:rPr>
                        <a:t>MWh)</a:t>
                      </a:r>
                      <a:endParaRPr lang="en-US" sz="1000" b="1" i="0" u="none" strike="noStrike">
                        <a:solidFill>
                          <a:schemeClr val="bg1"/>
                        </a:solidFill>
                        <a:effectLst/>
                        <a:latin typeface="微软雅黑" panose="020B0503020204020204" pitchFamily="34" charset="-122"/>
                        <a:ea typeface="微软雅黑" panose="020B0503020204020204" pitchFamily="34" charset="-122"/>
                      </a:endParaRPr>
                    </a:p>
                  </a:txBody>
                  <a:tcPr marL="4686" marR="4686" marT="4686"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bg2">
                          <a:lumMod val="75000"/>
                        </a:schemeClr>
                      </a:solidFill>
                      <a:prstDash val="solid"/>
                      <a:round/>
                      <a:headEnd type="none" w="med" len="med"/>
                      <a:tailEnd type="none" w="med" len="med"/>
                    </a:lnB>
                    <a:solidFill>
                      <a:srgbClr val="2E75B6"/>
                    </a:solidFill>
                  </a:tcPr>
                </a:tc>
                <a:tc>
                  <a:txBody>
                    <a:bodyPr/>
                    <a:lstStyle/>
                    <a:p>
                      <a:pPr algn="ctr" fontAlgn="ctr"/>
                      <a:r>
                        <a:rPr lang="zh-CN" altLang="en-US" sz="1000" u="none" strike="noStrike">
                          <a:solidFill>
                            <a:schemeClr val="bg1"/>
                          </a:solidFill>
                          <a:effectLst/>
                          <a:latin typeface="微软雅黑" panose="020B0503020204020204" pitchFamily="34" charset="-122"/>
                          <a:ea typeface="微软雅黑" panose="020B0503020204020204" pitchFamily="34" charset="-122"/>
                        </a:rPr>
                        <a:t>收益</a:t>
                      </a:r>
                      <a:endParaRPr lang="en-US" altLang="zh-CN" sz="1000" u="none" strike="noStrike">
                        <a:solidFill>
                          <a:schemeClr val="bg1"/>
                        </a:solidFill>
                        <a:effectLst/>
                        <a:latin typeface="微软雅黑" panose="020B0503020204020204" pitchFamily="34" charset="-122"/>
                        <a:ea typeface="微软雅黑" panose="020B0503020204020204" pitchFamily="34" charset="-122"/>
                      </a:endParaRPr>
                    </a:p>
                    <a:p>
                      <a:pPr algn="ctr" fontAlgn="ctr"/>
                      <a:r>
                        <a:rPr lang="en-US" altLang="zh-CN" sz="1000" u="none" strike="noStrike">
                          <a:solidFill>
                            <a:schemeClr val="bg1"/>
                          </a:solidFill>
                          <a:effectLst/>
                          <a:latin typeface="微软雅黑" panose="020B0503020204020204" pitchFamily="34" charset="-122"/>
                          <a:ea typeface="微软雅黑" panose="020B0503020204020204" pitchFamily="34" charset="-122"/>
                        </a:rPr>
                        <a:t>(</a:t>
                      </a:r>
                      <a:r>
                        <a:rPr lang="zh-CN" altLang="en-US" sz="1000" u="none" strike="noStrike">
                          <a:solidFill>
                            <a:schemeClr val="bg1"/>
                          </a:solidFill>
                          <a:effectLst/>
                          <a:latin typeface="微软雅黑" panose="020B0503020204020204" pitchFamily="34" charset="-122"/>
                          <a:ea typeface="微软雅黑" panose="020B0503020204020204" pitchFamily="34" charset="-122"/>
                        </a:rPr>
                        <a:t>万元</a:t>
                      </a:r>
                      <a:r>
                        <a:rPr lang="en-US" altLang="zh-CN" sz="1000" u="none" strike="noStrike">
                          <a:solidFill>
                            <a:schemeClr val="bg1"/>
                          </a:solidFill>
                          <a:effectLst/>
                          <a:latin typeface="微软雅黑" panose="020B0503020204020204" pitchFamily="34" charset="-122"/>
                          <a:ea typeface="微软雅黑" panose="020B0503020204020204" pitchFamily="34" charset="-122"/>
                        </a:rPr>
                        <a:t>)</a:t>
                      </a:r>
                      <a:endParaRPr lang="en-US" altLang="zh-CN" sz="1000" b="1" i="0" u="none" strike="noStrike">
                        <a:solidFill>
                          <a:schemeClr val="bg1"/>
                        </a:solidFill>
                        <a:effectLst/>
                        <a:latin typeface="微软雅黑" panose="020B0503020204020204" pitchFamily="34" charset="-122"/>
                        <a:ea typeface="微软雅黑" panose="020B0503020204020204" pitchFamily="34" charset="-122"/>
                      </a:endParaRPr>
                    </a:p>
                  </a:txBody>
                  <a:tcPr marL="4686" marR="4686" marT="4686"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2E75B6"/>
                    </a:solidFill>
                  </a:tcPr>
                </a:tc>
                <a:tc>
                  <a:txBody>
                    <a:bodyPr/>
                    <a:lstStyle/>
                    <a:p>
                      <a:pPr algn="ctr" fontAlgn="ctr"/>
                      <a:r>
                        <a:rPr lang="zh-CN" altLang="en-US" sz="1000" u="none" strike="noStrike">
                          <a:solidFill>
                            <a:schemeClr val="bg1"/>
                          </a:solidFill>
                          <a:effectLst/>
                          <a:latin typeface="微软雅黑" panose="020B0503020204020204" pitchFamily="34" charset="-122"/>
                          <a:ea typeface="微软雅黑" panose="020B0503020204020204" pitchFamily="34" charset="-122"/>
                        </a:rPr>
                        <a:t>放电量</a:t>
                      </a:r>
                      <a:r>
                        <a:rPr lang="en-US" altLang="zh-CN" sz="1000" u="none" strike="noStrike">
                          <a:solidFill>
                            <a:schemeClr val="bg1"/>
                          </a:solidFill>
                          <a:effectLst/>
                          <a:latin typeface="微软雅黑" panose="020B0503020204020204" pitchFamily="34" charset="-122"/>
                          <a:ea typeface="微软雅黑" panose="020B0503020204020204" pitchFamily="34" charset="-122"/>
                        </a:rPr>
                        <a:t>(</a:t>
                      </a:r>
                      <a:r>
                        <a:rPr lang="en-US" sz="1000" u="none" strike="noStrike">
                          <a:solidFill>
                            <a:schemeClr val="bg1"/>
                          </a:solidFill>
                          <a:effectLst/>
                          <a:latin typeface="微软雅黑" panose="020B0503020204020204" pitchFamily="34" charset="-122"/>
                          <a:ea typeface="微软雅黑" panose="020B0503020204020204" pitchFamily="34" charset="-122"/>
                        </a:rPr>
                        <a:t>MWh)</a:t>
                      </a:r>
                      <a:endParaRPr lang="en-US" sz="1000" b="1" i="0" u="none" strike="noStrike">
                        <a:solidFill>
                          <a:schemeClr val="bg1"/>
                        </a:solidFill>
                        <a:effectLst/>
                        <a:latin typeface="微软雅黑" panose="020B0503020204020204" pitchFamily="34" charset="-122"/>
                        <a:ea typeface="微软雅黑" panose="020B0503020204020204" pitchFamily="34" charset="-122"/>
                      </a:endParaRPr>
                    </a:p>
                  </a:txBody>
                  <a:tcPr marL="4686" marR="4686" marT="4686"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bg2">
                          <a:lumMod val="75000"/>
                        </a:schemeClr>
                      </a:solidFill>
                      <a:prstDash val="solid"/>
                      <a:round/>
                      <a:headEnd type="none" w="med" len="med"/>
                      <a:tailEnd type="none" w="med" len="med"/>
                    </a:lnB>
                    <a:solidFill>
                      <a:srgbClr val="2E75B6"/>
                    </a:solidFill>
                  </a:tcPr>
                </a:tc>
                <a:tc>
                  <a:txBody>
                    <a:bodyPr/>
                    <a:lstStyle/>
                    <a:p>
                      <a:pPr algn="ctr" fontAlgn="ctr"/>
                      <a:r>
                        <a:rPr lang="zh-CN" altLang="en-US" sz="1000" u="none" strike="noStrike">
                          <a:solidFill>
                            <a:schemeClr val="bg1"/>
                          </a:solidFill>
                          <a:effectLst/>
                          <a:latin typeface="微软雅黑" panose="020B0503020204020204" pitchFamily="34" charset="-122"/>
                          <a:ea typeface="微软雅黑" panose="020B0503020204020204" pitchFamily="34" charset="-122"/>
                        </a:rPr>
                        <a:t>收益</a:t>
                      </a:r>
                      <a:endParaRPr lang="en-US" altLang="zh-CN" sz="1000" u="none" strike="noStrike">
                        <a:solidFill>
                          <a:schemeClr val="bg1"/>
                        </a:solidFill>
                        <a:effectLst/>
                        <a:latin typeface="微软雅黑" panose="020B0503020204020204" pitchFamily="34" charset="-122"/>
                        <a:ea typeface="微软雅黑" panose="020B0503020204020204" pitchFamily="34" charset="-122"/>
                      </a:endParaRPr>
                    </a:p>
                    <a:p>
                      <a:pPr algn="ctr" fontAlgn="ctr"/>
                      <a:r>
                        <a:rPr lang="en-US" altLang="zh-CN" sz="1000" u="none" strike="noStrike">
                          <a:solidFill>
                            <a:schemeClr val="bg1"/>
                          </a:solidFill>
                          <a:effectLst/>
                          <a:latin typeface="微软雅黑" panose="020B0503020204020204" pitchFamily="34" charset="-122"/>
                          <a:ea typeface="微软雅黑" panose="020B0503020204020204" pitchFamily="34" charset="-122"/>
                        </a:rPr>
                        <a:t>(</a:t>
                      </a:r>
                      <a:r>
                        <a:rPr lang="zh-CN" altLang="en-US" sz="1000" u="none" strike="noStrike">
                          <a:solidFill>
                            <a:schemeClr val="bg1"/>
                          </a:solidFill>
                          <a:effectLst/>
                          <a:latin typeface="微软雅黑" panose="020B0503020204020204" pitchFamily="34" charset="-122"/>
                          <a:ea typeface="微软雅黑" panose="020B0503020204020204" pitchFamily="34" charset="-122"/>
                        </a:rPr>
                        <a:t>万元</a:t>
                      </a:r>
                      <a:r>
                        <a:rPr lang="en-US" altLang="zh-CN" sz="1000" u="none" strike="noStrike">
                          <a:solidFill>
                            <a:schemeClr val="bg1"/>
                          </a:solidFill>
                          <a:effectLst/>
                          <a:latin typeface="微软雅黑" panose="020B0503020204020204" pitchFamily="34" charset="-122"/>
                          <a:ea typeface="微软雅黑" panose="020B0503020204020204" pitchFamily="34" charset="-122"/>
                        </a:rPr>
                        <a:t>)</a:t>
                      </a:r>
                      <a:endParaRPr lang="en-US" altLang="zh-CN" sz="1000" b="1" i="0" u="none" strike="noStrike">
                        <a:solidFill>
                          <a:schemeClr val="bg1"/>
                        </a:solidFill>
                        <a:effectLst/>
                        <a:latin typeface="微软雅黑" panose="020B0503020204020204" pitchFamily="34" charset="-122"/>
                        <a:ea typeface="微软雅黑" panose="020B0503020204020204" pitchFamily="34" charset="-122"/>
                      </a:endParaRPr>
                    </a:p>
                  </a:txBody>
                  <a:tcPr marL="4686" marR="4686" marT="4686"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bg2">
                          <a:lumMod val="75000"/>
                        </a:schemeClr>
                      </a:solidFill>
                      <a:prstDash val="solid"/>
                      <a:round/>
                      <a:headEnd type="none" w="med" len="med"/>
                      <a:tailEnd type="none" w="med" len="med"/>
                    </a:lnB>
                    <a:solidFill>
                      <a:srgbClr val="2E75B6"/>
                    </a:solidFill>
                  </a:tcPr>
                </a:tc>
                <a:tc>
                  <a:txBody>
                    <a:bodyPr/>
                    <a:lstStyle/>
                    <a:p>
                      <a:pPr algn="ctr" fontAlgn="ctr"/>
                      <a:r>
                        <a:rPr lang="zh-CN" altLang="en-US" sz="1000" u="none" strike="noStrike">
                          <a:solidFill>
                            <a:schemeClr val="bg1"/>
                          </a:solidFill>
                          <a:effectLst/>
                          <a:latin typeface="微软雅黑" panose="020B0503020204020204" pitchFamily="34" charset="-122"/>
                          <a:ea typeface="微软雅黑" panose="020B0503020204020204" pitchFamily="34" charset="-122"/>
                        </a:rPr>
                        <a:t>放电量</a:t>
                      </a:r>
                      <a:r>
                        <a:rPr lang="en-US" altLang="zh-CN" sz="1000" u="none" strike="noStrike">
                          <a:solidFill>
                            <a:schemeClr val="bg1"/>
                          </a:solidFill>
                          <a:effectLst/>
                          <a:latin typeface="微软雅黑" panose="020B0503020204020204" pitchFamily="34" charset="-122"/>
                          <a:ea typeface="微软雅黑" panose="020B0503020204020204" pitchFamily="34" charset="-122"/>
                        </a:rPr>
                        <a:t>(</a:t>
                      </a:r>
                      <a:r>
                        <a:rPr lang="en-US" sz="1000" u="none" strike="noStrike">
                          <a:solidFill>
                            <a:schemeClr val="bg1"/>
                          </a:solidFill>
                          <a:effectLst/>
                          <a:latin typeface="微软雅黑" panose="020B0503020204020204" pitchFamily="34" charset="-122"/>
                          <a:ea typeface="微软雅黑" panose="020B0503020204020204" pitchFamily="34" charset="-122"/>
                        </a:rPr>
                        <a:t>MWh)</a:t>
                      </a:r>
                      <a:endParaRPr lang="en-US" sz="1000" b="1" i="0" u="none" strike="noStrike">
                        <a:solidFill>
                          <a:schemeClr val="bg1"/>
                        </a:solidFill>
                        <a:effectLst/>
                        <a:latin typeface="微软雅黑" panose="020B0503020204020204" pitchFamily="34" charset="-122"/>
                        <a:ea typeface="微软雅黑" panose="020B0503020204020204" pitchFamily="34" charset="-122"/>
                      </a:endParaRPr>
                    </a:p>
                  </a:txBody>
                  <a:tcPr marL="4686" marR="4686" marT="4686"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bg2">
                          <a:lumMod val="75000"/>
                        </a:schemeClr>
                      </a:solidFill>
                      <a:prstDash val="solid"/>
                      <a:round/>
                      <a:headEnd type="none" w="med" len="med"/>
                      <a:tailEnd type="none" w="med" len="med"/>
                    </a:lnB>
                    <a:solidFill>
                      <a:srgbClr val="2E75B6"/>
                    </a:solidFill>
                  </a:tcPr>
                </a:tc>
                <a:tc>
                  <a:txBody>
                    <a:bodyPr/>
                    <a:lstStyle/>
                    <a:p>
                      <a:pPr algn="ctr" fontAlgn="ctr"/>
                      <a:endParaRPr lang="en-US" sz="1400" b="1" i="0" u="none" strike="noStrike">
                        <a:solidFill>
                          <a:schemeClr val="bg1"/>
                        </a:solidFill>
                        <a:effectLst/>
                        <a:latin typeface="微软雅黑" panose="020B0503020204020204" pitchFamily="34" charset="-122"/>
                        <a:ea typeface="微软雅黑" panose="020B0503020204020204" pitchFamily="34" charset="-122"/>
                      </a:endParaRPr>
                    </a:p>
                  </a:txBody>
                  <a:tcPr marL="4686" marR="4686" marT="4686"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bg2">
                          <a:lumMod val="75000"/>
                        </a:schemeClr>
                      </a:solidFill>
                      <a:prstDash val="solid"/>
                      <a:round/>
                      <a:headEnd type="none" w="med" len="med"/>
                      <a:tailEnd type="none" w="med" len="med"/>
                    </a:lnB>
                    <a:solidFill>
                      <a:srgbClr val="2E75B6"/>
                    </a:solidFill>
                  </a:tcPr>
                </a:tc>
                <a:tc>
                  <a:txBody>
                    <a:bodyPr/>
                    <a:lstStyle/>
                    <a:p>
                      <a:pPr algn="ctr" fontAlgn="ctr"/>
                      <a:endParaRPr lang="en-US" sz="1400" b="1" i="0" u="none" strike="noStrike">
                        <a:solidFill>
                          <a:schemeClr val="bg1"/>
                        </a:solidFill>
                        <a:effectLst/>
                        <a:latin typeface="微软雅黑" panose="020B0503020204020204" pitchFamily="34" charset="-122"/>
                        <a:ea typeface="微软雅黑" panose="020B0503020204020204" pitchFamily="34" charset="-122"/>
                      </a:endParaRPr>
                    </a:p>
                  </a:txBody>
                  <a:tcPr marL="4686" marR="4686" marT="4686"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bg2">
                          <a:lumMod val="75000"/>
                        </a:schemeClr>
                      </a:solidFill>
                      <a:prstDash val="solid"/>
                      <a:round/>
                      <a:headEnd type="none" w="med" len="med"/>
                      <a:tailEnd type="none" w="med" len="med"/>
                    </a:lnB>
                    <a:solidFill>
                      <a:srgbClr val="2E75B6"/>
                    </a:solidFill>
                  </a:tcPr>
                </a:tc>
                <a:tc>
                  <a:txBody>
                    <a:bodyPr/>
                    <a:lstStyle/>
                    <a:p>
                      <a:pPr algn="ctr" fontAlgn="ctr"/>
                      <a:endParaRPr lang="en-US" sz="1400" b="1" i="0" u="none" strike="noStrike">
                        <a:solidFill>
                          <a:schemeClr val="bg1"/>
                        </a:solidFill>
                        <a:effectLst/>
                        <a:latin typeface="微软雅黑" panose="020B0503020204020204" pitchFamily="34" charset="-122"/>
                        <a:ea typeface="微软雅黑" panose="020B0503020204020204" pitchFamily="34" charset="-122"/>
                      </a:endParaRPr>
                    </a:p>
                  </a:txBody>
                  <a:tcPr marL="4686" marR="4686" marT="4686"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bg2">
                          <a:lumMod val="75000"/>
                        </a:schemeClr>
                      </a:solidFill>
                      <a:prstDash val="solid"/>
                      <a:round/>
                      <a:headEnd type="none" w="med" len="med"/>
                      <a:tailEnd type="none" w="med" len="med"/>
                    </a:lnB>
                    <a:solidFill>
                      <a:srgbClr val="2E75B6"/>
                    </a:solidFill>
                  </a:tcPr>
                </a:tc>
                <a:tc>
                  <a:txBody>
                    <a:bodyPr/>
                    <a:lstStyle/>
                    <a:p>
                      <a:pPr algn="ctr" fontAlgn="ctr"/>
                      <a:endParaRPr lang="en-US" sz="1400" b="1" i="0" u="none" strike="noStrike">
                        <a:solidFill>
                          <a:schemeClr val="bg1"/>
                        </a:solidFill>
                        <a:effectLst/>
                        <a:latin typeface="微软雅黑" panose="020B0503020204020204" pitchFamily="34" charset="-122"/>
                        <a:ea typeface="微软雅黑" panose="020B0503020204020204" pitchFamily="34" charset="-122"/>
                      </a:endParaRPr>
                    </a:p>
                  </a:txBody>
                  <a:tcPr marL="4686" marR="4686" marT="4686"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bg2">
                          <a:lumMod val="75000"/>
                        </a:schemeClr>
                      </a:solidFill>
                      <a:prstDash val="solid"/>
                      <a:round/>
                      <a:headEnd type="none" w="med" len="med"/>
                      <a:tailEnd type="none" w="med" len="med"/>
                    </a:lnB>
                    <a:solidFill>
                      <a:srgbClr val="2E75B6"/>
                    </a:solidFill>
                  </a:tcPr>
                </a:tc>
                <a:extLst>
                  <a:ext uri="{0D108BD9-81ED-4DB2-BD59-A6C34878D82A}">
                    <a16:rowId xmlns:a16="http://schemas.microsoft.com/office/drawing/2014/main" val="693052604"/>
                  </a:ext>
                </a:extLst>
              </a:tr>
              <a:tr h="448623">
                <a:tc>
                  <a:txBody>
                    <a:bodyPr/>
                    <a:lstStyle/>
                    <a:p>
                      <a:pPr algn="ctr" fontAlgn="ctr"/>
                      <a:r>
                        <a:rPr lang="zh-CN" altLang="en-US" sz="1200" b="1" i="0" u="none" strike="noStrike">
                          <a:solidFill>
                            <a:schemeClr val="tx1"/>
                          </a:solidFill>
                          <a:effectLst/>
                          <a:latin typeface="微软雅黑" panose="020B0503020204020204" pitchFamily="34" charset="-122"/>
                          <a:ea typeface="微软雅黑" panose="020B0503020204020204" pitchFamily="34" charset="-122"/>
                        </a:rPr>
                        <a:t>申报收益</a:t>
                      </a:r>
                    </a:p>
                  </a:txBody>
                  <a:tcPr marL="4686" marR="4686" marT="4686"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altLang="zh-CN" sz="1200" b="1"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b" latinLnBrk="0" hangingPunct="1"/>
                      <a:endParaRPr lang="en-US" altLang="zh-CN" sz="1200" b="0" i="0" u="none" strike="noStrike" kern="1200">
                        <a:solidFill>
                          <a:schemeClr val="tx1"/>
                        </a:solidFill>
                        <a:effectLst/>
                        <a:latin typeface="微软雅黑" panose="020B0503020204020204" pitchFamily="34" charset="-122"/>
                        <a:ea typeface="微软雅黑" panose="020B0503020204020204" pitchFamily="34" charset="-122"/>
                        <a:cs typeface="+mn-cs"/>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altLang="zh-CN" sz="1200" b="1"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zh-CN" sz="1200" b="0" i="0" u="none" strike="noStrike" kern="1200">
                        <a:solidFill>
                          <a:schemeClr val="tx1"/>
                        </a:solidFill>
                        <a:effectLst/>
                        <a:latin typeface="微软雅黑" panose="020B0503020204020204" pitchFamily="34" charset="-122"/>
                        <a:ea typeface="微软雅黑" panose="020B0503020204020204" pitchFamily="34" charset="-122"/>
                        <a:cs typeface="+mn-cs"/>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altLang="zh-CN" sz="1200" b="1"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zh-CN" sz="1200" b="0" i="0" u="none" strike="noStrike" kern="1200">
                        <a:solidFill>
                          <a:schemeClr val="tx1"/>
                        </a:solidFill>
                        <a:effectLst/>
                        <a:latin typeface="微软雅黑" panose="020B0503020204020204" pitchFamily="34" charset="-122"/>
                        <a:ea typeface="微软雅黑" panose="020B0503020204020204" pitchFamily="34" charset="-122"/>
                        <a:cs typeface="+mn-cs"/>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altLang="zh-CN" sz="1200" b="1"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zh-CN" sz="1200" b="0" i="0" u="none" strike="noStrike" kern="1200">
                        <a:solidFill>
                          <a:schemeClr val="tx1"/>
                        </a:solidFill>
                        <a:effectLst/>
                        <a:latin typeface="微软雅黑" panose="020B0503020204020204" pitchFamily="34" charset="-122"/>
                        <a:ea typeface="微软雅黑" panose="020B0503020204020204" pitchFamily="34" charset="-122"/>
                        <a:cs typeface="+mn-cs"/>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altLang="zh-CN" sz="1200" b="1"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zh-CN" sz="1200" b="0" i="0" u="none" strike="noStrike" kern="1200">
                        <a:solidFill>
                          <a:schemeClr val="tx1"/>
                        </a:solidFill>
                        <a:effectLst/>
                        <a:latin typeface="微软雅黑" panose="020B0503020204020204" pitchFamily="34" charset="-122"/>
                        <a:ea typeface="微软雅黑" panose="020B0503020204020204" pitchFamily="34" charset="-122"/>
                        <a:cs typeface="+mn-cs"/>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zh-CN" sz="1200" b="0" i="0" u="none" strike="noStrike" kern="1200">
                        <a:solidFill>
                          <a:schemeClr val="tx1"/>
                        </a:solidFill>
                        <a:effectLst/>
                        <a:latin typeface="微软雅黑" panose="020B0503020204020204" pitchFamily="34" charset="-122"/>
                        <a:ea typeface="微软雅黑" panose="020B0503020204020204" pitchFamily="34" charset="-122"/>
                        <a:cs typeface="+mn-cs"/>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zh-CN" sz="1200" b="0" i="0" u="none" strike="noStrike" kern="1200">
                        <a:solidFill>
                          <a:schemeClr val="tx1"/>
                        </a:solidFill>
                        <a:effectLst/>
                        <a:latin typeface="微软雅黑" panose="020B0503020204020204" pitchFamily="34" charset="-122"/>
                        <a:ea typeface="微软雅黑" panose="020B0503020204020204" pitchFamily="34" charset="-122"/>
                        <a:cs typeface="+mn-cs"/>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zh-CN" sz="1200" b="0" i="0" u="none" strike="noStrike" kern="1200">
                        <a:solidFill>
                          <a:schemeClr val="tx1"/>
                        </a:solidFill>
                        <a:effectLst/>
                        <a:latin typeface="微软雅黑" panose="020B0503020204020204" pitchFamily="34" charset="-122"/>
                        <a:ea typeface="微软雅黑" panose="020B0503020204020204" pitchFamily="34" charset="-122"/>
                        <a:cs typeface="+mn-cs"/>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zh-CN" sz="1200" b="0" i="0" u="none" strike="noStrike" kern="1200">
                        <a:solidFill>
                          <a:schemeClr val="tx1"/>
                        </a:solidFill>
                        <a:effectLst/>
                        <a:latin typeface="微软雅黑" panose="020B0503020204020204" pitchFamily="34" charset="-122"/>
                        <a:ea typeface="微软雅黑" panose="020B0503020204020204" pitchFamily="34" charset="-122"/>
                        <a:cs typeface="+mn-cs"/>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58204601"/>
                  </a:ext>
                </a:extLst>
              </a:tr>
              <a:tr h="448623">
                <a:tc>
                  <a:txBody>
                    <a:bodyPr/>
                    <a:lstStyle/>
                    <a:p>
                      <a:pPr algn="ctr" fontAlgn="ctr"/>
                      <a:r>
                        <a:rPr lang="zh-CN" altLang="en-US" sz="1200" b="1" u="none" strike="noStrike">
                          <a:solidFill>
                            <a:schemeClr val="tx1"/>
                          </a:solidFill>
                          <a:effectLst/>
                          <a:latin typeface="微软雅黑" panose="020B0503020204020204" pitchFamily="34" charset="-122"/>
                          <a:ea typeface="微软雅黑" panose="020B0503020204020204" pitchFamily="34" charset="-122"/>
                        </a:rPr>
                        <a:t>出清收益偏差</a:t>
                      </a:r>
                      <a:endParaRPr lang="zh-CN" altLang="en-US" sz="1200" b="1" i="0" u="none" strike="noStrike">
                        <a:solidFill>
                          <a:schemeClr val="tx1"/>
                        </a:solidFill>
                        <a:effectLst/>
                        <a:latin typeface="微软雅黑" panose="020B0503020204020204" pitchFamily="34" charset="-122"/>
                        <a:ea typeface="微软雅黑" panose="020B0503020204020204" pitchFamily="34" charset="-122"/>
                      </a:endParaRPr>
                    </a:p>
                  </a:txBody>
                  <a:tcPr marL="4686" marR="4686" marT="4686"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altLang="zh-CN" sz="1200" b="1"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b" latinLnBrk="0" hangingPunct="1"/>
                      <a:endParaRPr lang="en-US" altLang="zh-CN" sz="1200" b="0" i="0" u="none" strike="noStrike" kern="1200">
                        <a:solidFill>
                          <a:schemeClr val="tx1"/>
                        </a:solidFill>
                        <a:effectLst/>
                        <a:latin typeface="微软雅黑" panose="020B0503020204020204" pitchFamily="34" charset="-122"/>
                        <a:ea typeface="微软雅黑" panose="020B0503020204020204" pitchFamily="34" charset="-122"/>
                        <a:cs typeface="+mn-cs"/>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altLang="zh-CN" sz="1200" b="1"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zh-CN" sz="1200" b="0" i="0" u="none" strike="noStrike" kern="1200">
                        <a:solidFill>
                          <a:schemeClr val="tx1"/>
                        </a:solidFill>
                        <a:effectLst/>
                        <a:latin typeface="微软雅黑" panose="020B0503020204020204" pitchFamily="34" charset="-122"/>
                        <a:ea typeface="微软雅黑" panose="020B0503020204020204" pitchFamily="34" charset="-122"/>
                        <a:cs typeface="+mn-cs"/>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altLang="zh-CN" sz="1200" b="0"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zh-CN" sz="1200" b="0" i="0" u="none" strike="noStrike" kern="1200">
                        <a:solidFill>
                          <a:schemeClr val="tx1"/>
                        </a:solidFill>
                        <a:effectLst/>
                        <a:latin typeface="微软雅黑" panose="020B0503020204020204" pitchFamily="34" charset="-122"/>
                        <a:ea typeface="微软雅黑" panose="020B0503020204020204" pitchFamily="34" charset="-122"/>
                        <a:cs typeface="+mn-cs"/>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altLang="zh-CN" sz="1200" b="1"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zh-CN" sz="1200" b="0" i="0" u="none" strike="noStrike" kern="1200">
                        <a:solidFill>
                          <a:schemeClr val="tx1"/>
                        </a:solidFill>
                        <a:effectLst/>
                        <a:latin typeface="微软雅黑" panose="020B0503020204020204" pitchFamily="34" charset="-122"/>
                        <a:ea typeface="微软雅黑" panose="020B0503020204020204" pitchFamily="34" charset="-122"/>
                        <a:cs typeface="+mn-cs"/>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altLang="zh-CN" sz="1200" b="1"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zh-CN" sz="1200" b="0" i="0" u="none" strike="noStrike" kern="1200">
                        <a:solidFill>
                          <a:schemeClr val="tx1"/>
                        </a:solidFill>
                        <a:effectLst/>
                        <a:latin typeface="微软雅黑" panose="020B0503020204020204" pitchFamily="34" charset="-122"/>
                        <a:ea typeface="微软雅黑" panose="020B0503020204020204" pitchFamily="34" charset="-122"/>
                        <a:cs typeface="+mn-cs"/>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zh-CN" sz="1200" b="0" i="0" u="none" strike="noStrike" kern="1200">
                        <a:solidFill>
                          <a:schemeClr val="tx1"/>
                        </a:solidFill>
                        <a:effectLst/>
                        <a:latin typeface="微软雅黑" panose="020B0503020204020204" pitchFamily="34" charset="-122"/>
                        <a:ea typeface="微软雅黑" panose="020B0503020204020204" pitchFamily="34" charset="-122"/>
                        <a:cs typeface="+mn-cs"/>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zh-CN" sz="1200" b="0" i="0" u="none" strike="noStrike" kern="1200">
                        <a:solidFill>
                          <a:schemeClr val="tx1"/>
                        </a:solidFill>
                        <a:effectLst/>
                        <a:latin typeface="微软雅黑" panose="020B0503020204020204" pitchFamily="34" charset="-122"/>
                        <a:ea typeface="微软雅黑" panose="020B0503020204020204" pitchFamily="34" charset="-122"/>
                        <a:cs typeface="+mn-cs"/>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zh-CN" sz="1200" b="0" i="0" u="none" strike="noStrike" kern="1200">
                        <a:solidFill>
                          <a:schemeClr val="tx1"/>
                        </a:solidFill>
                        <a:effectLst/>
                        <a:latin typeface="微软雅黑" panose="020B0503020204020204" pitchFamily="34" charset="-122"/>
                        <a:ea typeface="微软雅黑" panose="020B0503020204020204" pitchFamily="34" charset="-122"/>
                        <a:cs typeface="+mn-cs"/>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zh-CN" sz="1200" b="0" i="0" u="none" strike="noStrike" kern="1200">
                        <a:solidFill>
                          <a:schemeClr val="tx1"/>
                        </a:solidFill>
                        <a:effectLst/>
                        <a:latin typeface="微软雅黑" panose="020B0503020204020204" pitchFamily="34" charset="-122"/>
                        <a:ea typeface="微软雅黑" panose="020B0503020204020204" pitchFamily="34" charset="-122"/>
                        <a:cs typeface="+mn-cs"/>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87789462"/>
                  </a:ext>
                </a:extLst>
              </a:tr>
              <a:tr h="448623">
                <a:tc>
                  <a:txBody>
                    <a:bodyPr/>
                    <a:lstStyle/>
                    <a:p>
                      <a:pPr algn="ctr" fontAlgn="ctr"/>
                      <a:r>
                        <a:rPr lang="zh-CN" altLang="en-US" sz="1200" b="1" u="none" strike="noStrike">
                          <a:solidFill>
                            <a:schemeClr val="tx1"/>
                          </a:solidFill>
                          <a:effectLst/>
                          <a:latin typeface="微软雅黑" panose="020B0503020204020204" pitchFamily="34" charset="-122"/>
                          <a:ea typeface="微软雅黑" panose="020B0503020204020204" pitchFamily="34" charset="-122"/>
                        </a:rPr>
                        <a:t>执行收益偏差</a:t>
                      </a:r>
                      <a:endParaRPr lang="zh-CN" altLang="en-US" sz="1200" b="1" i="0" u="none" strike="noStrike">
                        <a:solidFill>
                          <a:schemeClr val="tx1"/>
                        </a:solidFill>
                        <a:effectLst/>
                        <a:latin typeface="微软雅黑" panose="020B0503020204020204" pitchFamily="34" charset="-122"/>
                        <a:ea typeface="微软雅黑" panose="020B0503020204020204" pitchFamily="34" charset="-122"/>
                      </a:endParaRPr>
                    </a:p>
                  </a:txBody>
                  <a:tcPr marL="4686" marR="4686" marT="4686"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altLang="zh-CN" sz="1200" b="0"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b" latinLnBrk="0" hangingPunct="1"/>
                      <a:endParaRPr lang="en-US" altLang="zh-CN" sz="1200" b="0" i="0" u="none" strike="noStrike" kern="1200">
                        <a:solidFill>
                          <a:schemeClr val="tx1"/>
                        </a:solidFill>
                        <a:effectLst/>
                        <a:latin typeface="微软雅黑" panose="020B0503020204020204" pitchFamily="34" charset="-122"/>
                        <a:ea typeface="微软雅黑" panose="020B0503020204020204" pitchFamily="34" charset="-122"/>
                        <a:cs typeface="+mn-cs"/>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altLang="zh-CN" sz="1200" b="0"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altLang="zh-CN" sz="1200" b="0" i="0" u="none" strike="noStrike" kern="1200">
                        <a:solidFill>
                          <a:schemeClr val="tx1"/>
                        </a:solidFill>
                        <a:effectLst/>
                        <a:latin typeface="微软雅黑" panose="020B0503020204020204" pitchFamily="34" charset="-122"/>
                        <a:ea typeface="微软雅黑" panose="020B0503020204020204" pitchFamily="34" charset="-122"/>
                        <a:cs typeface="+mn-cs"/>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altLang="zh-CN" sz="1200" b="0"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altLang="zh-CN" sz="1200" b="0" i="0" u="none" strike="noStrike" kern="1200">
                        <a:solidFill>
                          <a:schemeClr val="tx1"/>
                        </a:solidFill>
                        <a:effectLst/>
                        <a:latin typeface="微软雅黑" panose="020B0503020204020204" pitchFamily="34" charset="-122"/>
                        <a:ea typeface="微软雅黑" panose="020B0503020204020204" pitchFamily="34" charset="-122"/>
                        <a:cs typeface="+mn-cs"/>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altLang="zh-CN" sz="1200" b="0"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altLang="zh-CN" sz="1200" b="0" i="0" u="none" strike="noStrike" kern="1200">
                        <a:solidFill>
                          <a:schemeClr val="tx1"/>
                        </a:solidFill>
                        <a:effectLst/>
                        <a:latin typeface="微软雅黑" panose="020B0503020204020204" pitchFamily="34" charset="-122"/>
                        <a:ea typeface="微软雅黑" panose="020B0503020204020204" pitchFamily="34" charset="-122"/>
                        <a:cs typeface="+mn-cs"/>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altLang="zh-CN" sz="1200" b="0"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altLang="zh-CN" sz="1200" b="0" i="0" u="none" strike="noStrike" kern="1200">
                        <a:solidFill>
                          <a:schemeClr val="tx1"/>
                        </a:solidFill>
                        <a:effectLst/>
                        <a:latin typeface="微软雅黑" panose="020B0503020204020204" pitchFamily="34" charset="-122"/>
                        <a:ea typeface="微软雅黑" panose="020B0503020204020204" pitchFamily="34" charset="-122"/>
                        <a:cs typeface="+mn-cs"/>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altLang="zh-CN" sz="1200" b="0" i="0" u="none" strike="noStrike" kern="1200">
                        <a:solidFill>
                          <a:schemeClr val="tx1"/>
                        </a:solidFill>
                        <a:effectLst/>
                        <a:latin typeface="微软雅黑" panose="020B0503020204020204" pitchFamily="34" charset="-122"/>
                        <a:ea typeface="微软雅黑" panose="020B0503020204020204" pitchFamily="34" charset="-122"/>
                        <a:cs typeface="+mn-cs"/>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altLang="zh-CN" sz="1200" b="0" i="0" u="none" strike="noStrike" kern="1200">
                        <a:solidFill>
                          <a:schemeClr val="tx1"/>
                        </a:solidFill>
                        <a:effectLst/>
                        <a:latin typeface="微软雅黑" panose="020B0503020204020204" pitchFamily="34" charset="-122"/>
                        <a:ea typeface="微软雅黑" panose="020B0503020204020204" pitchFamily="34" charset="-122"/>
                        <a:cs typeface="+mn-cs"/>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altLang="zh-CN" sz="1200" b="0" i="0" u="none" strike="noStrike" kern="1200">
                        <a:solidFill>
                          <a:schemeClr val="tx1"/>
                        </a:solidFill>
                        <a:effectLst/>
                        <a:latin typeface="微软雅黑" panose="020B0503020204020204" pitchFamily="34" charset="-122"/>
                        <a:ea typeface="微软雅黑" panose="020B0503020204020204" pitchFamily="34" charset="-122"/>
                        <a:cs typeface="+mn-cs"/>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altLang="zh-CN" sz="1200" b="0" i="0" u="none" strike="noStrike" kern="1200">
                        <a:solidFill>
                          <a:schemeClr val="tx1"/>
                        </a:solidFill>
                        <a:effectLst/>
                        <a:latin typeface="微软雅黑" panose="020B0503020204020204" pitchFamily="34" charset="-122"/>
                        <a:ea typeface="微软雅黑" panose="020B0503020204020204" pitchFamily="34" charset="-122"/>
                        <a:cs typeface="+mn-cs"/>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6312963"/>
                  </a:ext>
                </a:extLst>
              </a:tr>
              <a:tr h="448623">
                <a:tc>
                  <a:txBody>
                    <a:bodyPr/>
                    <a:lstStyle/>
                    <a:p>
                      <a:pPr algn="ctr" fontAlgn="ctr"/>
                      <a:r>
                        <a:rPr lang="zh-CN" altLang="en-US" sz="1200" b="1" i="0" u="none" strike="noStrike">
                          <a:solidFill>
                            <a:schemeClr val="tx1"/>
                          </a:solidFill>
                          <a:effectLst/>
                          <a:latin typeface="微软雅黑" panose="020B0503020204020204" pitchFamily="34" charset="-122"/>
                          <a:ea typeface="微软雅黑" panose="020B0503020204020204" pitchFamily="34" charset="-122"/>
                        </a:rPr>
                        <a:t>执行收益</a:t>
                      </a:r>
                    </a:p>
                  </a:txBody>
                  <a:tcPr marL="4686" marR="4686" marT="4686"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endParaRPr lang="en-US" altLang="zh-CN" sz="1200" b="0" i="0" u="none" strike="noStrike" kern="1200">
                        <a:solidFill>
                          <a:srgbClr val="00B050"/>
                        </a:solidFill>
                        <a:effectLst/>
                        <a:latin typeface="微软雅黑" panose="020B0503020204020204" pitchFamily="34" charset="-122"/>
                        <a:ea typeface="微软雅黑" panose="020B0503020204020204" pitchFamily="34" charset="-122"/>
                        <a:cs typeface="+mn-cs"/>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b" latinLnBrk="0" hangingPunct="1"/>
                      <a:endParaRPr lang="en-US" altLang="zh-CN" sz="1200" b="0" i="0" u="none" strike="noStrike" kern="1200">
                        <a:solidFill>
                          <a:schemeClr val="tx1"/>
                        </a:solidFill>
                        <a:effectLst/>
                        <a:latin typeface="微软雅黑" panose="020B0503020204020204" pitchFamily="34" charset="-122"/>
                        <a:ea typeface="微软雅黑" panose="020B0503020204020204" pitchFamily="34" charset="-122"/>
                        <a:cs typeface="+mn-cs"/>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endParaRPr lang="en-US" altLang="zh-CN" sz="1200" b="1" i="0" u="none" strike="noStrike" kern="1200">
                        <a:solidFill>
                          <a:srgbClr val="C00000"/>
                        </a:solidFill>
                        <a:effectLst/>
                        <a:latin typeface="微软雅黑" panose="020B0503020204020204" pitchFamily="34" charset="-122"/>
                        <a:ea typeface="微软雅黑" panose="020B0503020204020204" pitchFamily="34" charset="-122"/>
                        <a:cs typeface="+mn-cs"/>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altLang="zh-CN" sz="1200" b="0" i="0" u="none" strike="noStrike" kern="1200">
                        <a:solidFill>
                          <a:schemeClr val="tx1"/>
                        </a:solidFill>
                        <a:effectLst/>
                        <a:latin typeface="微软雅黑" panose="020B0503020204020204" pitchFamily="34" charset="-122"/>
                        <a:ea typeface="微软雅黑" panose="020B0503020204020204" pitchFamily="34" charset="-122"/>
                        <a:cs typeface="+mn-cs"/>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endParaRPr lang="en-US" altLang="zh-CN" sz="1200" b="1" i="0" u="none" strike="noStrike" kern="1200">
                        <a:solidFill>
                          <a:srgbClr val="C00000"/>
                        </a:solidFill>
                        <a:effectLst/>
                        <a:latin typeface="微软雅黑" panose="020B0503020204020204" pitchFamily="34" charset="-122"/>
                        <a:ea typeface="微软雅黑" panose="020B0503020204020204" pitchFamily="34" charset="-122"/>
                        <a:cs typeface="+mn-cs"/>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altLang="zh-CN" sz="1200" b="0" i="0" u="none" strike="noStrike" kern="1200">
                        <a:solidFill>
                          <a:schemeClr val="tx1"/>
                        </a:solidFill>
                        <a:effectLst/>
                        <a:latin typeface="微软雅黑" panose="020B0503020204020204" pitchFamily="34" charset="-122"/>
                        <a:ea typeface="微软雅黑" panose="020B0503020204020204" pitchFamily="34" charset="-122"/>
                        <a:cs typeface="+mn-cs"/>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endParaRPr lang="en-US" altLang="zh-CN" sz="1200" b="0" i="0" u="none" strike="noStrike" kern="1200">
                        <a:solidFill>
                          <a:srgbClr val="C00000"/>
                        </a:solidFill>
                        <a:effectLst/>
                        <a:latin typeface="微软雅黑" panose="020B0503020204020204" pitchFamily="34" charset="-122"/>
                        <a:ea typeface="微软雅黑" panose="020B0503020204020204" pitchFamily="34" charset="-122"/>
                        <a:cs typeface="+mn-cs"/>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altLang="zh-CN" sz="1200" b="0" i="0" u="none" strike="noStrike" kern="1200">
                        <a:solidFill>
                          <a:schemeClr val="tx1"/>
                        </a:solidFill>
                        <a:effectLst/>
                        <a:latin typeface="微软雅黑" panose="020B0503020204020204" pitchFamily="34" charset="-122"/>
                        <a:ea typeface="微软雅黑" panose="020B0503020204020204" pitchFamily="34" charset="-122"/>
                        <a:cs typeface="+mn-cs"/>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endParaRPr lang="en-US" altLang="zh-CN" sz="1200" b="0" i="0" u="none" strike="noStrike" kern="1200">
                        <a:solidFill>
                          <a:srgbClr val="C00000"/>
                        </a:solidFill>
                        <a:effectLst/>
                        <a:latin typeface="微软雅黑" panose="020B0503020204020204" pitchFamily="34" charset="-122"/>
                        <a:ea typeface="微软雅黑" panose="020B0503020204020204" pitchFamily="34" charset="-122"/>
                        <a:cs typeface="+mn-cs"/>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altLang="zh-CN" sz="1200" b="0" i="0" u="none" strike="noStrike" kern="1200">
                        <a:solidFill>
                          <a:schemeClr val="tx1"/>
                        </a:solidFill>
                        <a:effectLst/>
                        <a:latin typeface="微软雅黑" panose="020B0503020204020204" pitchFamily="34" charset="-122"/>
                        <a:ea typeface="微软雅黑" panose="020B0503020204020204" pitchFamily="34" charset="-122"/>
                        <a:cs typeface="+mn-cs"/>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altLang="zh-CN" sz="1200" b="0" i="0" u="none" strike="noStrike" kern="1200">
                        <a:solidFill>
                          <a:schemeClr val="tx1"/>
                        </a:solidFill>
                        <a:effectLst/>
                        <a:latin typeface="微软雅黑" panose="020B0503020204020204" pitchFamily="34" charset="-122"/>
                        <a:ea typeface="微软雅黑" panose="020B0503020204020204" pitchFamily="34" charset="-122"/>
                        <a:cs typeface="+mn-cs"/>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altLang="zh-CN" sz="1200" b="0" i="0" u="none" strike="noStrike" kern="1200">
                        <a:solidFill>
                          <a:schemeClr val="tx1"/>
                        </a:solidFill>
                        <a:effectLst/>
                        <a:latin typeface="微软雅黑" panose="020B0503020204020204" pitchFamily="34" charset="-122"/>
                        <a:ea typeface="微软雅黑" panose="020B0503020204020204" pitchFamily="34" charset="-122"/>
                        <a:cs typeface="+mn-cs"/>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altLang="zh-CN" sz="1200" b="0" i="0" u="none" strike="noStrike" kern="1200">
                        <a:solidFill>
                          <a:schemeClr val="tx1"/>
                        </a:solidFill>
                        <a:effectLst/>
                        <a:latin typeface="微软雅黑" panose="020B0503020204020204" pitchFamily="34" charset="-122"/>
                        <a:ea typeface="微软雅黑" panose="020B0503020204020204" pitchFamily="34" charset="-122"/>
                        <a:cs typeface="+mn-cs"/>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altLang="zh-CN" sz="1200" b="0" i="0" u="none" strike="noStrike" kern="1200">
                        <a:solidFill>
                          <a:schemeClr val="tx1"/>
                        </a:solidFill>
                        <a:effectLst/>
                        <a:latin typeface="微软雅黑" panose="020B0503020204020204" pitchFamily="34" charset="-122"/>
                        <a:ea typeface="微软雅黑" panose="020B0503020204020204" pitchFamily="34" charset="-122"/>
                        <a:cs typeface="+mn-cs"/>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89509054"/>
                  </a:ext>
                </a:extLst>
              </a:tr>
            </a:tbl>
          </a:graphicData>
        </a:graphic>
      </p:graphicFrame>
      <p:pic>
        <p:nvPicPr>
          <p:cNvPr id="3" name="图片 2">
            <a:extLst>
              <a:ext uri="{FF2B5EF4-FFF2-40B4-BE49-F238E27FC236}">
                <a16:creationId xmlns:a16="http://schemas.microsoft.com/office/drawing/2014/main" id="{138A3C30-AA25-128A-E2B1-E0833DED9962}"/>
              </a:ext>
            </a:extLst>
          </p:cNvPr>
          <p:cNvPicPr>
            <a:picLocks noChangeAspect="1"/>
          </p:cNvPicPr>
          <p:nvPr/>
        </p:nvPicPr>
        <p:blipFill>
          <a:blip r:embed="rId3"/>
          <a:srcRect t="-1" b="41834"/>
          <a:stretch>
            <a:fillRect/>
          </a:stretch>
        </p:blipFill>
        <p:spPr>
          <a:xfrm>
            <a:off x="380997" y="626121"/>
            <a:ext cx="11404604" cy="2699940"/>
          </a:xfrm>
          <a:prstGeom prst="rect">
            <a:avLst/>
          </a:prstGeom>
        </p:spPr>
      </p:pic>
      <p:sp>
        <p:nvSpPr>
          <p:cNvPr id="4" name="文本框 3">
            <a:extLst>
              <a:ext uri="{FF2B5EF4-FFF2-40B4-BE49-F238E27FC236}">
                <a16:creationId xmlns:a16="http://schemas.microsoft.com/office/drawing/2014/main" id="{31F0D7A8-AECA-95ED-20FE-E22A07340E18}"/>
              </a:ext>
            </a:extLst>
          </p:cNvPr>
          <p:cNvSpPr txBox="1"/>
          <p:nvPr/>
        </p:nvSpPr>
        <p:spPr>
          <a:xfrm>
            <a:off x="126999" y="102938"/>
            <a:ext cx="525462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1. </a:t>
            </a:r>
            <a:r>
              <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收益总览</a:t>
            </a:r>
            <a:r>
              <a:rPr lang="en-US" altLang="zh-CN" sz="1600">
                <a:solidFill>
                  <a:schemeClr val="accent4">
                    <a:lumMod val="20000"/>
                    <a:lumOff val="80000"/>
                  </a:schemeClr>
                </a:solidFill>
                <a:latin typeface="微软雅黑" panose="020B0503020204020204" pitchFamily="34" charset="-122"/>
                <a:ea typeface="微软雅黑" panose="020B0503020204020204" pitchFamily="34" charset="-122"/>
              </a:rPr>
              <a:t>-</a:t>
            </a:r>
            <a:r>
              <a:rPr lang="zh-CN" altLang="en-US" sz="1600">
                <a:solidFill>
                  <a:schemeClr val="accent4">
                    <a:lumMod val="20000"/>
                    <a:lumOff val="80000"/>
                  </a:schemeClr>
                </a:solidFill>
                <a:latin typeface="微软雅黑" panose="020B0503020204020204" pitchFamily="34" charset="-122"/>
                <a:ea typeface="微软雅黑" panose="020B0503020204020204" pitchFamily="34" charset="-122"/>
              </a:rPr>
              <a:t>收益拆解与分析</a:t>
            </a:r>
          </a:p>
        </p:txBody>
      </p:sp>
    </p:spTree>
    <p:extLst>
      <p:ext uri="{BB962C8B-B14F-4D97-AF65-F5344CB8AC3E}">
        <p14:creationId xmlns:p14="http://schemas.microsoft.com/office/powerpoint/2010/main" val="102674328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H" val="20170730164240"/>
  <p:tag name="MH_LIBRARY" val="CONTENTS"/>
  <p:tag name="MH_TYPE" val="OTHERS"/>
  <p:tag name="ID" val="553518"/>
  <p:tag name="PA" val="v3.2.0"/>
</p:tagLst>
</file>

<file path=ppt/tags/tag2.xml><?xml version="1.0" encoding="utf-8"?>
<p:tagLst xmlns:a="http://schemas.openxmlformats.org/drawingml/2006/main" xmlns:r="http://schemas.openxmlformats.org/officeDocument/2006/relationships" xmlns:p="http://schemas.openxmlformats.org/presentationml/2006/main">
  <p:tag name="MH" val="20170730164240"/>
  <p:tag name="MH_LIBRARY" val="CONTENTS"/>
  <p:tag name="MH_TYPE" val="OTHERS"/>
  <p:tag name="ID" val="553518"/>
  <p:tag name="PA" val="v3.2.0"/>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57.15086614173237,&quot;left&quot;:330.05937007874013,&quot;top&quot;:76.77433070866142,&quot;width&quot;:490.7571653543306}"/>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57.15086614173237,&quot;left&quot;:330.05937007874013,&quot;top&quot;:76.77433070866142,&quot;width&quot;:490.7571653543306}"/>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57.15086614173237,&quot;left&quot;:330.05937007874013,&quot;top&quot;:76.77433070866142,&quot;width&quot;:490.7571653543306}"/>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57.15086614173237,&quot;left&quot;:330.05937007874013,&quot;top&quot;:76.77433070866142,&quot;width&quot;:490.7571653543306}"/>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57.15086614173237,&quot;left&quot;:330.05937007874013,&quot;top&quot;:76.77433070866142,&quot;width&quot;:490.7571653543306}"/>
</p:tagLst>
</file>

<file path=ppt/tags/tag8.xml><?xml version="1.0" encoding="utf-8"?>
<p:tagLst xmlns:a="http://schemas.openxmlformats.org/drawingml/2006/main" xmlns:r="http://schemas.openxmlformats.org/officeDocument/2006/relationships" xmlns:p="http://schemas.openxmlformats.org/presentationml/2006/main">
  <p:tag name="MH" val="20170730164240"/>
  <p:tag name="MH_LIBRARY" val="CONTENTS"/>
  <p:tag name="MH_TYPE" val="ENTRY"/>
  <p:tag name="ID" val="553518"/>
  <p:tag name="MH_ORDER" val="1"/>
  <p:tag name="KSO_WM_DIAGRAM_VIRTUALLY_FRAME" val="{&quot;height&quot;:357.15086614173237,&quot;left&quot;:330.05937007874013,&quot;top&quot;:76.77433070866142,&quot;width&quot;:490.7571653543306}"/>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57.15086614173237,&quot;left&quot;:330.05937007874013,&quot;top&quot;:76.77433070866142,&quot;width&quot;:490.7571653543306}"/>
</p:tagLst>
</file>

<file path=ppt/tags/tag10.xml><?xml version="1.0" encoding="utf-8"?>
<p:tagLst xmlns:a="http://schemas.openxmlformats.org/drawingml/2006/main" xmlns:r="http://schemas.openxmlformats.org/officeDocument/2006/relationships" xmlns:p="http://schemas.openxmlformats.org/presentationml/2006/main">
  <p:tag name="MH" val="20170730164240"/>
  <p:tag name="MH_LIBRARY" val="CONTENTS"/>
  <p:tag name="MH_TYPE" val="ENTRY"/>
  <p:tag name="ID" val="553518"/>
  <p:tag name="MH_ORDER" val="1"/>
  <p:tag name="KSO_WM_DIAGRAM_VIRTUALLY_FRAME" val="{&quot;height&quot;:357.15086614173237,&quot;left&quot;:330.05937007874013,&quot;top&quot;:76.77433070866142,&quot;width&quot;:490.7571653543306}"/>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57.15086614173237,&quot;left&quot;:330.05937007874013,&quot;top&quot;:76.77433070866142,&quot;width&quot;:490.7571653543306}"/>
</p:tagLst>
</file>

<file path=ppt/tags/tag12.xml><?xml version="1.0" encoding="utf-8"?>
<p:tagLst xmlns:a="http://schemas.openxmlformats.org/drawingml/2006/main" xmlns:r="http://schemas.openxmlformats.org/officeDocument/2006/relationships" xmlns:p="http://schemas.openxmlformats.org/presentationml/2006/main">
  <p:tag name="MH" val="20170730164240"/>
  <p:tag name="MH_LIBRARY" val="CONTENTS"/>
  <p:tag name="MH_TYPE" val="ENTRY"/>
  <p:tag name="ID" val="553518"/>
  <p:tag name="MH_ORDER" val="1"/>
  <p:tag name="KSO_WM_DIAGRAM_VIRTUALLY_FRAME" val="{&quot;height&quot;:357.15086614173237,&quot;left&quot;:330.05937007874013,&quot;top&quot;:76.77433070866142,&quot;width&quot;:490.7571653543306}"/>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57.15086614173237,&quot;left&quot;:330.05937007874013,&quot;top&quot;:76.77433070866142,&quot;width&quot;:490.7571653543306}"/>
</p:tagLst>
</file>

<file path=ppt/tags/tag14.xml><?xml version="1.0" encoding="utf-8"?>
<p:tagLst xmlns:a="http://schemas.openxmlformats.org/drawingml/2006/main" xmlns:r="http://schemas.openxmlformats.org/officeDocument/2006/relationships" xmlns:p="http://schemas.openxmlformats.org/presentationml/2006/main">
  <p:tag name="MH" val="20170730164240"/>
  <p:tag name="MH_LIBRARY" val="CONTENTS"/>
  <p:tag name="MH_TYPE" val="ENTRY"/>
  <p:tag name="ID" val="553518"/>
  <p:tag name="MH_ORDER" val="1"/>
  <p:tag name="KSO_WM_DIAGRAM_VIRTUALLY_FRAME" val="{&quot;height&quot;:357.15086614173237,&quot;left&quot;:330.05937007874013,&quot;top&quot;:76.77433070866142,&quot;width&quot;:490.7571653543306}"/>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57.15086614173237,&quot;left&quot;:330.05937007874013,&quot;top&quot;:76.77433070866142,&quot;width&quot;:490.7571653543306}"/>
</p:tagLst>
</file>

<file path=ppt/tags/tag16.xml><?xml version="1.0" encoding="utf-8"?>
<p:tagLst xmlns:a="http://schemas.openxmlformats.org/drawingml/2006/main" xmlns:r="http://schemas.openxmlformats.org/officeDocument/2006/relationships" xmlns:p="http://schemas.openxmlformats.org/presentationml/2006/main">
  <p:tag name="MH" val="20170730164240"/>
  <p:tag name="MH_LIBRARY" val="CONTENTS"/>
  <p:tag name="MH_TYPE" val="ENTRY"/>
  <p:tag name="ID" val="553518"/>
  <p:tag name="MH_ORDER" val="1"/>
  <p:tag name="KSO_WM_DIAGRAM_VIRTUALLY_FRAME" val="{&quot;height&quot;:357.15086614173237,&quot;left&quot;:330.05937007874013,&quot;top&quot;:76.77433070866142,&quot;width&quot;:490.7571653543306}"/>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57.15086614173237,&quot;left&quot;:330.05937007874013,&quot;top&quot;:76.77433070866142,&quot;width&quot;:490.7571653543306}"/>
</p:tagLst>
</file>

<file path=ppt/theme/theme1.xml><?xml version="1.0" encoding="utf-8"?>
<a:theme xmlns:a="http://schemas.openxmlformats.org/drawingml/2006/main" name="3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engXian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Envision Digital - Dark">
  <a:themeElements>
    <a:clrScheme name="EnOS">
      <a:dk1>
        <a:sysClr val="windowText" lastClr="000000"/>
      </a:dk1>
      <a:lt1>
        <a:sysClr val="window" lastClr="FFFFFF"/>
      </a:lt1>
      <a:dk2>
        <a:srgbClr val="00293A"/>
      </a:dk2>
      <a:lt2>
        <a:srgbClr val="E7E6E6"/>
      </a:lt2>
      <a:accent1>
        <a:srgbClr val="4CA8FF"/>
      </a:accent1>
      <a:accent2>
        <a:srgbClr val="01CB90"/>
      </a:accent2>
      <a:accent3>
        <a:srgbClr val="DE5145"/>
      </a:accent3>
      <a:accent4>
        <a:srgbClr val="FFC000"/>
      </a:accent4>
      <a:accent5>
        <a:srgbClr val="964FFF"/>
      </a:accent5>
      <a:accent6>
        <a:srgbClr val="DF397F"/>
      </a:accent6>
      <a:hlink>
        <a:srgbClr val="4CA8FF"/>
      </a:hlink>
      <a:folHlink>
        <a:srgbClr val="A5A5A5"/>
      </a:folHlink>
    </a:clrScheme>
    <a:fontScheme name="n5nw3kzm">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0</TotalTime>
  <Words>7548</Words>
  <Application>Microsoft Office PowerPoint</Application>
  <PresentationFormat>宽屏</PresentationFormat>
  <Paragraphs>1265</Paragraphs>
  <Slides>42</Slides>
  <Notes>35</Notes>
  <HiddenSlides>13</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42</vt:i4>
      </vt:variant>
    </vt:vector>
  </HeadingPairs>
  <TitlesOfParts>
    <vt:vector size="53" baseType="lpstr">
      <vt:lpstr>Inter</vt:lpstr>
      <vt:lpstr>等线</vt:lpstr>
      <vt:lpstr>等线</vt:lpstr>
      <vt:lpstr>微软雅黑</vt:lpstr>
      <vt:lpstr>微软雅黑 Light</vt:lpstr>
      <vt:lpstr>Aptos</vt:lpstr>
      <vt:lpstr>Arial</vt:lpstr>
      <vt:lpstr>Calibri</vt:lpstr>
      <vt:lpstr>Wingdings</vt:lpstr>
      <vt:lpstr>3_Office 主题</vt:lpstr>
      <vt:lpstr>Envision Digital - Dark</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Yu Song</dc:creator>
  <cp:lastModifiedBy>Yang You</cp:lastModifiedBy>
  <cp:revision>1</cp:revision>
  <dcterms:created xsi:type="dcterms:W3CDTF">2025-05-13T07:57:00Z</dcterms:created>
  <dcterms:modified xsi:type="dcterms:W3CDTF">2026-07-06T22:36:53Z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52D698BB38E341ABAC45084D687B7123_13</vt:lpwstr>
  </property>
  <property fmtid="{D5CDD505-2E9C-101B-9397-08002B2CF9AE}" pid="3" name="KSOProductBuildVer">
    <vt:lpwstr>2052-12.1.0.20305</vt:lpwstr>
  </property>
</Properties>
</file>