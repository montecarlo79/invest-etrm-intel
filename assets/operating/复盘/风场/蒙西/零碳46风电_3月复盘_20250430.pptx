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0"/>
  </p:notesMasterIdLst>
  <p:sldIdLst>
    <p:sldId id="16772690" r:id="rId3"/>
    <p:sldId id="16772730" r:id="rId4"/>
    <p:sldId id="16772736" r:id="rId5"/>
    <p:sldId id="16772734" r:id="rId6"/>
    <p:sldId id="16772739" r:id="rId7"/>
    <p:sldId id="16772737" r:id="rId8"/>
    <p:sldId id="1677274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106510E-A83A-4C65-9D54-E34780A9DDB5}">
          <p14:sldIdLst>
            <p14:sldId id="16772690"/>
          </p14:sldIdLst>
        </p14:section>
        <p14:section name="概况" id="{5588AE6D-4643-4601-9425-B52CBA002C99}">
          <p14:sldIdLst>
            <p14:sldId id="16772730"/>
            <p14:sldId id="16772736"/>
            <p14:sldId id="16772734"/>
            <p14:sldId id="16772739"/>
            <p14:sldId id="16772737"/>
            <p14:sldId id="16772740"/>
          </p14:sldIdLst>
        </p14:section>
        <p14:section name="结算概况" id="{381B2D7E-057D-4B9E-9CD2-18AD6DB210CB}">
          <p14:sldIdLst/>
        </p14:section>
        <p14:section name="合约分析" id="{B7EA5D60-EFC9-49C2-82FF-07D582D74D04}">
          <p14:sldIdLst/>
        </p14:section>
        <p14:section name="现货价格分析" id="{48A1BE95-3CEE-4304-A741-546A7AA94F9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DFF"/>
    <a:srgbClr val="C77620"/>
    <a:srgbClr val="1178C5"/>
    <a:srgbClr val="5B9BD5"/>
    <a:srgbClr val="5F5F5F"/>
    <a:srgbClr val="F2F2F2"/>
    <a:srgbClr val="255E91"/>
    <a:srgbClr val="292830"/>
    <a:srgbClr val="D9D9D9"/>
    <a:srgbClr val="2827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ABF92-C68C-4CAE-A5CA-F73AB9269505}" v="482" dt="2026-04-30T01:03:27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5325" autoAdjust="0"/>
  </p:normalViewPr>
  <p:slideViewPr>
    <p:cSldViewPr snapToGrid="0">
      <p:cViewPr varScale="1">
        <p:scale>
          <a:sx n="83" d="100"/>
          <a:sy n="83" d="100"/>
        </p:scale>
        <p:origin x="64" y="92"/>
      </p:cViewPr>
      <p:guideLst>
        <p:guide orient="horz" pos="2160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pheus Li" userId="704cac02-7f5b-43ba-b93a-7bfd44ec240e" providerId="ADAL" clId="{3F8EC9B5-9AF7-49D1-89CE-E08AE8A7BD20}"/>
    <pc:docChg chg="undo custSel addSld delSld modSld sldOrd addSection modSection">
      <pc:chgData name="Morpheus Li" userId="704cac02-7f5b-43ba-b93a-7bfd44ec240e" providerId="ADAL" clId="{3F8EC9B5-9AF7-49D1-89CE-E08AE8A7BD20}" dt="2026-03-30T05:59:04.495" v="2594" actId="14100"/>
      <pc:docMkLst>
        <pc:docMk/>
      </pc:docMkLst>
      <pc:sldChg chg="modSp mod">
        <pc:chgData name="Morpheus Li" userId="704cac02-7f5b-43ba-b93a-7bfd44ec240e" providerId="ADAL" clId="{3F8EC9B5-9AF7-49D1-89CE-E08AE8A7BD20}" dt="2026-03-30T05:51:20.768" v="2549" actId="20577"/>
        <pc:sldMkLst>
          <pc:docMk/>
          <pc:sldMk cId="2650833527" sldId="16772690"/>
        </pc:sldMkLst>
        <pc:spChg chg="mod">
          <ac:chgData name="Morpheus Li" userId="704cac02-7f5b-43ba-b93a-7bfd44ec240e" providerId="ADAL" clId="{3F8EC9B5-9AF7-49D1-89CE-E08AE8A7BD20}" dt="2026-03-30T05:51:13.462" v="2544"/>
          <ac:spMkLst>
            <pc:docMk/>
            <pc:sldMk cId="2650833527" sldId="16772690"/>
            <ac:spMk id="2" creationId="{904063F7-E86C-6FCA-75E3-7CB1C5C3E09C}"/>
          </ac:spMkLst>
        </pc:spChg>
        <pc:spChg chg="mod">
          <ac:chgData name="Morpheus Li" userId="704cac02-7f5b-43ba-b93a-7bfd44ec240e" providerId="ADAL" clId="{3F8EC9B5-9AF7-49D1-89CE-E08AE8A7BD20}" dt="2026-03-30T05:51:20.768" v="2549" actId="20577"/>
          <ac:spMkLst>
            <pc:docMk/>
            <pc:sldMk cId="2650833527" sldId="16772690"/>
            <ac:spMk id="3" creationId="{96BBA996-9EB9-453D-8E5D-8DE83D9C36A1}"/>
          </ac:spMkLst>
        </pc:spChg>
      </pc:sldChg>
      <pc:sldChg chg="addSp delSp modSp mod ord modShow">
        <pc:chgData name="Morpheus Li" userId="704cac02-7f5b-43ba-b93a-7bfd44ec240e" providerId="ADAL" clId="{3F8EC9B5-9AF7-49D1-89CE-E08AE8A7BD20}" dt="2026-03-30T05:49:30.405" v="2523" actId="20577"/>
        <pc:sldMkLst>
          <pc:docMk/>
          <pc:sldMk cId="1213120687" sldId="16772695"/>
        </pc:sldMkLst>
      </pc:sldChg>
      <pc:sldChg chg="addSp delSp modSp mod">
        <pc:chgData name="Morpheus Li" userId="704cac02-7f5b-43ba-b93a-7bfd44ec240e" providerId="ADAL" clId="{3F8EC9B5-9AF7-49D1-89CE-E08AE8A7BD20}" dt="2026-03-30T03:48:41.205" v="2131" actId="403"/>
        <pc:sldMkLst>
          <pc:docMk/>
          <pc:sldMk cId="478263052" sldId="16772698"/>
        </pc:sldMkLst>
      </pc:sldChg>
      <pc:sldChg chg="del">
        <pc:chgData name="Morpheus Li" userId="704cac02-7f5b-43ba-b93a-7bfd44ec240e" providerId="ADAL" clId="{3F8EC9B5-9AF7-49D1-89CE-E08AE8A7BD20}" dt="2026-03-29T16:54:11.784" v="875" actId="47"/>
        <pc:sldMkLst>
          <pc:docMk/>
          <pc:sldMk cId="2751355185" sldId="16772699"/>
        </pc:sldMkLst>
      </pc:sldChg>
      <pc:sldChg chg="del mod ord modShow">
        <pc:chgData name="Morpheus Li" userId="704cac02-7f5b-43ba-b93a-7bfd44ec240e" providerId="ADAL" clId="{3F8EC9B5-9AF7-49D1-89CE-E08AE8A7BD20}" dt="2026-03-29T18:00:57.196" v="1537" actId="47"/>
        <pc:sldMkLst>
          <pc:docMk/>
          <pc:sldMk cId="3896756851" sldId="16772705"/>
        </pc:sldMkLst>
      </pc:sldChg>
      <pc:sldChg chg="addSp delSp modSp mod ord">
        <pc:chgData name="Morpheus Li" userId="704cac02-7f5b-43ba-b93a-7bfd44ec240e" providerId="ADAL" clId="{3F8EC9B5-9AF7-49D1-89CE-E08AE8A7BD20}" dt="2026-03-30T05:53:04.711" v="2556"/>
        <pc:sldMkLst>
          <pc:docMk/>
          <pc:sldMk cId="1304827669" sldId="16772710"/>
        </pc:sldMkLst>
      </pc:sldChg>
      <pc:sldChg chg="modSp add del mod">
        <pc:chgData name="Morpheus Li" userId="704cac02-7f5b-43ba-b93a-7bfd44ec240e" providerId="ADAL" clId="{3F8EC9B5-9AF7-49D1-89CE-E08AE8A7BD20}" dt="2026-03-30T02:33:49.545" v="1565"/>
        <pc:sldMkLst>
          <pc:docMk/>
          <pc:sldMk cId="387439459" sldId="16772719"/>
        </pc:sldMkLst>
      </pc:sldChg>
      <pc:sldChg chg="addSp delSp modSp mod ord modShow">
        <pc:chgData name="Morpheus Li" userId="704cac02-7f5b-43ba-b93a-7bfd44ec240e" providerId="ADAL" clId="{3F8EC9B5-9AF7-49D1-89CE-E08AE8A7BD20}" dt="2026-03-30T05:59:04.495" v="2594" actId="14100"/>
        <pc:sldMkLst>
          <pc:docMk/>
          <pc:sldMk cId="4063437312" sldId="16772720"/>
        </pc:sldMkLst>
      </pc:sldChg>
      <pc:sldChg chg="addSp delSp modSp mod">
        <pc:chgData name="Morpheus Li" userId="704cac02-7f5b-43ba-b93a-7bfd44ec240e" providerId="ADAL" clId="{3F8EC9B5-9AF7-49D1-89CE-E08AE8A7BD20}" dt="2026-03-30T05:52:50.533" v="2553"/>
        <pc:sldMkLst>
          <pc:docMk/>
          <pc:sldMk cId="3430646847" sldId="16772722"/>
        </pc:sldMkLst>
      </pc:sldChg>
      <pc:sldChg chg="addSp delSp modSp del mod ord">
        <pc:chgData name="Morpheus Li" userId="704cac02-7f5b-43ba-b93a-7bfd44ec240e" providerId="ADAL" clId="{3F8EC9B5-9AF7-49D1-89CE-E08AE8A7BD20}" dt="2026-03-27T08:25:46.281" v="556" actId="47"/>
        <pc:sldMkLst>
          <pc:docMk/>
          <pc:sldMk cId="229938362" sldId="16772723"/>
        </pc:sldMkLst>
      </pc:sldChg>
      <pc:sldChg chg="addSp delSp modSp add del mod ord">
        <pc:chgData name="Morpheus Li" userId="704cac02-7f5b-43ba-b93a-7bfd44ec240e" providerId="ADAL" clId="{3F8EC9B5-9AF7-49D1-89CE-E08AE8A7BD20}" dt="2026-03-29T18:00:45.447" v="1536" actId="47"/>
        <pc:sldMkLst>
          <pc:docMk/>
          <pc:sldMk cId="973555860" sldId="16772724"/>
        </pc:sldMkLst>
      </pc:sldChg>
      <pc:sldChg chg="addSp delSp modSp add mod">
        <pc:chgData name="Morpheus Li" userId="704cac02-7f5b-43ba-b93a-7bfd44ec240e" providerId="ADAL" clId="{3F8EC9B5-9AF7-49D1-89CE-E08AE8A7BD20}" dt="2026-03-30T03:49:24.083" v="2164"/>
        <pc:sldMkLst>
          <pc:docMk/>
          <pc:sldMk cId="179750584" sldId="16772725"/>
        </pc:sldMkLst>
      </pc:sldChg>
      <pc:sldChg chg="addSp delSp modSp new mod ord">
        <pc:chgData name="Morpheus Li" userId="704cac02-7f5b-43ba-b93a-7bfd44ec240e" providerId="ADAL" clId="{3F8EC9B5-9AF7-49D1-89CE-E08AE8A7BD20}" dt="2026-03-30T05:52:53.780" v="2554"/>
        <pc:sldMkLst>
          <pc:docMk/>
          <pc:sldMk cId="1896618745" sldId="16772726"/>
        </pc:sldMkLst>
      </pc:sldChg>
      <pc:sldChg chg="addSp delSp modSp new del mod">
        <pc:chgData name="Morpheus Li" userId="704cac02-7f5b-43ba-b93a-7bfd44ec240e" providerId="ADAL" clId="{3F8EC9B5-9AF7-49D1-89CE-E08AE8A7BD20}" dt="2026-03-29T17:32:17.871" v="1199" actId="47"/>
        <pc:sldMkLst>
          <pc:docMk/>
          <pc:sldMk cId="672228793" sldId="16772727"/>
        </pc:sldMkLst>
      </pc:sldChg>
      <pc:sldChg chg="addSp delSp modSp add mod">
        <pc:chgData name="Morpheus Li" userId="704cac02-7f5b-43ba-b93a-7bfd44ec240e" providerId="ADAL" clId="{3F8EC9B5-9AF7-49D1-89CE-E08AE8A7BD20}" dt="2026-03-30T05:45:33.595" v="2519"/>
        <pc:sldMkLst>
          <pc:docMk/>
          <pc:sldMk cId="3174035786" sldId="16772728"/>
        </pc:sldMkLst>
      </pc:sldChg>
      <pc:sldChg chg="addSp delSp modSp new mod ord">
        <pc:chgData name="Morpheus Li" userId="704cac02-7f5b-43ba-b93a-7bfd44ec240e" providerId="ADAL" clId="{3F8EC9B5-9AF7-49D1-89CE-E08AE8A7BD20}" dt="2026-03-30T05:52:56.492" v="2555"/>
        <pc:sldMkLst>
          <pc:docMk/>
          <pc:sldMk cId="354368107" sldId="16772729"/>
        </pc:sldMkLst>
      </pc:sldChg>
      <pc:sldChg chg="modSp add mod">
        <pc:chgData name="Morpheus Li" userId="704cac02-7f5b-43ba-b93a-7bfd44ec240e" providerId="ADAL" clId="{3F8EC9B5-9AF7-49D1-89CE-E08AE8A7BD20}" dt="2026-03-29T16:33:57.443" v="744" actId="6549"/>
        <pc:sldMkLst>
          <pc:docMk/>
          <pc:sldMk cId="2488373456" sldId="16772730"/>
        </pc:sldMkLst>
      </pc:sldChg>
      <pc:sldChg chg="modSp add mod">
        <pc:chgData name="Morpheus Li" userId="704cac02-7f5b-43ba-b93a-7bfd44ec240e" providerId="ADAL" clId="{3F8EC9B5-9AF7-49D1-89CE-E08AE8A7BD20}" dt="2026-03-30T02:33:01.485" v="1557"/>
        <pc:sldMkLst>
          <pc:docMk/>
          <pc:sldMk cId="1198087605" sldId="16772731"/>
        </pc:sldMkLst>
      </pc:sldChg>
      <pc:sldChg chg="modSp add mod">
        <pc:chgData name="Morpheus Li" userId="704cac02-7f5b-43ba-b93a-7bfd44ec240e" providerId="ADAL" clId="{3F8EC9B5-9AF7-49D1-89CE-E08AE8A7BD20}" dt="2026-03-30T02:33:26.800" v="1559"/>
        <pc:sldMkLst>
          <pc:docMk/>
          <pc:sldMk cId="672328104" sldId="16772732"/>
        </pc:sldMkLst>
      </pc:sldChg>
      <pc:sldChg chg="modSp add mod">
        <pc:chgData name="Morpheus Li" userId="704cac02-7f5b-43ba-b93a-7bfd44ec240e" providerId="ADAL" clId="{3F8EC9B5-9AF7-49D1-89CE-E08AE8A7BD20}" dt="2026-03-30T05:52:12.787" v="2552" actId="20577"/>
        <pc:sldMkLst>
          <pc:docMk/>
          <pc:sldMk cId="569154697" sldId="16772733"/>
        </pc:sldMkLst>
      </pc:sldChg>
      <pc:sldChg chg="add del">
        <pc:chgData name="Morpheus Li" userId="704cac02-7f5b-43ba-b93a-7bfd44ec240e" providerId="ADAL" clId="{3F8EC9B5-9AF7-49D1-89CE-E08AE8A7BD20}" dt="2026-03-29T17:29:15.564" v="1162"/>
        <pc:sldMkLst>
          <pc:docMk/>
          <pc:sldMk cId="1417344145" sldId="16772734"/>
        </pc:sldMkLst>
      </pc:sldChg>
    </pc:docChg>
  </pc:docChgLst>
  <pc:docChgLst>
    <pc:chgData name="Morpheus Li" userId="704cac02-7f5b-43ba-b93a-7bfd44ec240e" providerId="ADAL" clId="{169ABF92-C68C-4CAE-A5CA-F73AB9269505}"/>
    <pc:docChg chg="undo redo custSel addSld delSld modSld sldOrd modSection">
      <pc:chgData name="Morpheus Li" userId="704cac02-7f5b-43ba-b93a-7bfd44ec240e" providerId="ADAL" clId="{169ABF92-C68C-4CAE-A5CA-F73AB9269505}" dt="2026-04-30T01:03:27.207" v="2124"/>
      <pc:docMkLst>
        <pc:docMk/>
      </pc:docMkLst>
      <pc:sldChg chg="modSp mod">
        <pc:chgData name="Morpheus Li" userId="704cac02-7f5b-43ba-b93a-7bfd44ec240e" providerId="ADAL" clId="{169ABF92-C68C-4CAE-A5CA-F73AB9269505}" dt="2026-04-29T16:11:46.459" v="2" actId="20577"/>
        <pc:sldMkLst>
          <pc:docMk/>
          <pc:sldMk cId="2650833527" sldId="16772690"/>
        </pc:sldMkLst>
        <pc:spChg chg="mod">
          <ac:chgData name="Morpheus Li" userId="704cac02-7f5b-43ba-b93a-7bfd44ec240e" providerId="ADAL" clId="{169ABF92-C68C-4CAE-A5CA-F73AB9269505}" dt="2026-04-29T16:11:42.448" v="0" actId="20577"/>
          <ac:spMkLst>
            <pc:docMk/>
            <pc:sldMk cId="2650833527" sldId="16772690"/>
            <ac:spMk id="2" creationId="{904063F7-E86C-6FCA-75E3-7CB1C5C3E09C}"/>
          </ac:spMkLst>
        </pc:spChg>
        <pc:spChg chg="mod">
          <ac:chgData name="Morpheus Li" userId="704cac02-7f5b-43ba-b93a-7bfd44ec240e" providerId="ADAL" clId="{169ABF92-C68C-4CAE-A5CA-F73AB9269505}" dt="2026-04-29T16:11:46.459" v="2" actId="20577"/>
          <ac:spMkLst>
            <pc:docMk/>
            <pc:sldMk cId="2650833527" sldId="16772690"/>
            <ac:spMk id="3" creationId="{96BBA996-9EB9-453D-8E5D-8DE83D9C36A1}"/>
          </ac:spMkLst>
        </pc:spChg>
      </pc:sldChg>
      <pc:sldChg chg="addSp delSp modSp del mod">
        <pc:chgData name="Morpheus Li" userId="704cac02-7f5b-43ba-b93a-7bfd44ec240e" providerId="ADAL" clId="{169ABF92-C68C-4CAE-A5CA-F73AB9269505}" dt="2026-04-29T19:15:03.848" v="1424" actId="47"/>
        <pc:sldMkLst>
          <pc:docMk/>
          <pc:sldMk cId="1213120687" sldId="16772695"/>
        </pc:sldMkLst>
        <pc:spChg chg="del">
          <ac:chgData name="Morpheus Li" userId="704cac02-7f5b-43ba-b93a-7bfd44ec240e" providerId="ADAL" clId="{169ABF92-C68C-4CAE-A5CA-F73AB9269505}" dt="2026-04-29T16:57:21.640" v="190" actId="478"/>
          <ac:spMkLst>
            <pc:docMk/>
            <pc:sldMk cId="1213120687" sldId="16772695"/>
            <ac:spMk id="8" creationId="{9B8C8742-44EF-0805-D986-C8D32A02EBFD}"/>
          </ac:spMkLst>
        </pc:spChg>
        <pc:spChg chg="del">
          <ac:chgData name="Morpheus Li" userId="704cac02-7f5b-43ba-b93a-7bfd44ec240e" providerId="ADAL" clId="{169ABF92-C68C-4CAE-A5CA-F73AB9269505}" dt="2026-04-29T16:57:21.640" v="190" actId="478"/>
          <ac:spMkLst>
            <pc:docMk/>
            <pc:sldMk cId="1213120687" sldId="16772695"/>
            <ac:spMk id="11" creationId="{423649FB-1164-7EC0-99FB-B1FE6CF1DA53}"/>
          </ac:spMkLst>
        </pc:spChg>
        <pc:grpChg chg="del">
          <ac:chgData name="Morpheus Li" userId="704cac02-7f5b-43ba-b93a-7bfd44ec240e" providerId="ADAL" clId="{169ABF92-C68C-4CAE-A5CA-F73AB9269505}" dt="2026-04-29T16:57:16.579" v="189" actId="478"/>
          <ac:grpSpMkLst>
            <pc:docMk/>
            <pc:sldMk cId="1213120687" sldId="16772695"/>
            <ac:grpSpMk id="3" creationId="{6E74D20A-17FD-8C16-BDA7-C756E212EC72}"/>
          </ac:grpSpMkLst>
        </pc:grpChg>
        <pc:grpChg chg="del">
          <ac:chgData name="Morpheus Li" userId="704cac02-7f5b-43ba-b93a-7bfd44ec240e" providerId="ADAL" clId="{169ABF92-C68C-4CAE-A5CA-F73AB9269505}" dt="2026-04-29T16:57:21.640" v="190" actId="478"/>
          <ac:grpSpMkLst>
            <pc:docMk/>
            <pc:sldMk cId="1213120687" sldId="16772695"/>
            <ac:grpSpMk id="7" creationId="{873723D6-37F0-79CB-D5F8-9EC4B9A55356}"/>
          </ac:grpSpMkLst>
        </pc:grpChg>
        <pc:picChg chg="add mod">
          <ac:chgData name="Morpheus Li" userId="704cac02-7f5b-43ba-b93a-7bfd44ec240e" providerId="ADAL" clId="{169ABF92-C68C-4CAE-A5CA-F73AB9269505}" dt="2026-04-29T16:57:25.803" v="193" actId="1076"/>
          <ac:picMkLst>
            <pc:docMk/>
            <pc:sldMk cId="1213120687" sldId="16772695"/>
            <ac:picMk id="12" creationId="{F645190D-E119-F39E-40E8-F6299D5BD467}"/>
          </ac:picMkLst>
        </pc:picChg>
      </pc:sldChg>
      <pc:sldChg chg="del">
        <pc:chgData name="Morpheus Li" userId="704cac02-7f5b-43ba-b93a-7bfd44ec240e" providerId="ADAL" clId="{169ABF92-C68C-4CAE-A5CA-F73AB9269505}" dt="2026-04-29T19:14:50.076" v="1423" actId="47"/>
        <pc:sldMkLst>
          <pc:docMk/>
          <pc:sldMk cId="478263052" sldId="16772698"/>
        </pc:sldMkLst>
      </pc:sldChg>
      <pc:sldChg chg="del">
        <pc:chgData name="Morpheus Li" userId="704cac02-7f5b-43ba-b93a-7bfd44ec240e" providerId="ADAL" clId="{169ABF92-C68C-4CAE-A5CA-F73AB9269505}" dt="2026-04-29T19:15:03.848" v="1424" actId="47"/>
        <pc:sldMkLst>
          <pc:docMk/>
          <pc:sldMk cId="4233083373" sldId="16772704"/>
        </pc:sldMkLst>
      </pc:sldChg>
      <pc:sldChg chg="del">
        <pc:chgData name="Morpheus Li" userId="704cac02-7f5b-43ba-b93a-7bfd44ec240e" providerId="ADAL" clId="{169ABF92-C68C-4CAE-A5CA-F73AB9269505}" dt="2026-04-29T19:14:50.076" v="1423" actId="47"/>
        <pc:sldMkLst>
          <pc:docMk/>
          <pc:sldMk cId="1304827669" sldId="16772710"/>
        </pc:sldMkLst>
      </pc:sldChg>
      <pc:sldChg chg="del">
        <pc:chgData name="Morpheus Li" userId="704cac02-7f5b-43ba-b93a-7bfd44ec240e" providerId="ADAL" clId="{169ABF92-C68C-4CAE-A5CA-F73AB9269505}" dt="2026-04-29T19:15:03.848" v="1424" actId="47"/>
        <pc:sldMkLst>
          <pc:docMk/>
          <pc:sldMk cId="520910727" sldId="16772714"/>
        </pc:sldMkLst>
      </pc:sldChg>
      <pc:sldChg chg="del">
        <pc:chgData name="Morpheus Li" userId="704cac02-7f5b-43ba-b93a-7bfd44ec240e" providerId="ADAL" clId="{169ABF92-C68C-4CAE-A5CA-F73AB9269505}" dt="2026-04-29T19:15:03.848" v="1424" actId="47"/>
        <pc:sldMkLst>
          <pc:docMk/>
          <pc:sldMk cId="810064970" sldId="16772717"/>
        </pc:sldMkLst>
      </pc:sldChg>
      <pc:sldChg chg="del">
        <pc:chgData name="Morpheus Li" userId="704cac02-7f5b-43ba-b93a-7bfd44ec240e" providerId="ADAL" clId="{169ABF92-C68C-4CAE-A5CA-F73AB9269505}" dt="2026-04-29T19:15:03.848" v="1424" actId="47"/>
        <pc:sldMkLst>
          <pc:docMk/>
          <pc:sldMk cId="1429124642" sldId="16772718"/>
        </pc:sldMkLst>
      </pc:sldChg>
      <pc:sldChg chg="del">
        <pc:chgData name="Morpheus Li" userId="704cac02-7f5b-43ba-b93a-7bfd44ec240e" providerId="ADAL" clId="{169ABF92-C68C-4CAE-A5CA-F73AB9269505}" dt="2026-04-29T19:14:50.076" v="1423" actId="47"/>
        <pc:sldMkLst>
          <pc:docMk/>
          <pc:sldMk cId="387439459" sldId="16772719"/>
        </pc:sldMkLst>
      </pc:sldChg>
      <pc:sldChg chg="del">
        <pc:chgData name="Morpheus Li" userId="704cac02-7f5b-43ba-b93a-7bfd44ec240e" providerId="ADAL" clId="{169ABF92-C68C-4CAE-A5CA-F73AB9269505}" dt="2026-04-29T19:15:03.848" v="1424" actId="47"/>
        <pc:sldMkLst>
          <pc:docMk/>
          <pc:sldMk cId="4063437312" sldId="16772720"/>
        </pc:sldMkLst>
      </pc:sldChg>
      <pc:sldChg chg="del">
        <pc:chgData name="Morpheus Li" userId="704cac02-7f5b-43ba-b93a-7bfd44ec240e" providerId="ADAL" clId="{169ABF92-C68C-4CAE-A5CA-F73AB9269505}" dt="2026-04-29T19:14:50.076" v="1423" actId="47"/>
        <pc:sldMkLst>
          <pc:docMk/>
          <pc:sldMk cId="3430646847" sldId="16772722"/>
        </pc:sldMkLst>
      </pc:sldChg>
      <pc:sldChg chg="del">
        <pc:chgData name="Morpheus Li" userId="704cac02-7f5b-43ba-b93a-7bfd44ec240e" providerId="ADAL" clId="{169ABF92-C68C-4CAE-A5CA-F73AB9269505}" dt="2026-04-29T19:14:50.076" v="1423" actId="47"/>
        <pc:sldMkLst>
          <pc:docMk/>
          <pc:sldMk cId="179750584" sldId="16772725"/>
        </pc:sldMkLst>
      </pc:sldChg>
      <pc:sldChg chg="del">
        <pc:chgData name="Morpheus Li" userId="704cac02-7f5b-43ba-b93a-7bfd44ec240e" providerId="ADAL" clId="{169ABF92-C68C-4CAE-A5CA-F73AB9269505}" dt="2026-04-29T19:14:50.076" v="1423" actId="47"/>
        <pc:sldMkLst>
          <pc:docMk/>
          <pc:sldMk cId="1896618745" sldId="16772726"/>
        </pc:sldMkLst>
      </pc:sldChg>
      <pc:sldChg chg="del">
        <pc:chgData name="Morpheus Li" userId="704cac02-7f5b-43ba-b93a-7bfd44ec240e" providerId="ADAL" clId="{169ABF92-C68C-4CAE-A5CA-F73AB9269505}" dt="2026-04-29T19:14:50.076" v="1423" actId="47"/>
        <pc:sldMkLst>
          <pc:docMk/>
          <pc:sldMk cId="3174035786" sldId="16772728"/>
        </pc:sldMkLst>
      </pc:sldChg>
      <pc:sldChg chg="del">
        <pc:chgData name="Morpheus Li" userId="704cac02-7f5b-43ba-b93a-7bfd44ec240e" providerId="ADAL" clId="{169ABF92-C68C-4CAE-A5CA-F73AB9269505}" dt="2026-04-29T19:14:50.076" v="1423" actId="47"/>
        <pc:sldMkLst>
          <pc:docMk/>
          <pc:sldMk cId="354368107" sldId="16772729"/>
        </pc:sldMkLst>
      </pc:sldChg>
      <pc:sldChg chg="addSp delSp modSp mod">
        <pc:chgData name="Morpheus Li" userId="704cac02-7f5b-43ba-b93a-7bfd44ec240e" providerId="ADAL" clId="{169ABF92-C68C-4CAE-A5CA-F73AB9269505}" dt="2026-04-30T01:01:11.205" v="2112" actId="1076"/>
        <pc:sldMkLst>
          <pc:docMk/>
          <pc:sldMk cId="2488373456" sldId="16772730"/>
        </pc:sldMkLst>
        <pc:spChg chg="mod">
          <ac:chgData name="Morpheus Li" userId="704cac02-7f5b-43ba-b93a-7bfd44ec240e" providerId="ADAL" clId="{169ABF92-C68C-4CAE-A5CA-F73AB9269505}" dt="2026-04-29T17:11:09.174" v="377" actId="20577"/>
          <ac:spMkLst>
            <pc:docMk/>
            <pc:sldMk cId="2488373456" sldId="16772730"/>
            <ac:spMk id="6" creationId="{3C187D4C-E626-1851-6C75-7E149A4F823F}"/>
          </ac:spMkLst>
        </pc:spChg>
        <pc:spChg chg="add mod">
          <ac:chgData name="Morpheus Li" userId="704cac02-7f5b-43ba-b93a-7bfd44ec240e" providerId="ADAL" clId="{169ABF92-C68C-4CAE-A5CA-F73AB9269505}" dt="2026-04-29T18:45:29.604" v="1047"/>
          <ac:spMkLst>
            <pc:docMk/>
            <pc:sldMk cId="2488373456" sldId="16772730"/>
            <ac:spMk id="7" creationId="{EF51DD4F-65F8-9052-90EC-7BAF7B7AC0DE}"/>
          </ac:spMkLst>
        </pc:spChg>
        <pc:spChg chg="add del mod">
          <ac:chgData name="Morpheus Li" userId="704cac02-7f5b-43ba-b93a-7bfd44ec240e" providerId="ADAL" clId="{169ABF92-C68C-4CAE-A5CA-F73AB9269505}" dt="2026-04-29T17:37:56.718" v="554" actId="478"/>
          <ac:spMkLst>
            <pc:docMk/>
            <pc:sldMk cId="2488373456" sldId="16772730"/>
            <ac:spMk id="8" creationId="{88E37FA8-0C89-370B-118E-F65D8E84420F}"/>
          </ac:spMkLst>
        </pc:spChg>
        <pc:spChg chg="del mod">
          <ac:chgData name="Morpheus Li" userId="704cac02-7f5b-43ba-b93a-7bfd44ec240e" providerId="ADAL" clId="{169ABF92-C68C-4CAE-A5CA-F73AB9269505}" dt="2026-04-29T17:34:52.732" v="497" actId="478"/>
          <ac:spMkLst>
            <pc:docMk/>
            <pc:sldMk cId="2488373456" sldId="16772730"/>
            <ac:spMk id="10" creationId="{049F0A8D-0FAD-7A5F-0154-B6A855DC084C}"/>
          </ac:spMkLst>
        </pc:spChg>
        <pc:spChg chg="add del mod">
          <ac:chgData name="Morpheus Li" userId="704cac02-7f5b-43ba-b93a-7bfd44ec240e" providerId="ADAL" clId="{169ABF92-C68C-4CAE-A5CA-F73AB9269505}" dt="2026-04-29T17:37:53.642" v="553" actId="478"/>
          <ac:spMkLst>
            <pc:docMk/>
            <pc:sldMk cId="2488373456" sldId="16772730"/>
            <ac:spMk id="11" creationId="{9772E325-06F0-E9E4-8981-420725A98768}"/>
          </ac:spMkLst>
        </pc:spChg>
        <pc:spChg chg="del mod ord">
          <ac:chgData name="Morpheus Li" userId="704cac02-7f5b-43ba-b93a-7bfd44ec240e" providerId="ADAL" clId="{169ABF92-C68C-4CAE-A5CA-F73AB9269505}" dt="2026-04-29T17:30:11.360" v="428" actId="478"/>
          <ac:spMkLst>
            <pc:docMk/>
            <pc:sldMk cId="2488373456" sldId="16772730"/>
            <ac:spMk id="24" creationId="{5B0CF233-54F7-824B-F0F9-75AF3C945284}"/>
          </ac:spMkLst>
        </pc:spChg>
        <pc:graphicFrameChg chg="del">
          <ac:chgData name="Morpheus Li" userId="704cac02-7f5b-43ba-b93a-7bfd44ec240e" providerId="ADAL" clId="{169ABF92-C68C-4CAE-A5CA-F73AB9269505}" dt="2026-04-29T17:27:40.401" v="396" actId="478"/>
          <ac:graphicFrameMkLst>
            <pc:docMk/>
            <pc:sldMk cId="2488373456" sldId="16772730"/>
            <ac:graphicFrameMk id="5" creationId="{B68E6582-2703-49D0-92C2-15421D68DFDD}"/>
          </ac:graphicFrameMkLst>
        </pc:graphicFrameChg>
        <pc:graphicFrameChg chg="del">
          <ac:chgData name="Morpheus Li" userId="704cac02-7f5b-43ba-b93a-7bfd44ec240e" providerId="ADAL" clId="{169ABF92-C68C-4CAE-A5CA-F73AB9269505}" dt="2026-04-29T17:27:37.626" v="395" actId="478"/>
          <ac:graphicFrameMkLst>
            <pc:docMk/>
            <pc:sldMk cId="2488373456" sldId="16772730"/>
            <ac:graphicFrameMk id="9" creationId="{DEB75F21-61BD-D14E-009A-212BAF8FC8F9}"/>
          </ac:graphicFrameMkLst>
        </pc:graphicFrameChg>
        <pc:picChg chg="del">
          <ac:chgData name="Morpheus Li" userId="704cac02-7f5b-43ba-b93a-7bfd44ec240e" providerId="ADAL" clId="{169ABF92-C68C-4CAE-A5CA-F73AB9269505}" dt="2026-04-29T16:24:37.663" v="26" actId="21"/>
          <ac:picMkLst>
            <pc:docMk/>
            <pc:sldMk cId="2488373456" sldId="16772730"/>
            <ac:picMk id="3" creationId="{95E73794-AE08-9692-D165-0EF97B7F8D46}"/>
          </ac:picMkLst>
        </pc:picChg>
        <pc:picChg chg="add mod modCrop">
          <ac:chgData name="Morpheus Li" userId="704cac02-7f5b-43ba-b93a-7bfd44ec240e" providerId="ADAL" clId="{169ABF92-C68C-4CAE-A5CA-F73AB9269505}" dt="2026-04-29T17:43:30.477" v="598" actId="14100"/>
          <ac:picMkLst>
            <pc:docMk/>
            <pc:sldMk cId="2488373456" sldId="16772730"/>
            <ac:picMk id="4" creationId="{189388A1-5253-E99D-001C-DEBF036F981A}"/>
          </ac:picMkLst>
        </pc:picChg>
        <pc:picChg chg="add mod">
          <ac:chgData name="Morpheus Li" userId="704cac02-7f5b-43ba-b93a-7bfd44ec240e" providerId="ADAL" clId="{169ABF92-C68C-4CAE-A5CA-F73AB9269505}" dt="2026-04-30T01:01:11.205" v="2112" actId="1076"/>
          <ac:picMkLst>
            <pc:docMk/>
            <pc:sldMk cId="2488373456" sldId="16772730"/>
            <ac:picMk id="12" creationId="{E22882D2-BE08-56EE-C3E9-CCB9DF33F7E3}"/>
          </ac:picMkLst>
        </pc:picChg>
      </pc:sldChg>
      <pc:sldChg chg="del">
        <pc:chgData name="Morpheus Li" userId="704cac02-7f5b-43ba-b93a-7bfd44ec240e" providerId="ADAL" clId="{169ABF92-C68C-4CAE-A5CA-F73AB9269505}" dt="2026-04-29T16:52:26.920" v="188" actId="47"/>
        <pc:sldMkLst>
          <pc:docMk/>
          <pc:sldMk cId="1198087605" sldId="16772731"/>
        </pc:sldMkLst>
      </pc:sldChg>
      <pc:sldChg chg="del">
        <pc:chgData name="Morpheus Li" userId="704cac02-7f5b-43ba-b93a-7bfd44ec240e" providerId="ADAL" clId="{169ABF92-C68C-4CAE-A5CA-F73AB9269505}" dt="2026-04-29T19:14:50.076" v="1423" actId="47"/>
        <pc:sldMkLst>
          <pc:docMk/>
          <pc:sldMk cId="672328104" sldId="16772732"/>
        </pc:sldMkLst>
      </pc:sldChg>
      <pc:sldChg chg="del">
        <pc:chgData name="Morpheus Li" userId="704cac02-7f5b-43ba-b93a-7bfd44ec240e" providerId="ADAL" clId="{169ABF92-C68C-4CAE-A5CA-F73AB9269505}" dt="2026-04-29T19:14:50.076" v="1423" actId="47"/>
        <pc:sldMkLst>
          <pc:docMk/>
          <pc:sldMk cId="569154697" sldId="16772733"/>
        </pc:sldMkLst>
      </pc:sldChg>
      <pc:sldChg chg="addSp delSp modSp new mod ord">
        <pc:chgData name="Morpheus Li" userId="704cac02-7f5b-43ba-b93a-7bfd44ec240e" providerId="ADAL" clId="{169ABF92-C68C-4CAE-A5CA-F73AB9269505}" dt="2026-04-29T19:08:55.119" v="1348"/>
        <pc:sldMkLst>
          <pc:docMk/>
          <pc:sldMk cId="3497862212" sldId="16772734"/>
        </pc:sldMkLst>
        <pc:spChg chg="add mod">
          <ac:chgData name="Morpheus Li" userId="704cac02-7f5b-43ba-b93a-7bfd44ec240e" providerId="ADAL" clId="{169ABF92-C68C-4CAE-A5CA-F73AB9269505}" dt="2026-04-29T16:24:43.617" v="28"/>
          <ac:spMkLst>
            <pc:docMk/>
            <pc:sldMk cId="3497862212" sldId="16772734"/>
            <ac:spMk id="5" creationId="{5E6739E1-93F4-BCDE-EA1C-CAC68DF32682}"/>
          </ac:spMkLst>
        </pc:spChg>
        <pc:spChg chg="add mod">
          <ac:chgData name="Morpheus Li" userId="704cac02-7f5b-43ba-b93a-7bfd44ec240e" providerId="ADAL" clId="{169ABF92-C68C-4CAE-A5CA-F73AB9269505}" dt="2026-04-29T18:55:20.228" v="1128"/>
          <ac:spMkLst>
            <pc:docMk/>
            <pc:sldMk cId="3497862212" sldId="16772734"/>
            <ac:spMk id="6" creationId="{9AF43805-F15F-6152-040A-DD259ED41564}"/>
          </ac:spMkLst>
        </pc:spChg>
        <pc:spChg chg="add mod">
          <ac:chgData name="Morpheus Li" userId="704cac02-7f5b-43ba-b93a-7bfd44ec240e" providerId="ADAL" clId="{169ABF92-C68C-4CAE-A5CA-F73AB9269505}" dt="2026-04-29T19:08:55.119" v="1348"/>
          <ac:spMkLst>
            <pc:docMk/>
            <pc:sldMk cId="3497862212" sldId="16772734"/>
            <ac:spMk id="7" creationId="{71CAB6FD-F90C-8E08-CBBD-0F8C973B3F7E}"/>
          </ac:spMkLst>
        </pc:spChg>
        <pc:spChg chg="add del mod">
          <ac:chgData name="Morpheus Li" userId="704cac02-7f5b-43ba-b93a-7bfd44ec240e" providerId="ADAL" clId="{169ABF92-C68C-4CAE-A5CA-F73AB9269505}" dt="2026-04-29T16:51:26.931" v="187" actId="478"/>
          <ac:spMkLst>
            <pc:docMk/>
            <pc:sldMk cId="3497862212" sldId="16772734"/>
            <ac:spMk id="8" creationId="{E3FECFB0-A2AE-DC33-2E27-565654C7A598}"/>
          </ac:spMkLst>
        </pc:spChg>
        <pc:spChg chg="add mod">
          <ac:chgData name="Morpheus Li" userId="704cac02-7f5b-43ba-b93a-7bfd44ec240e" providerId="ADAL" clId="{169ABF92-C68C-4CAE-A5CA-F73AB9269505}" dt="2026-04-29T16:58:48.241" v="206" actId="571"/>
          <ac:spMkLst>
            <pc:docMk/>
            <pc:sldMk cId="3497862212" sldId="16772734"/>
            <ac:spMk id="11" creationId="{05F82CB1-2232-46CF-6D6D-F15ACFF75D66}"/>
          </ac:spMkLst>
        </pc:spChg>
        <pc:grpChg chg="add mod">
          <ac:chgData name="Morpheus Li" userId="704cac02-7f5b-43ba-b93a-7bfd44ec240e" providerId="ADAL" clId="{169ABF92-C68C-4CAE-A5CA-F73AB9269505}" dt="2026-04-29T17:07:57.923" v="358" actId="1076"/>
          <ac:grpSpMkLst>
            <pc:docMk/>
            <pc:sldMk cId="3497862212" sldId="16772734"/>
            <ac:grpSpMk id="10" creationId="{BAD26DB4-19B0-62B5-FE50-B6A48B476D91}"/>
          </ac:grpSpMkLst>
        </pc:grpChg>
        <pc:picChg chg="add mod modCrop">
          <ac:chgData name="Morpheus Li" userId="704cac02-7f5b-43ba-b93a-7bfd44ec240e" providerId="ADAL" clId="{169ABF92-C68C-4CAE-A5CA-F73AB9269505}" dt="2026-04-29T16:58:21.220" v="201" actId="164"/>
          <ac:picMkLst>
            <pc:docMk/>
            <pc:sldMk cId="3497862212" sldId="16772734"/>
            <ac:picMk id="3" creationId="{597B448E-9082-AEA4-244D-8AC2AFD4530E}"/>
          </ac:picMkLst>
        </pc:picChg>
        <pc:picChg chg="add del mod">
          <ac:chgData name="Morpheus Li" userId="704cac02-7f5b-43ba-b93a-7bfd44ec240e" providerId="ADAL" clId="{169ABF92-C68C-4CAE-A5CA-F73AB9269505}" dt="2026-04-29T16:25:20.515" v="34" actId="478"/>
          <ac:picMkLst>
            <pc:docMk/>
            <pc:sldMk cId="3497862212" sldId="16772734"/>
            <ac:picMk id="4" creationId="{95E73794-AE08-9692-D165-0EF97B7F8D46}"/>
          </ac:picMkLst>
        </pc:picChg>
        <pc:picChg chg="add mod">
          <ac:chgData name="Morpheus Li" userId="704cac02-7f5b-43ba-b93a-7bfd44ec240e" providerId="ADAL" clId="{169ABF92-C68C-4CAE-A5CA-F73AB9269505}" dt="2026-04-29T16:58:42.124" v="204" actId="1076"/>
          <ac:picMkLst>
            <pc:docMk/>
            <pc:sldMk cId="3497862212" sldId="16772734"/>
            <ac:picMk id="9" creationId="{3C4361A7-6408-D939-28BF-713EC401FB31}"/>
          </ac:picMkLst>
        </pc:picChg>
      </pc:sldChg>
      <pc:sldChg chg="addSp delSp modSp new del mod">
        <pc:chgData name="Morpheus Li" userId="704cac02-7f5b-43ba-b93a-7bfd44ec240e" providerId="ADAL" clId="{169ABF92-C68C-4CAE-A5CA-F73AB9269505}" dt="2026-04-29T18:25:39.856" v="845" actId="47"/>
        <pc:sldMkLst>
          <pc:docMk/>
          <pc:sldMk cId="2789005810" sldId="16772735"/>
        </pc:sldMkLst>
        <pc:spChg chg="add mod">
          <ac:chgData name="Morpheus Li" userId="704cac02-7f5b-43ba-b93a-7bfd44ec240e" providerId="ADAL" clId="{169ABF92-C68C-4CAE-A5CA-F73AB9269505}" dt="2026-04-29T17:27:20.326" v="388" actId="1076"/>
          <ac:spMkLst>
            <pc:docMk/>
            <pc:sldMk cId="2789005810" sldId="16772735"/>
            <ac:spMk id="4" creationId="{F3CFC3C4-E46B-C892-89D7-A9017DCA57F4}"/>
          </ac:spMkLst>
        </pc:spChg>
        <pc:picChg chg="add del mod">
          <ac:chgData name="Morpheus Li" userId="704cac02-7f5b-43ba-b93a-7bfd44ec240e" providerId="ADAL" clId="{169ABF92-C68C-4CAE-A5CA-F73AB9269505}" dt="2026-04-29T17:27:23.649" v="390" actId="478"/>
          <ac:picMkLst>
            <pc:docMk/>
            <pc:sldMk cId="2789005810" sldId="16772735"/>
            <ac:picMk id="3" creationId="{041140C1-CCCC-D277-8041-68978CBD0554}"/>
          </ac:picMkLst>
        </pc:picChg>
        <pc:picChg chg="add del mod">
          <ac:chgData name="Morpheus Li" userId="704cac02-7f5b-43ba-b93a-7bfd44ec240e" providerId="ADAL" clId="{169ABF92-C68C-4CAE-A5CA-F73AB9269505}" dt="2026-04-29T17:27:30.145" v="392" actId="21"/>
          <ac:picMkLst>
            <pc:docMk/>
            <pc:sldMk cId="2789005810" sldId="16772735"/>
            <ac:picMk id="6" creationId="{189388A1-5253-E99D-001C-DEBF036F981A}"/>
          </ac:picMkLst>
        </pc:picChg>
      </pc:sldChg>
      <pc:sldChg chg="addSp delSp modSp new mod">
        <pc:chgData name="Morpheus Li" userId="704cac02-7f5b-43ba-b93a-7bfd44ec240e" providerId="ADAL" clId="{169ABF92-C68C-4CAE-A5CA-F73AB9269505}" dt="2026-04-30T00:51:25.717" v="2110" actId="20577"/>
        <pc:sldMkLst>
          <pc:docMk/>
          <pc:sldMk cId="1697749991" sldId="16772736"/>
        </pc:sldMkLst>
        <pc:spChg chg="add mod">
          <ac:chgData name="Morpheus Li" userId="704cac02-7f5b-43ba-b93a-7bfd44ec240e" providerId="ADAL" clId="{169ABF92-C68C-4CAE-A5CA-F73AB9269505}" dt="2026-04-29T17:42:12.191" v="578"/>
          <ac:spMkLst>
            <pc:docMk/>
            <pc:sldMk cId="1697749991" sldId="16772736"/>
            <ac:spMk id="11" creationId="{C519580E-63CE-764B-F0A9-60F7EA9C0609}"/>
          </ac:spMkLst>
        </pc:spChg>
        <pc:spChg chg="add mod">
          <ac:chgData name="Morpheus Li" userId="704cac02-7f5b-43ba-b93a-7bfd44ec240e" providerId="ADAL" clId="{169ABF92-C68C-4CAE-A5CA-F73AB9269505}" dt="2026-04-29T17:42:12.191" v="578"/>
          <ac:spMkLst>
            <pc:docMk/>
            <pc:sldMk cId="1697749991" sldId="16772736"/>
            <ac:spMk id="12" creationId="{DFD1B3D0-37F1-497D-35C2-B859BB690446}"/>
          </ac:spMkLst>
        </pc:spChg>
        <pc:spChg chg="add mod">
          <ac:chgData name="Morpheus Li" userId="704cac02-7f5b-43ba-b93a-7bfd44ec240e" providerId="ADAL" clId="{169ABF92-C68C-4CAE-A5CA-F73AB9269505}" dt="2026-04-30T00:51:25.717" v="2110" actId="20577"/>
          <ac:spMkLst>
            <pc:docMk/>
            <pc:sldMk cId="1697749991" sldId="16772736"/>
            <ac:spMk id="13" creationId="{983B9518-9CEB-2E72-C3B8-9A6AD495842E}"/>
          </ac:spMkLst>
        </pc:spChg>
        <pc:spChg chg="add mod ord">
          <ac:chgData name="Morpheus Li" userId="704cac02-7f5b-43ba-b93a-7bfd44ec240e" providerId="ADAL" clId="{169ABF92-C68C-4CAE-A5CA-F73AB9269505}" dt="2026-04-29T19:17:55.180" v="1437" actId="167"/>
          <ac:spMkLst>
            <pc:docMk/>
            <pc:sldMk cId="1697749991" sldId="16772736"/>
            <ac:spMk id="16" creationId="{AAFB1C08-D894-CB2F-A62D-095FEB853516}"/>
          </ac:spMkLst>
        </pc:spChg>
        <pc:grpChg chg="add mod">
          <ac:chgData name="Morpheus Li" userId="704cac02-7f5b-43ba-b93a-7bfd44ec240e" providerId="ADAL" clId="{169ABF92-C68C-4CAE-A5CA-F73AB9269505}" dt="2026-04-29T19:17:10.980" v="1431" actId="1076"/>
          <ac:grpSpMkLst>
            <pc:docMk/>
            <pc:sldMk cId="1697749991" sldId="16772736"/>
            <ac:grpSpMk id="10" creationId="{8855E916-FA73-65D8-63F6-2086CFA7AAC4}"/>
          </ac:grpSpMkLst>
        </pc:grpChg>
        <pc:picChg chg="add del mod">
          <ac:chgData name="Morpheus Li" userId="704cac02-7f5b-43ba-b93a-7bfd44ec240e" providerId="ADAL" clId="{169ABF92-C68C-4CAE-A5CA-F73AB9269505}" dt="2026-04-29T17:39:45.718" v="562" actId="478"/>
          <ac:picMkLst>
            <pc:docMk/>
            <pc:sldMk cId="1697749991" sldId="16772736"/>
            <ac:picMk id="3" creationId="{5CEEA1D8-B817-F8B3-2636-5A08D85B51E6}"/>
          </ac:picMkLst>
        </pc:picChg>
        <pc:picChg chg="add mod modCrop">
          <ac:chgData name="Morpheus Li" userId="704cac02-7f5b-43ba-b93a-7bfd44ec240e" providerId="ADAL" clId="{169ABF92-C68C-4CAE-A5CA-F73AB9269505}" dt="2026-04-29T19:17:14.209" v="1432" actId="1076"/>
          <ac:picMkLst>
            <pc:docMk/>
            <pc:sldMk cId="1697749991" sldId="16772736"/>
            <ac:picMk id="5" creationId="{C60DBD00-3C0B-07DE-238C-87754433FE5D}"/>
          </ac:picMkLst>
        </pc:picChg>
        <pc:picChg chg="add mod">
          <ac:chgData name="Morpheus Li" userId="704cac02-7f5b-43ba-b93a-7bfd44ec240e" providerId="ADAL" clId="{169ABF92-C68C-4CAE-A5CA-F73AB9269505}" dt="2026-04-29T18:28:38.905" v="854" actId="14100"/>
          <ac:picMkLst>
            <pc:docMk/>
            <pc:sldMk cId="1697749991" sldId="16772736"/>
            <ac:picMk id="7" creationId="{98319953-11FF-1DDF-09A7-231C029438FF}"/>
          </ac:picMkLst>
        </pc:picChg>
        <pc:picChg chg="add mod">
          <ac:chgData name="Morpheus Li" userId="704cac02-7f5b-43ba-b93a-7bfd44ec240e" providerId="ADAL" clId="{169ABF92-C68C-4CAE-A5CA-F73AB9269505}" dt="2026-04-29T19:18:00.022" v="1438" actId="1076"/>
          <ac:picMkLst>
            <pc:docMk/>
            <pc:sldMk cId="1697749991" sldId="16772736"/>
            <ac:picMk id="9" creationId="{A0210B34-3F6B-F336-E1BE-8091E10829D0}"/>
          </ac:picMkLst>
        </pc:picChg>
        <pc:picChg chg="add del">
          <ac:chgData name="Morpheus Li" userId="704cac02-7f5b-43ba-b93a-7bfd44ec240e" providerId="ADAL" clId="{169ABF92-C68C-4CAE-A5CA-F73AB9269505}" dt="2026-04-29T18:26:57.054" v="848" actId="22"/>
          <ac:picMkLst>
            <pc:docMk/>
            <pc:sldMk cId="1697749991" sldId="16772736"/>
            <ac:picMk id="15" creationId="{DD1F4981-2134-FE39-9259-96C217FD8874}"/>
          </ac:picMkLst>
        </pc:picChg>
      </pc:sldChg>
      <pc:sldChg chg="addSp delSp modSp new mod ord">
        <pc:chgData name="Morpheus Li" userId="704cac02-7f5b-43ba-b93a-7bfd44ec240e" providerId="ADAL" clId="{169ABF92-C68C-4CAE-A5CA-F73AB9269505}" dt="2026-04-30T00:46:05.621" v="2095"/>
        <pc:sldMkLst>
          <pc:docMk/>
          <pc:sldMk cId="3998709592" sldId="16772737"/>
        </pc:sldMkLst>
        <pc:spChg chg="add mod">
          <ac:chgData name="Morpheus Li" userId="704cac02-7f5b-43ba-b93a-7bfd44ec240e" providerId="ADAL" clId="{169ABF92-C68C-4CAE-A5CA-F73AB9269505}" dt="2026-04-29T18:32:22.274" v="861"/>
          <ac:spMkLst>
            <pc:docMk/>
            <pc:sldMk cId="3998709592" sldId="16772737"/>
            <ac:spMk id="4" creationId="{54F44D66-3016-519B-00D3-DED1AF8E4EB8}"/>
          </ac:spMkLst>
        </pc:spChg>
        <pc:spChg chg="add del mod">
          <ac:chgData name="Morpheus Li" userId="704cac02-7f5b-43ba-b93a-7bfd44ec240e" providerId="ADAL" clId="{169ABF92-C68C-4CAE-A5CA-F73AB9269505}" dt="2026-04-30T00:46:05.167" v="2094" actId="478"/>
          <ac:spMkLst>
            <pc:docMk/>
            <pc:sldMk cId="3998709592" sldId="16772737"/>
            <ac:spMk id="5" creationId="{A9025F6D-DAE7-4CE4-92E2-B0131ADA8865}"/>
          </ac:spMkLst>
        </pc:spChg>
        <pc:spChg chg="add mod">
          <ac:chgData name="Morpheus Li" userId="704cac02-7f5b-43ba-b93a-7bfd44ec240e" providerId="ADAL" clId="{169ABF92-C68C-4CAE-A5CA-F73AB9269505}" dt="2026-04-30T00:42:49.254" v="2093" actId="20577"/>
          <ac:spMkLst>
            <pc:docMk/>
            <pc:sldMk cId="3998709592" sldId="16772737"/>
            <ac:spMk id="6" creationId="{68F056BC-34E6-5488-C499-0EE568E18687}"/>
          </ac:spMkLst>
        </pc:spChg>
        <pc:spChg chg="add mod">
          <ac:chgData name="Morpheus Li" userId="704cac02-7f5b-43ba-b93a-7bfd44ec240e" providerId="ADAL" clId="{169ABF92-C68C-4CAE-A5CA-F73AB9269505}" dt="2026-04-29T19:31:06.234" v="1608" actId="1076"/>
          <ac:spMkLst>
            <pc:docMk/>
            <pc:sldMk cId="3998709592" sldId="16772737"/>
            <ac:spMk id="8" creationId="{E2B6B662-13DB-ABC5-CEA6-8BC79954FE51}"/>
          </ac:spMkLst>
        </pc:spChg>
        <pc:spChg chg="add mod">
          <ac:chgData name="Morpheus Li" userId="704cac02-7f5b-43ba-b93a-7bfd44ec240e" providerId="ADAL" clId="{169ABF92-C68C-4CAE-A5CA-F73AB9269505}" dt="2026-04-29T19:34:40.192" v="1676" actId="1076"/>
          <ac:spMkLst>
            <pc:docMk/>
            <pc:sldMk cId="3998709592" sldId="16772737"/>
            <ac:spMk id="14" creationId="{81EE5DDB-CE26-CC35-8C12-AD9476170DCB}"/>
          </ac:spMkLst>
        </pc:spChg>
        <pc:spChg chg="add mod">
          <ac:chgData name="Morpheus Li" userId="704cac02-7f5b-43ba-b93a-7bfd44ec240e" providerId="ADAL" clId="{169ABF92-C68C-4CAE-A5CA-F73AB9269505}" dt="2026-04-30T00:46:05.621" v="2095"/>
          <ac:spMkLst>
            <pc:docMk/>
            <pc:sldMk cId="3998709592" sldId="16772737"/>
            <ac:spMk id="15" creationId="{22A50E97-8ADE-2772-285C-88CA749F29B7}"/>
          </ac:spMkLst>
        </pc:spChg>
        <pc:picChg chg="add mod">
          <ac:chgData name="Morpheus Li" userId="704cac02-7f5b-43ba-b93a-7bfd44ec240e" providerId="ADAL" clId="{169ABF92-C68C-4CAE-A5CA-F73AB9269505}" dt="2026-04-30T00:42:36.513" v="2092" actId="14100"/>
          <ac:picMkLst>
            <pc:docMk/>
            <pc:sldMk cId="3998709592" sldId="16772737"/>
            <ac:picMk id="3" creationId="{37244B7A-FB5C-6D86-CFF1-F77BA09F5317}"/>
          </ac:picMkLst>
        </pc:picChg>
        <pc:picChg chg="add mod ord">
          <ac:chgData name="Morpheus Li" userId="704cac02-7f5b-43ba-b93a-7bfd44ec240e" providerId="ADAL" clId="{169ABF92-C68C-4CAE-A5CA-F73AB9269505}" dt="2026-04-29T19:30:36.343" v="1601" actId="1076"/>
          <ac:picMkLst>
            <pc:docMk/>
            <pc:sldMk cId="3998709592" sldId="16772737"/>
            <ac:picMk id="9" creationId="{9DE82F13-EC5B-1294-8240-1C9AA14527B7}"/>
          </ac:picMkLst>
        </pc:picChg>
        <pc:picChg chg="add mod">
          <ac:chgData name="Morpheus Li" userId="704cac02-7f5b-43ba-b93a-7bfd44ec240e" providerId="ADAL" clId="{169ABF92-C68C-4CAE-A5CA-F73AB9269505}" dt="2026-04-29T19:30:36.343" v="1601" actId="1076"/>
          <ac:picMkLst>
            <pc:docMk/>
            <pc:sldMk cId="3998709592" sldId="16772737"/>
            <ac:picMk id="11" creationId="{C1DAFB99-3EA3-C956-1CC5-FF333EE6DD8C}"/>
          </ac:picMkLst>
        </pc:picChg>
        <pc:picChg chg="add mod">
          <ac:chgData name="Morpheus Li" userId="704cac02-7f5b-43ba-b93a-7bfd44ec240e" providerId="ADAL" clId="{169ABF92-C68C-4CAE-A5CA-F73AB9269505}" dt="2026-04-29T19:30:33.832" v="1600" actId="571"/>
          <ac:picMkLst>
            <pc:docMk/>
            <pc:sldMk cId="3998709592" sldId="16772737"/>
            <ac:picMk id="12" creationId="{E7CA01EC-9F28-07C8-9E7F-5C8632216968}"/>
          </ac:picMkLst>
        </pc:picChg>
        <pc:picChg chg="add mod">
          <ac:chgData name="Morpheus Li" userId="704cac02-7f5b-43ba-b93a-7bfd44ec240e" providerId="ADAL" clId="{169ABF92-C68C-4CAE-A5CA-F73AB9269505}" dt="2026-04-29T19:30:33.832" v="1600" actId="571"/>
          <ac:picMkLst>
            <pc:docMk/>
            <pc:sldMk cId="3998709592" sldId="16772737"/>
            <ac:picMk id="13" creationId="{AECADE06-63AB-85B4-8B09-F76474D9B936}"/>
          </ac:picMkLst>
        </pc:picChg>
      </pc:sldChg>
      <pc:sldChg chg="addSp delSp modSp new del mod">
        <pc:chgData name="Morpheus Li" userId="704cac02-7f5b-43ba-b93a-7bfd44ec240e" providerId="ADAL" clId="{169ABF92-C68C-4CAE-A5CA-F73AB9269505}" dt="2026-04-29T19:34:45.033" v="1677" actId="47"/>
        <pc:sldMkLst>
          <pc:docMk/>
          <pc:sldMk cId="3056061590" sldId="16772738"/>
        </pc:sldMkLst>
        <pc:spChg chg="add mod">
          <ac:chgData name="Morpheus Li" userId="704cac02-7f5b-43ba-b93a-7bfd44ec240e" providerId="ADAL" clId="{169ABF92-C68C-4CAE-A5CA-F73AB9269505}" dt="2026-04-29T18:43:23.849" v="1012"/>
          <ac:spMkLst>
            <pc:docMk/>
            <pc:sldMk cId="3056061590" sldId="16772738"/>
            <ac:spMk id="5" creationId="{2E9FC817-618F-134B-9CE5-9ECE8D976CAF}"/>
          </ac:spMkLst>
        </pc:spChg>
        <pc:spChg chg="add mod">
          <ac:chgData name="Morpheus Li" userId="704cac02-7f5b-43ba-b93a-7bfd44ec240e" providerId="ADAL" clId="{169ABF92-C68C-4CAE-A5CA-F73AB9269505}" dt="2026-04-29T18:43:23.849" v="1012"/>
          <ac:spMkLst>
            <pc:docMk/>
            <pc:sldMk cId="3056061590" sldId="16772738"/>
            <ac:spMk id="6" creationId="{D4B014D4-B9C4-CC46-3FCF-DAE5CFDB138B}"/>
          </ac:spMkLst>
        </pc:spChg>
        <pc:spChg chg="add del mod">
          <ac:chgData name="Morpheus Li" userId="704cac02-7f5b-43ba-b93a-7bfd44ec240e" providerId="ADAL" clId="{169ABF92-C68C-4CAE-A5CA-F73AB9269505}" dt="2026-04-29T19:27:46.939" v="1551" actId="478"/>
          <ac:spMkLst>
            <pc:docMk/>
            <pc:sldMk cId="3056061590" sldId="16772738"/>
            <ac:spMk id="7" creationId="{AE7DF8BF-BFED-01E0-9F82-D9CB207D5599}"/>
          </ac:spMkLst>
        </pc:spChg>
        <pc:picChg chg="add del mod">
          <ac:chgData name="Morpheus Li" userId="704cac02-7f5b-43ba-b93a-7bfd44ec240e" providerId="ADAL" clId="{169ABF92-C68C-4CAE-A5CA-F73AB9269505}" dt="2026-04-29T18:43:16.976" v="1011" actId="478"/>
          <ac:picMkLst>
            <pc:docMk/>
            <pc:sldMk cId="3056061590" sldId="16772738"/>
            <ac:picMk id="3" creationId="{1B88A5B2-C7BD-EDA3-0A99-AF33ABE644CE}"/>
          </ac:picMkLst>
        </pc:picChg>
        <pc:picChg chg="add mod">
          <ac:chgData name="Morpheus Li" userId="704cac02-7f5b-43ba-b93a-7bfd44ec240e" providerId="ADAL" clId="{169ABF92-C68C-4CAE-A5CA-F73AB9269505}" dt="2026-04-29T18:43:25.652" v="1013" actId="1076"/>
          <ac:picMkLst>
            <pc:docMk/>
            <pc:sldMk cId="3056061590" sldId="16772738"/>
            <ac:picMk id="4" creationId="{E19C9FA8-CA57-B340-8DA2-D787422A52F7}"/>
          </ac:picMkLst>
        </pc:picChg>
      </pc:sldChg>
      <pc:sldChg chg="addSp delSp modSp add mod">
        <pc:chgData name="Morpheus Li" userId="704cac02-7f5b-43ba-b93a-7bfd44ec240e" providerId="ADAL" clId="{169ABF92-C68C-4CAE-A5CA-F73AB9269505}" dt="2026-04-30T01:03:27.207" v="2124"/>
        <pc:sldMkLst>
          <pc:docMk/>
          <pc:sldMk cId="2208262184" sldId="16772739"/>
        </pc:sldMkLst>
        <pc:spChg chg="add mod">
          <ac:chgData name="Morpheus Li" userId="704cac02-7f5b-43ba-b93a-7bfd44ec240e" providerId="ADAL" clId="{169ABF92-C68C-4CAE-A5CA-F73AB9269505}" dt="2026-04-29T18:56:17.789" v="1161"/>
          <ac:spMkLst>
            <pc:docMk/>
            <pc:sldMk cId="2208262184" sldId="16772739"/>
            <ac:spMk id="2" creationId="{BE08BFB4-93C6-656D-730E-037389318FE1}"/>
          </ac:spMkLst>
        </pc:spChg>
        <pc:spChg chg="add mod">
          <ac:chgData name="Morpheus Li" userId="704cac02-7f5b-43ba-b93a-7bfd44ec240e" providerId="ADAL" clId="{169ABF92-C68C-4CAE-A5CA-F73AB9269505}" dt="2026-04-29T19:06:23.288" v="1322" actId="14100"/>
          <ac:spMkLst>
            <pc:docMk/>
            <pc:sldMk cId="2208262184" sldId="16772739"/>
            <ac:spMk id="4" creationId="{A22C4E6D-EFD3-CA98-64A4-3071309E74CF}"/>
          </ac:spMkLst>
        </pc:spChg>
        <pc:spChg chg="del">
          <ac:chgData name="Morpheus Li" userId="704cac02-7f5b-43ba-b93a-7bfd44ec240e" providerId="ADAL" clId="{169ABF92-C68C-4CAE-A5CA-F73AB9269505}" dt="2026-04-29T18:56:17.564" v="1160" actId="478"/>
          <ac:spMkLst>
            <pc:docMk/>
            <pc:sldMk cId="2208262184" sldId="16772739"/>
            <ac:spMk id="6" creationId="{0DD91FF5-7192-138F-61DA-344314AD6D77}"/>
          </ac:spMkLst>
        </pc:spChg>
        <pc:spChg chg="mod">
          <ac:chgData name="Morpheus Li" userId="704cac02-7f5b-43ba-b93a-7bfd44ec240e" providerId="ADAL" clId="{169ABF92-C68C-4CAE-A5CA-F73AB9269505}" dt="2026-04-30T01:03:27.207" v="2124"/>
          <ac:spMkLst>
            <pc:docMk/>
            <pc:sldMk cId="2208262184" sldId="16772739"/>
            <ac:spMk id="7" creationId="{A92E3151-A819-1F93-0640-2AEE12E7CB69}"/>
          </ac:spMkLst>
        </pc:spChg>
        <pc:spChg chg="add mod">
          <ac:chgData name="Morpheus Li" userId="704cac02-7f5b-43ba-b93a-7bfd44ec240e" providerId="ADAL" clId="{169ABF92-C68C-4CAE-A5CA-F73AB9269505}" dt="2026-04-29T18:58:21.221" v="1203" actId="571"/>
          <ac:spMkLst>
            <pc:docMk/>
            <pc:sldMk cId="2208262184" sldId="16772739"/>
            <ac:spMk id="8" creationId="{98D28ACC-4C46-2B9C-B81D-B5111562AFD4}"/>
          </ac:spMkLst>
        </pc:spChg>
        <pc:spChg chg="add mod">
          <ac:chgData name="Morpheus Li" userId="704cac02-7f5b-43ba-b93a-7bfd44ec240e" providerId="ADAL" clId="{169ABF92-C68C-4CAE-A5CA-F73AB9269505}" dt="2026-04-29T19:07:14.980" v="1331" actId="1076"/>
          <ac:spMkLst>
            <pc:docMk/>
            <pc:sldMk cId="2208262184" sldId="16772739"/>
            <ac:spMk id="11" creationId="{F735F0C1-EC5B-EA6E-7069-0C6FDFF44CD8}"/>
          </ac:spMkLst>
        </pc:spChg>
        <pc:spChg chg="add mod">
          <ac:chgData name="Morpheus Li" userId="704cac02-7f5b-43ba-b93a-7bfd44ec240e" providerId="ADAL" clId="{169ABF92-C68C-4CAE-A5CA-F73AB9269505}" dt="2026-04-29T19:11:49.158" v="1422"/>
          <ac:spMkLst>
            <pc:docMk/>
            <pc:sldMk cId="2208262184" sldId="16772739"/>
            <ac:spMk id="12" creationId="{24E9C372-5A8D-8F91-CAAF-1306B5CA5F84}"/>
          </ac:spMkLst>
        </pc:spChg>
        <pc:spChg chg="add mod ord">
          <ac:chgData name="Morpheus Li" userId="704cac02-7f5b-43ba-b93a-7bfd44ec240e" providerId="ADAL" clId="{169ABF92-C68C-4CAE-A5CA-F73AB9269505}" dt="2026-04-29T19:07:25.363" v="1333" actId="14100"/>
          <ac:spMkLst>
            <pc:docMk/>
            <pc:sldMk cId="2208262184" sldId="16772739"/>
            <ac:spMk id="13" creationId="{A7E19824-048E-F7CA-EE4E-0B3CEAB8A300}"/>
          </ac:spMkLst>
        </pc:spChg>
        <pc:grpChg chg="del">
          <ac:chgData name="Morpheus Li" userId="704cac02-7f5b-43ba-b93a-7bfd44ec240e" providerId="ADAL" clId="{169ABF92-C68C-4CAE-A5CA-F73AB9269505}" dt="2026-04-29T18:54:51.632" v="1106" actId="478"/>
          <ac:grpSpMkLst>
            <pc:docMk/>
            <pc:sldMk cId="2208262184" sldId="16772739"/>
            <ac:grpSpMk id="10" creationId="{3AC9E77E-19C5-9CEC-CF4A-B3DF2FF0A73F}"/>
          </ac:grpSpMkLst>
        </pc:grpChg>
      </pc:sldChg>
      <pc:sldChg chg="delSp modSp add mod">
        <pc:chgData name="Morpheus Li" userId="704cac02-7f5b-43ba-b93a-7bfd44ec240e" providerId="ADAL" clId="{169ABF92-C68C-4CAE-A5CA-F73AB9269505}" dt="2026-04-30T00:50:54.144" v="2109" actId="20577"/>
        <pc:sldMkLst>
          <pc:docMk/>
          <pc:sldMk cId="465899358" sldId="16772740"/>
        </pc:sldMkLst>
        <pc:spChg chg="mod">
          <ac:chgData name="Morpheus Li" userId="704cac02-7f5b-43ba-b93a-7bfd44ec240e" providerId="ADAL" clId="{169ABF92-C68C-4CAE-A5CA-F73AB9269505}" dt="2026-04-29T19:35:33.075" v="1696" actId="20577"/>
          <ac:spMkLst>
            <pc:docMk/>
            <pc:sldMk cId="465899358" sldId="16772740"/>
            <ac:spMk id="2" creationId="{BDF0567D-F60D-2360-B2A8-C7B3C6B9D5C1}"/>
          </ac:spMkLst>
        </pc:spChg>
        <pc:spChg chg="del">
          <ac:chgData name="Morpheus Li" userId="704cac02-7f5b-43ba-b93a-7bfd44ec240e" providerId="ADAL" clId="{169ABF92-C68C-4CAE-A5CA-F73AB9269505}" dt="2026-04-29T19:35:09.369" v="1684" actId="478"/>
          <ac:spMkLst>
            <pc:docMk/>
            <pc:sldMk cId="465899358" sldId="16772740"/>
            <ac:spMk id="4" creationId="{AFBEF66E-B54B-2F44-49F8-C9F5DDB098AF}"/>
          </ac:spMkLst>
        </pc:spChg>
        <pc:spChg chg="del">
          <ac:chgData name="Morpheus Li" userId="704cac02-7f5b-43ba-b93a-7bfd44ec240e" providerId="ADAL" clId="{169ABF92-C68C-4CAE-A5CA-F73AB9269505}" dt="2026-04-29T19:35:07.828" v="1683" actId="478"/>
          <ac:spMkLst>
            <pc:docMk/>
            <pc:sldMk cId="465899358" sldId="16772740"/>
            <ac:spMk id="7" creationId="{D7ACE078-E73D-39BD-A622-C00FC6D699B2}"/>
          </ac:spMkLst>
        </pc:spChg>
        <pc:spChg chg="mod">
          <ac:chgData name="Morpheus Li" userId="704cac02-7f5b-43ba-b93a-7bfd44ec240e" providerId="ADAL" clId="{169ABF92-C68C-4CAE-A5CA-F73AB9269505}" dt="2026-04-30T00:49:58.636" v="2099" actId="6549"/>
          <ac:spMkLst>
            <pc:docMk/>
            <pc:sldMk cId="465899358" sldId="16772740"/>
            <ac:spMk id="11" creationId="{FC088904-AF52-410D-B10A-55EF0DD90313}"/>
          </ac:spMkLst>
        </pc:spChg>
        <pc:spChg chg="mod">
          <ac:chgData name="Morpheus Li" userId="704cac02-7f5b-43ba-b93a-7bfd44ec240e" providerId="ADAL" clId="{169ABF92-C68C-4CAE-A5CA-F73AB9269505}" dt="2026-04-30T00:50:54.144" v="2109" actId="20577"/>
          <ac:spMkLst>
            <pc:docMk/>
            <pc:sldMk cId="465899358" sldId="16772740"/>
            <ac:spMk id="12" creationId="{06660F4C-D875-FD2C-FE1F-CD93C842BE65}"/>
          </ac:spMkLst>
        </pc:spChg>
        <pc:spChg chg="mod">
          <ac:chgData name="Morpheus Li" userId="704cac02-7f5b-43ba-b93a-7bfd44ec240e" providerId="ADAL" clId="{169ABF92-C68C-4CAE-A5CA-F73AB9269505}" dt="2026-04-29T19:44:44" v="1993" actId="1076"/>
          <ac:spMkLst>
            <pc:docMk/>
            <pc:sldMk cId="465899358" sldId="16772740"/>
            <ac:spMk id="13" creationId="{4F28EEDF-F717-E403-94E0-4776FF53055E}"/>
          </ac:spMkLst>
        </pc:spChg>
      </pc:sldChg>
    </pc:docChg>
  </pc:docChgLst>
  <pc:docChgLst>
    <pc:chgData name="Charlotte Qi" userId="6c0514a0-3078-405a-98b7-f72c627d6e89" providerId="ADAL" clId="{F1475E6B-C74B-4B8B-9349-C774721ED935}"/>
    <pc:docChg chg="undo custSel addSld modSld">
      <pc:chgData name="Charlotte Qi" userId="6c0514a0-3078-405a-98b7-f72c627d6e89" providerId="ADAL" clId="{F1475E6B-C74B-4B8B-9349-C774721ED935}" dt="2026-03-26T08:38:18.724" v="63" actId="22"/>
      <pc:docMkLst>
        <pc:docMk/>
      </pc:docMkLst>
      <pc:sldChg chg="modSp mod">
        <pc:chgData name="Charlotte Qi" userId="6c0514a0-3078-405a-98b7-f72c627d6e89" providerId="ADAL" clId="{F1475E6B-C74B-4B8B-9349-C774721ED935}" dt="2026-03-26T08:25:06.596" v="56" actId="20577"/>
        <pc:sldMkLst>
          <pc:docMk/>
          <pc:sldMk cId="478263052" sldId="16772698"/>
        </pc:sldMkLst>
      </pc:sldChg>
      <pc:sldChg chg="addSp modSp add mod modNotesTx">
        <pc:chgData name="Charlotte Qi" userId="6c0514a0-3078-405a-98b7-f72c627d6e89" providerId="ADAL" clId="{F1475E6B-C74B-4B8B-9349-C774721ED935}" dt="2026-03-26T08:38:18.724" v="63" actId="22"/>
        <pc:sldMkLst>
          <pc:docMk/>
          <pc:sldMk cId="229938362" sldId="16772723"/>
        </pc:sldMkLst>
      </pc:sldChg>
    </pc:docChg>
  </pc:docChgLst>
  <pc:docChgLst>
    <pc:chgData name="Morpheus Li" userId="704cac02-7f5b-43ba-b93a-7bfd44ec240e" providerId="ADAL" clId="{2469F993-5BF4-497E-9EE3-74DED4A4C828}"/>
    <pc:docChg chg="undo redo custSel modSld">
      <pc:chgData name="Morpheus Li" userId="704cac02-7f5b-43ba-b93a-7bfd44ec240e" providerId="ADAL" clId="{2469F993-5BF4-497E-9EE3-74DED4A4C828}" dt="2026-03-17T12:03:04.651" v="196" actId="14100"/>
      <pc:docMkLst>
        <pc:docMk/>
      </pc:docMkLst>
      <pc:sldChg chg="modSp mod">
        <pc:chgData name="Morpheus Li" userId="704cac02-7f5b-43ba-b93a-7bfd44ec240e" providerId="ADAL" clId="{2469F993-5BF4-497E-9EE3-74DED4A4C828}" dt="2026-03-17T11:36:26.804" v="28" actId="20577"/>
        <pc:sldMkLst>
          <pc:docMk/>
          <pc:sldMk cId="2650833527" sldId="16772690"/>
        </pc:sldMkLst>
        <pc:spChg chg="mod">
          <ac:chgData name="Morpheus Li" userId="704cac02-7f5b-43ba-b93a-7bfd44ec240e" providerId="ADAL" clId="{2469F993-5BF4-497E-9EE3-74DED4A4C828}" dt="2026-03-17T11:35:11.255" v="14" actId="20577"/>
          <ac:spMkLst>
            <pc:docMk/>
            <pc:sldMk cId="2650833527" sldId="16772690"/>
            <ac:spMk id="2" creationId="{904063F7-E86C-6FCA-75E3-7CB1C5C3E09C}"/>
          </ac:spMkLst>
        </pc:spChg>
        <pc:spChg chg="mod">
          <ac:chgData name="Morpheus Li" userId="704cac02-7f5b-43ba-b93a-7bfd44ec240e" providerId="ADAL" clId="{2469F993-5BF4-497E-9EE3-74DED4A4C828}" dt="2026-03-17T11:36:26.804" v="28" actId="20577"/>
          <ac:spMkLst>
            <pc:docMk/>
            <pc:sldMk cId="2650833527" sldId="16772690"/>
            <ac:spMk id="3" creationId="{96BBA996-9EB9-453D-8E5D-8DE83D9C36A1}"/>
          </ac:spMkLst>
        </pc:spChg>
      </pc:sldChg>
      <pc:sldChg chg="addSp delSp modSp mod">
        <pc:chgData name="Morpheus Li" userId="704cac02-7f5b-43ba-b93a-7bfd44ec240e" providerId="ADAL" clId="{2469F993-5BF4-497E-9EE3-74DED4A4C828}" dt="2026-03-17T12:03:04.651" v="196" actId="14100"/>
        <pc:sldMkLst>
          <pc:docMk/>
          <pc:sldMk cId="478263052" sldId="167726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224EDD-08E7-4802-9E3E-629F646AB6D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EDD14-4813-44A5-894A-1090C6B2402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69B9B-87D6-CDB2-4EB7-0668BF0F6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D09FAE-F6B4-505F-B630-01278C100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36B158-D0BE-7EC6-376D-3A5689AE9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A69BE0-F07E-72AC-7242-44E81CDA5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71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30112"/>
            <a:ext cx="12192000" cy="627888"/>
          </a:xfrm>
          <a:prstGeom prst="rect">
            <a:avLst/>
          </a:prstGeom>
        </p:spPr>
      </p:pic>
      <p:pic>
        <p:nvPicPr>
          <p:cNvPr id="8" name="Picture 2" descr="C:\Users\vip\Desktop\DIGITAL PPT-06.jp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231731"/>
            <a:ext cx="12192000" cy="626269"/>
          </a:xfrm>
          <a:prstGeom prst="rect">
            <a:avLst/>
          </a:prstGeom>
          <a:noFill/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30980" y="6259368"/>
            <a:ext cx="4324208" cy="475188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2145890" y="6224570"/>
            <a:ext cx="100461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未经明确授权，本文档禁止拷贝、截屏、拍摄及其他扩散行为，如有发现按违反远景信息安全红线处理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12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Without explicit authorization, this document prohibits copying, screen capture, filming and other proliferation actions, if found, it will be handled in accordance with the Envision information security red line.</a:t>
            </a:r>
            <a:endParaRPr lang="zh-CN" altLang="en-US" sz="1200" b="0" i="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A465-2EA1-453C-A84A-C9DE5BFB9D2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96CE-D536-4AE0-8FEC-6B7DDB73F5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自定义版式 拷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9739313" y="68263"/>
            <a:ext cx="2447925" cy="5222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文档密级：秘密</a:t>
            </a:r>
            <a:endParaRPr lang="en-US" altLang="zh-CN" sz="14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en-US" altLang="zh-CN" sz="1400">
                <a:cs typeface="Arial" panose="020B0604020202020204" pitchFamily="34" charset="0"/>
              </a:rPr>
              <a:t>Documentlevel:Confidential</a:t>
            </a:r>
            <a:endParaRPr lang="en-US" altLang="zh-CN" sz="1400"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29350"/>
            <a:ext cx="121920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30938"/>
            <a:ext cx="12192000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075" y="6259513"/>
            <a:ext cx="4324350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146300" y="6224588"/>
            <a:ext cx="10045700" cy="6762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未经明确授权，本文档禁止拷贝.截屏.拍摄及其他扩散行为，如有发现按违反远景信息安全红线处理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</a:rPr>
              <a:t>Withoutexplicitauthorization,thisdocumentprohibitscopying,screencapture,filmingandotherproliferationactions,iffound,itwillbehandledinaccordancewiththeEnvisioninformationsecurityredline.</a:t>
            </a:r>
            <a:endParaRPr lang="zh-CN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theme" Target="../theme/theme2.xml"/><Relationship Id="rId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6230112"/>
            <a:ext cx="12192000" cy="627888"/>
          </a:xfrm>
          <a:prstGeom prst="rect">
            <a:avLst/>
          </a:prstGeom>
        </p:spPr>
      </p:pic>
      <p:pic>
        <p:nvPicPr>
          <p:cNvPr id="7" name="Picture 2" descr="C:\Users\vip\Desktop\DIGITAL PPT-06.jpg"/>
          <p:cNvPicPr>
            <a:picLocks noChangeAspect="1" noChangeArrowheads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0" y="6231731"/>
            <a:ext cx="12192000" cy="626269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7330980" y="6259368"/>
            <a:ext cx="4324208" cy="475188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2145890" y="6224570"/>
            <a:ext cx="100461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未经明确授权，本文档禁止拷贝、截屏、拍摄及其他扩散行为，如有发现按违反远景信息安全红线处理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12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Without explicit authorization, this document prohibits copying, screen capture, filming and other proliferation actions, if found, it will be handled in accordance with the Envision information security red line.</a:t>
            </a:r>
            <a:endParaRPr lang="zh-CN" altLang="en-US" sz="1200" b="0" i="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F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8374" y="1180800"/>
            <a:ext cx="11454525" cy="500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/>
              <a:t>Content Level 1</a:t>
            </a:r>
          </a:p>
          <a:p>
            <a:pPr lvl="1"/>
            <a:r>
              <a:rPr kumimoji="1" lang="en-US" altLang="zh-CN"/>
              <a:t>Content Level 2</a:t>
            </a:r>
          </a:p>
          <a:p>
            <a:pPr lvl="1"/>
            <a:r>
              <a:rPr kumimoji="1" lang="en-US" altLang="zh-CN"/>
              <a:t>	Content Level 3</a:t>
            </a:r>
            <a:endParaRPr kumimoji="1" lang="zh-CN" altLang="en-US"/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318374" y="215901"/>
            <a:ext cx="11454525" cy="604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zh-CN"/>
              <a:t>Page Title</a:t>
            </a:r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-4463" y="6414196"/>
            <a:ext cx="1804688" cy="443804"/>
          </a:xfrm>
          <a:prstGeom prst="rect">
            <a:avLst/>
          </a:prstGeom>
          <a:solidFill>
            <a:srgbClr val="FD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形 23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512" y="6478985"/>
            <a:ext cx="990739" cy="314227"/>
          </a:xfrm>
          <a:prstGeom prst="rect">
            <a:avLst/>
          </a:prstGeom>
        </p:spPr>
      </p:pic>
      <p:sp>
        <p:nvSpPr>
          <p:cNvPr id="25" name="矩形 24"/>
          <p:cNvSpPr/>
          <p:nvPr userDrawn="1"/>
        </p:nvSpPr>
        <p:spPr>
          <a:xfrm>
            <a:off x="1800224" y="6414196"/>
            <a:ext cx="10391776" cy="443804"/>
          </a:xfrm>
          <a:prstGeom prst="rect">
            <a:avLst/>
          </a:prstGeom>
          <a:solidFill>
            <a:srgbClr val="3C3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r"/>
            <a:endParaRPr kumimoji="1" lang="zh-CN" altLang="en-US" sz="1000"/>
          </a:p>
        </p:txBody>
      </p:sp>
      <p:sp>
        <p:nvSpPr>
          <p:cNvPr id="26" name="灯片编号占位符 6"/>
          <p:cNvSpPr txBox="1"/>
          <p:nvPr userDrawn="1"/>
        </p:nvSpPr>
        <p:spPr>
          <a:xfrm>
            <a:off x="6954715" y="6465713"/>
            <a:ext cx="5155659" cy="3407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>
                <a:latin typeface="Calibri" panose="020F0502020204030204" pitchFamily="34" charset="0"/>
                <a:cs typeface="Calibri" panose="020F0502020204030204" pitchFamily="34" charset="0"/>
              </a:rPr>
              <a:t>© 2021 Envision Digital. All Rights Reserved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|Page</a:t>
            </a:r>
            <a:fld id="{CCD584DD-5604-4DED-B8D6-A28E3F71D8B2}" type="slidenum">
              <a:rPr lang="zh-CN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矩形 56"/>
          <p:cNvSpPr/>
          <p:nvPr userDrawn="1"/>
        </p:nvSpPr>
        <p:spPr>
          <a:xfrm>
            <a:off x="12283768" y="0"/>
            <a:ext cx="10739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b="1">
                <a:solidFill>
                  <a:srgbClr val="A3A5B3"/>
                </a:solidFill>
                <a:latin typeface="+mj-lt"/>
              </a:rPr>
              <a:t>Dark Theme Palette</a:t>
            </a:r>
            <a:endParaRPr lang="zh-CN" altLang="en-US" sz="1200" b="1">
              <a:solidFill>
                <a:srgbClr val="A3A5B3"/>
              </a:solidFill>
              <a:latin typeface="+mj-lt"/>
            </a:endParaRPr>
          </a:p>
        </p:txBody>
      </p:sp>
      <p:sp>
        <p:nvSpPr>
          <p:cNvPr id="58" name="矩形 57"/>
          <p:cNvSpPr/>
          <p:nvPr userDrawn="1"/>
        </p:nvSpPr>
        <p:spPr>
          <a:xfrm>
            <a:off x="12368385" y="467912"/>
            <a:ext cx="432000" cy="432000"/>
          </a:xfrm>
          <a:prstGeom prst="rect">
            <a:avLst/>
          </a:prstGeom>
          <a:solidFill>
            <a:srgbClr val="199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/>
          <p:cNvSpPr/>
          <p:nvPr userDrawn="1"/>
        </p:nvSpPr>
        <p:spPr>
          <a:xfrm>
            <a:off x="12368385" y="972332"/>
            <a:ext cx="432000" cy="432000"/>
          </a:xfrm>
          <a:prstGeom prst="rect">
            <a:avLst/>
          </a:prstGeom>
          <a:solidFill>
            <a:srgbClr val="7F7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60" name="矩形 59"/>
          <p:cNvSpPr/>
          <p:nvPr userDrawn="1"/>
        </p:nvSpPr>
        <p:spPr>
          <a:xfrm>
            <a:off x="12368385" y="1476752"/>
            <a:ext cx="432000" cy="432000"/>
          </a:xfrm>
          <a:prstGeom prst="rect">
            <a:avLst/>
          </a:prstGeom>
          <a:solidFill>
            <a:srgbClr val="09CF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61" name="矩形 60"/>
          <p:cNvSpPr/>
          <p:nvPr userDrawn="1"/>
        </p:nvSpPr>
        <p:spPr>
          <a:xfrm>
            <a:off x="12377694" y="1981172"/>
            <a:ext cx="432000" cy="432000"/>
          </a:xfrm>
          <a:prstGeom prst="rect">
            <a:avLst/>
          </a:prstGeom>
          <a:solidFill>
            <a:srgbClr val="30C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矩形 61"/>
          <p:cNvSpPr/>
          <p:nvPr userDrawn="1"/>
        </p:nvSpPr>
        <p:spPr>
          <a:xfrm>
            <a:off x="12377694" y="2485592"/>
            <a:ext cx="432000" cy="432000"/>
          </a:xfrm>
          <a:prstGeom prst="rect">
            <a:avLst/>
          </a:prstGeom>
          <a:solidFill>
            <a:srgbClr val="F7D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12377694" y="2990012"/>
            <a:ext cx="432000" cy="432000"/>
          </a:xfrm>
          <a:prstGeom prst="rect">
            <a:avLst/>
          </a:prstGeom>
          <a:solidFill>
            <a:srgbClr val="B862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12368385" y="3494432"/>
            <a:ext cx="432000" cy="432000"/>
          </a:xfrm>
          <a:prstGeom prst="rect">
            <a:avLst/>
          </a:prstGeom>
          <a:solidFill>
            <a:srgbClr val="9ED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/>
          <p:cNvSpPr/>
          <p:nvPr userDrawn="1"/>
        </p:nvSpPr>
        <p:spPr>
          <a:xfrm>
            <a:off x="12368385" y="3998852"/>
            <a:ext cx="432000" cy="432000"/>
          </a:xfrm>
          <a:prstGeom prst="rect">
            <a:avLst/>
          </a:prstGeom>
          <a:solidFill>
            <a:srgbClr val="FAA2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/>
          <p:cNvSpPr/>
          <p:nvPr userDrawn="1"/>
        </p:nvSpPr>
        <p:spPr>
          <a:xfrm>
            <a:off x="12368385" y="4503272"/>
            <a:ext cx="432000" cy="432000"/>
          </a:xfrm>
          <a:prstGeom prst="rect">
            <a:avLst/>
          </a:prstGeom>
          <a:solidFill>
            <a:srgbClr val="F5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/>
          <p:cNvSpPr/>
          <p:nvPr userDrawn="1"/>
        </p:nvSpPr>
        <p:spPr>
          <a:xfrm>
            <a:off x="12368385" y="5007690"/>
            <a:ext cx="432000" cy="432000"/>
          </a:xfrm>
          <a:prstGeom prst="rect">
            <a:avLst/>
          </a:prstGeom>
          <a:solidFill>
            <a:srgbClr val="F66E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/>
          <p:cNvSpPr/>
          <p:nvPr userDrawn="1"/>
        </p:nvSpPr>
        <p:spPr>
          <a:xfrm>
            <a:off x="12925695" y="467912"/>
            <a:ext cx="432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69" name="矩形 68"/>
          <p:cNvSpPr/>
          <p:nvPr userDrawn="1"/>
        </p:nvSpPr>
        <p:spPr>
          <a:xfrm>
            <a:off x="12925695" y="972332"/>
            <a:ext cx="432000" cy="432000"/>
          </a:xfrm>
          <a:prstGeom prst="rect">
            <a:avLst/>
          </a:prstGeom>
          <a:solidFill>
            <a:srgbClr val="F8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0" name="矩形 69"/>
          <p:cNvSpPr/>
          <p:nvPr userDrawn="1"/>
        </p:nvSpPr>
        <p:spPr>
          <a:xfrm>
            <a:off x="12925695" y="1476752"/>
            <a:ext cx="432000" cy="432000"/>
          </a:xfrm>
          <a:prstGeom prst="rect">
            <a:avLst/>
          </a:prstGeom>
          <a:solidFill>
            <a:srgbClr val="D6D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1" name="矩形 70"/>
          <p:cNvSpPr/>
          <p:nvPr userDrawn="1"/>
        </p:nvSpPr>
        <p:spPr>
          <a:xfrm>
            <a:off x="12925695" y="1988160"/>
            <a:ext cx="432000" cy="432000"/>
          </a:xfrm>
          <a:prstGeom prst="rect">
            <a:avLst/>
          </a:prstGeom>
          <a:solidFill>
            <a:srgbClr val="A3A5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2" name="矩形 71"/>
          <p:cNvSpPr/>
          <p:nvPr userDrawn="1"/>
        </p:nvSpPr>
        <p:spPr>
          <a:xfrm>
            <a:off x="12925695" y="2485592"/>
            <a:ext cx="432000" cy="432000"/>
          </a:xfrm>
          <a:prstGeom prst="rect">
            <a:avLst/>
          </a:prstGeom>
          <a:solidFill>
            <a:srgbClr val="7676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12925695" y="2997000"/>
            <a:ext cx="432000" cy="432000"/>
          </a:xfrm>
          <a:prstGeom prst="rect">
            <a:avLst/>
          </a:prstGeom>
          <a:solidFill>
            <a:srgbClr val="3E3E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13500" y="3788"/>
            <a:ext cx="8563234" cy="615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189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2000" b="1" kern="1200" baseline="0" dirty="0" smtClean="0">
          <a:solidFill>
            <a:srgbClr val="F8F6FB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 baseline="0">
          <a:solidFill>
            <a:srgbClr val="F8F5FB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D6D9D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CG41N1370099955拷贝.jpg" descr="VCG41N1370099955拷贝.jpg">
            <a:extLst>
              <a:ext uri="{FF2B5EF4-FFF2-40B4-BE49-F238E27FC236}">
                <a16:creationId xmlns:a16="http://schemas.microsoft.com/office/drawing/2014/main" id="{EE5885DC-8F27-C1E6-5D0C-1722E4028C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" r="247" b="11865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04063F7-E86C-6FCA-75E3-7CB1C5C3E09C}"/>
              </a:ext>
            </a:extLst>
          </p:cNvPr>
          <p:cNvSpPr txBox="1"/>
          <p:nvPr/>
        </p:nvSpPr>
        <p:spPr>
          <a:xfrm>
            <a:off x="1299028" y="2844225"/>
            <a:ext cx="9593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蒙西零碳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46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风电复盘会（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BA996-9EB9-453D-8E5D-8DE83D9C36A1}"/>
              </a:ext>
            </a:extLst>
          </p:cNvPr>
          <p:cNvSpPr txBox="1"/>
          <p:nvPr/>
        </p:nvSpPr>
        <p:spPr>
          <a:xfrm>
            <a:off x="1299028" y="3994029"/>
            <a:ext cx="9593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2026.4.30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833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60807-E5BA-ADE0-E3BA-F031C74E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658B9BF-9457-A680-9989-8764D1FDB13F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187D4C-E626-1851-6C75-7E149A4F823F}"/>
              </a:ext>
            </a:extLst>
          </p:cNvPr>
          <p:cNvSpPr txBox="1"/>
          <p:nvPr/>
        </p:nvSpPr>
        <p:spPr>
          <a:xfrm>
            <a:off x="126999" y="102938"/>
            <a:ext cx="4459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结算情况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9388A1-5253-E99D-001C-DEBF036F98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56"/>
          <a:stretch/>
        </p:blipFill>
        <p:spPr>
          <a:xfrm>
            <a:off x="330433" y="1651001"/>
            <a:ext cx="11434720" cy="424363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F51DD4F-65F8-9052-90EC-7BAF7B7AC0DE}"/>
              </a:ext>
            </a:extLst>
          </p:cNvPr>
          <p:cNvSpPr txBox="1"/>
          <p:nvPr/>
        </p:nvSpPr>
        <p:spPr>
          <a:xfrm>
            <a:off x="330433" y="746527"/>
            <a:ext cx="7286846" cy="732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运行概况：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月结算价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186.7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/MWh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，略高于风电市场均价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月下降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分（风电市场均价下降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22882D2-BE08-56EE-C3E9-CCB9DF33F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171" y="746526"/>
            <a:ext cx="4415982" cy="73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373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AFB1C08-D894-CB2F-A62D-095FEB853516}"/>
              </a:ext>
            </a:extLst>
          </p:cNvPr>
          <p:cNvSpPr/>
          <p:nvPr/>
        </p:nvSpPr>
        <p:spPr>
          <a:xfrm>
            <a:off x="951053" y="1563075"/>
            <a:ext cx="4841508" cy="782357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855E916-FA73-65D8-63F6-2086CFA7AAC4}"/>
              </a:ext>
            </a:extLst>
          </p:cNvPr>
          <p:cNvGrpSpPr/>
          <p:nvPr/>
        </p:nvGrpSpPr>
        <p:grpSpPr>
          <a:xfrm>
            <a:off x="951053" y="1563075"/>
            <a:ext cx="10006778" cy="4405053"/>
            <a:chOff x="273180" y="907779"/>
            <a:chExt cx="11292332" cy="504243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60DBD00-3C0B-07DE-238C-87754433F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17" r="412"/>
            <a:stretch/>
          </p:blipFill>
          <p:spPr>
            <a:xfrm>
              <a:off x="273180" y="1803339"/>
              <a:ext cx="5463488" cy="4146879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8319953-11FF-1DDF-09A7-231C02943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25065" y="907779"/>
              <a:ext cx="5740447" cy="5042439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0210B34-3F6B-F336-E1BE-8091E1082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8879" y="1043481"/>
              <a:ext cx="3429000" cy="458611"/>
            </a:xfrm>
            <a:prstGeom prst="rect">
              <a:avLst/>
            </a:prstGeom>
          </p:spPr>
        </p:pic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C519580E-63CE-764B-F0A9-60F7EA9C0609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D1B3D0-37F1-497D-35C2-B859BB690446}"/>
              </a:ext>
            </a:extLst>
          </p:cNvPr>
          <p:cNvSpPr txBox="1"/>
          <p:nvPr/>
        </p:nvSpPr>
        <p:spPr>
          <a:xfrm>
            <a:off x="126999" y="102938"/>
            <a:ext cx="4459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结算情况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3B9518-9CEB-2E72-C3B8-9A6AD495842E}"/>
              </a:ext>
            </a:extLst>
          </p:cNvPr>
          <p:cNvSpPr txBox="1"/>
          <p:nvPr/>
        </p:nvSpPr>
        <p:spPr>
          <a:xfrm>
            <a:off x="318406" y="660967"/>
            <a:ext cx="10948308" cy="732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总收益被市场调节费（超签考核）拉低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电量接受超签考核，度电合约考核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分；套利价值低于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分的合约，超签均带来收益下降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7749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E6739E1-93F4-BCDE-EA1C-CAC68DF32682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F43805-F15F-6152-040A-DD259ED41564}"/>
              </a:ext>
            </a:extLst>
          </p:cNvPr>
          <p:cNvSpPr txBox="1"/>
          <p:nvPr/>
        </p:nvSpPr>
        <p:spPr>
          <a:xfrm>
            <a:off x="126999" y="102938"/>
            <a:ext cx="4459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收益提升问题与对策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CAB6FD-F90C-8E08-CBBD-0F8C973B3F7E}"/>
              </a:ext>
            </a:extLst>
          </p:cNvPr>
          <p:cNvSpPr txBox="1"/>
          <p:nvPr/>
        </p:nvSpPr>
        <p:spPr>
          <a:xfrm>
            <a:off x="451664" y="1465139"/>
            <a:ext cx="4416745" cy="3428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现象：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月风电出力不及大风季预期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风电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发电占比下滑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同比减少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个百分比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，环比减少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个百分比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火电发电占比提高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同环比增加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2~3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个百分比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现货价格同比上涨约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相比去年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月，呼包东上涨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分，呼包西下降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AD26DB4-19B0-62B5-FE50-B6A48B476D91}"/>
              </a:ext>
            </a:extLst>
          </p:cNvPr>
          <p:cNvGrpSpPr/>
          <p:nvPr/>
        </p:nvGrpSpPr>
        <p:grpSpPr>
          <a:xfrm>
            <a:off x="4868409" y="1100041"/>
            <a:ext cx="6834232" cy="4657918"/>
            <a:chOff x="1370201" y="1419225"/>
            <a:chExt cx="9451598" cy="644180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97B448E-9082-AEA4-244D-8AC2AFD45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049" t="47034" b="9271"/>
            <a:stretch/>
          </p:blipFill>
          <p:spPr>
            <a:xfrm>
              <a:off x="1370201" y="1419225"/>
              <a:ext cx="9451598" cy="2729952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C4361A7-6408-D939-28BF-713EC401F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0201" y="4294743"/>
              <a:ext cx="9451598" cy="35662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7862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B6EA9-2950-469C-E0F8-6EE8C838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7E19824-048E-F7CA-EE4E-0B3CEAB8A300}"/>
              </a:ext>
            </a:extLst>
          </p:cNvPr>
          <p:cNvSpPr/>
          <p:nvPr/>
        </p:nvSpPr>
        <p:spPr>
          <a:xfrm>
            <a:off x="5537199" y="879524"/>
            <a:ext cx="6137821" cy="50913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8A5CA7-0E7E-6DF2-D240-66DF41708CD1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2E3151-A819-1F93-0640-2AEE12E7CB69}"/>
              </a:ext>
            </a:extLst>
          </p:cNvPr>
          <p:cNvSpPr txBox="1"/>
          <p:nvPr/>
        </p:nvSpPr>
        <p:spPr>
          <a:xfrm>
            <a:off x="516979" y="879524"/>
            <a:ext cx="4651014" cy="402539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问题一：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上网电量被高估，难置出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月中旬 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可研预计发电：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9200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1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KWh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年度交易后：累计合约量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7200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1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KWh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月初： 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孔明预计发电：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9300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1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KWh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跨省交易后：累计合约量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10000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1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KWh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月底： 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孔明预计发电：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8600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1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KWh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月度交易后：累计合约量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12000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1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KWh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月实际： 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上网电量：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6900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1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KWh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（限电率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6%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合约量：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11800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1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KWh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E08BFB4-93C6-656D-730E-037389318FE1}"/>
              </a:ext>
            </a:extLst>
          </p:cNvPr>
          <p:cNvSpPr txBox="1"/>
          <p:nvPr/>
        </p:nvSpPr>
        <p:spPr>
          <a:xfrm>
            <a:off x="126999" y="102938"/>
            <a:ext cx="4459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收益提升问题与对策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2C4E6D-EFD3-CA98-64A4-3071309E74CF}"/>
              </a:ext>
            </a:extLst>
          </p:cNvPr>
          <p:cNvSpPr txBox="1"/>
          <p:nvPr/>
        </p:nvSpPr>
        <p:spPr>
          <a:xfrm>
            <a:off x="516979" y="5007860"/>
            <a:ext cx="4651014" cy="9630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问题二：送华北跨省合约价格明显下滑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价格：送华北跨省早晚高价格下滑至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313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，比年度下降约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分，呼包东现货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305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，套利价值微弱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35F0C1-EC5B-EA6E-7069-0C6FDFF44CD8}"/>
              </a:ext>
            </a:extLst>
          </p:cNvPr>
          <p:cNvSpPr txBox="1"/>
          <p:nvPr/>
        </p:nvSpPr>
        <p:spPr>
          <a:xfrm>
            <a:off x="5690849" y="1498143"/>
            <a:ext cx="5551372" cy="144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改进一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预测：协同天机团队提升长期功率预测水平，增加分时限电参数 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策略：远期功率预测偏差大，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D+45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及以上交易场次谨慎参与，预留大于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10%~20%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加仓空间放月内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E9C372-5A8D-8F91-CAAF-1306B5CA5F84}"/>
              </a:ext>
            </a:extLst>
          </p:cNvPr>
          <p:cNvSpPr txBox="1"/>
          <p:nvPr/>
        </p:nvSpPr>
        <p:spPr>
          <a:xfrm>
            <a:off x="5690849" y="3664132"/>
            <a:ext cx="5551372" cy="1704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改进二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策略：谨慎参与跨省交易（①早晚套利空间小，风险高；②合约无法置换；③电能价高，环境价低，拉高超签考核） 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策略：大风季尽量做价格安全的谷段凸曲线，通过场外双边、挂牌、滚搓等场次 （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4~5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月已落实）</a:t>
            </a:r>
          </a:p>
        </p:txBody>
      </p:sp>
    </p:spTree>
    <p:extLst>
      <p:ext uri="{BB962C8B-B14F-4D97-AF65-F5344CB8AC3E}">
        <p14:creationId xmlns:p14="http://schemas.microsoft.com/office/powerpoint/2010/main" val="2208262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DE82F13-EC5B-1294-8240-1C9AA1452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17" y="3912993"/>
            <a:ext cx="9520094" cy="216325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7244B7A-FB5C-6D86-CFF1-F77BA09F5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17" y="1598006"/>
            <a:ext cx="9520094" cy="244974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4F44D66-3016-519B-00D3-DED1AF8E4EB8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F056BC-34E6-5488-C499-0EE568E18687}"/>
              </a:ext>
            </a:extLst>
          </p:cNvPr>
          <p:cNvSpPr txBox="1"/>
          <p:nvPr/>
        </p:nvSpPr>
        <p:spPr>
          <a:xfrm>
            <a:off x="318406" y="662809"/>
            <a:ext cx="10948308" cy="72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±10%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的合约比例要求下，量的准确比价格更重要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高仓位在大风季面临高昂的超签考核，小风季面临高额负价差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B6B662-13DB-ABC5-CEA6-8BC79954FE51}"/>
              </a:ext>
            </a:extLst>
          </p:cNvPr>
          <p:cNvSpPr txBox="1"/>
          <p:nvPr/>
        </p:nvSpPr>
        <p:spPr>
          <a:xfrm>
            <a:off x="10141870" y="2413853"/>
            <a:ext cx="1745330" cy="1104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入市以来，合约差价价值有半数月份为负（总量与曲线共同的结果）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DAFB99-3EA3-C956-1CC5-FF333EE6D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273" y="4119208"/>
            <a:ext cx="3542492" cy="27698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1EE5DDB-CE26-CC35-8C12-AD9476170DCB}"/>
              </a:ext>
            </a:extLst>
          </p:cNvPr>
          <p:cNvSpPr txBox="1"/>
          <p:nvPr/>
        </p:nvSpPr>
        <p:spPr>
          <a:xfrm>
            <a:off x="10141870" y="4580005"/>
            <a:ext cx="1745330" cy="1104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仓位基本控制在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偏差以内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高仓位月份结算价均落后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A50E97-8ADE-2772-285C-88CA749F29B7}"/>
              </a:ext>
            </a:extLst>
          </p:cNvPr>
          <p:cNvSpPr txBox="1"/>
          <p:nvPr/>
        </p:nvSpPr>
        <p:spPr>
          <a:xfrm>
            <a:off x="126999" y="102938"/>
            <a:ext cx="4459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收益提升问题与对策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709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73A1C-76AF-6BA6-C835-125D3DA6C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4F28EEDF-F717-E403-94E0-4776FF53055E}"/>
              </a:ext>
            </a:extLst>
          </p:cNvPr>
          <p:cNvSpPr/>
          <p:nvPr/>
        </p:nvSpPr>
        <p:spPr>
          <a:xfrm>
            <a:off x="462117" y="879524"/>
            <a:ext cx="11212904" cy="50913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6F20E4-98A9-708F-47C6-3470927B15D8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F0567D-F60D-2360-B2A8-C7B3C6B9D5C1}"/>
              </a:ext>
            </a:extLst>
          </p:cNvPr>
          <p:cNvSpPr txBox="1"/>
          <p:nvPr/>
        </p:nvSpPr>
        <p:spPr>
          <a:xfrm>
            <a:off x="126999" y="102938"/>
            <a:ext cx="4459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行动计划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088904-AF52-410D-B10A-55EF0DD90313}"/>
              </a:ext>
            </a:extLst>
          </p:cNvPr>
          <p:cNvSpPr txBox="1"/>
          <p:nvPr/>
        </p:nvSpPr>
        <p:spPr>
          <a:xfrm>
            <a:off x="1069687" y="1498143"/>
            <a:ext cx="8408610" cy="1187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交易提效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搭建蒙西数据库，实现交易看板；固化部分交易流程，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skill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替代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Robert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团队，分解任务目标，推进开发工作，最终实现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自动交易；按月量化价值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6660F4C-D875-FD2C-FE1F-CD93C842BE65}"/>
              </a:ext>
            </a:extLst>
          </p:cNvPr>
          <p:cNvSpPr txBox="1"/>
          <p:nvPr/>
        </p:nvSpPr>
        <p:spPr>
          <a:xfrm>
            <a:off x="1069687" y="3662076"/>
            <a:ext cx="6510984" cy="1600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市场调研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为光伏入市做准备，调研蒙西一体化主体；提前布局用户来源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对标头部风电主体交易组织架构、交易策略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  <a:defRPr/>
            </a:pP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5899358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nvision Digital - Dark">
  <a:themeElements>
    <a:clrScheme name="EnOS">
      <a:dk1>
        <a:sysClr val="windowText" lastClr="000000"/>
      </a:dk1>
      <a:lt1>
        <a:sysClr val="window" lastClr="FFFFFF"/>
      </a:lt1>
      <a:dk2>
        <a:srgbClr val="00293A"/>
      </a:dk2>
      <a:lt2>
        <a:srgbClr val="E7E6E6"/>
      </a:lt2>
      <a:accent1>
        <a:srgbClr val="4CA8FF"/>
      </a:accent1>
      <a:accent2>
        <a:srgbClr val="01CB90"/>
      </a:accent2>
      <a:accent3>
        <a:srgbClr val="DE5145"/>
      </a:accent3>
      <a:accent4>
        <a:srgbClr val="FFC000"/>
      </a:accent4>
      <a:accent5>
        <a:srgbClr val="964FFF"/>
      </a:accent5>
      <a:accent6>
        <a:srgbClr val="DF397F"/>
      </a:accent6>
      <a:hlink>
        <a:srgbClr val="4CA8FF"/>
      </a:hlink>
      <a:folHlink>
        <a:srgbClr val="A5A5A5"/>
      </a:folHlink>
    </a:clrScheme>
    <a:fontScheme name="n5nw3kzm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15087</TotalTime>
  <Words>572</Words>
  <Application>Microsoft Office PowerPoint</Application>
  <PresentationFormat>宽屏</PresentationFormat>
  <Paragraphs>56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DengXian</vt:lpstr>
      <vt:lpstr>微软雅黑</vt:lpstr>
      <vt:lpstr>微软雅黑 Light</vt:lpstr>
      <vt:lpstr>Aptos</vt:lpstr>
      <vt:lpstr>Arial</vt:lpstr>
      <vt:lpstr>Calibri</vt:lpstr>
      <vt:lpstr>Wingdings</vt:lpstr>
      <vt:lpstr>3_Office 主题</vt:lpstr>
      <vt:lpstr>Envision Digital - Dark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 Song</dc:creator>
  <cp:lastModifiedBy>Morpheus Li</cp:lastModifiedBy>
  <cp:revision>1</cp:revision>
  <dcterms:created xsi:type="dcterms:W3CDTF">2025-05-13T07:57:00Z</dcterms:created>
  <dcterms:modified xsi:type="dcterms:W3CDTF">2026-04-30T01:03:33Z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52D698BB38E341ABAC45084D687B7123_13</vt:lpwstr>
  </property>
  <property fmtid="{D5CDD505-2E9C-101B-9397-08002B2CF9AE}" pid="3" name="KSOProductBuildVer">
    <vt:lpwstr>2052-12.1.0.20305</vt:lpwstr>
  </property>
</Properties>
</file>